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43"/>
  </p:notesMasterIdLst>
  <p:sldIdLst>
    <p:sldId id="257" r:id="rId5"/>
    <p:sldId id="329" r:id="rId6"/>
    <p:sldId id="330" r:id="rId7"/>
    <p:sldId id="258" r:id="rId8"/>
    <p:sldId id="259" r:id="rId9"/>
    <p:sldId id="260" r:id="rId10"/>
    <p:sldId id="261" r:id="rId11"/>
    <p:sldId id="262" r:id="rId12"/>
    <p:sldId id="264" r:id="rId13"/>
    <p:sldId id="265" r:id="rId14"/>
    <p:sldId id="267" r:id="rId15"/>
    <p:sldId id="269" r:id="rId16"/>
    <p:sldId id="272" r:id="rId17"/>
    <p:sldId id="273" r:id="rId18"/>
    <p:sldId id="332" r:id="rId19"/>
    <p:sldId id="333" r:id="rId20"/>
    <p:sldId id="334" r:id="rId21"/>
    <p:sldId id="278" r:id="rId22"/>
    <p:sldId id="335" r:id="rId23"/>
    <p:sldId id="336" r:id="rId24"/>
    <p:sldId id="337" r:id="rId25"/>
    <p:sldId id="338" r:id="rId26"/>
    <p:sldId id="339" r:id="rId27"/>
    <p:sldId id="340" r:id="rId28"/>
    <p:sldId id="270" r:id="rId29"/>
    <p:sldId id="341" r:id="rId30"/>
    <p:sldId id="342" r:id="rId31"/>
    <p:sldId id="266" r:id="rId32"/>
    <p:sldId id="274" r:id="rId33"/>
    <p:sldId id="275" r:id="rId34"/>
    <p:sldId id="343" r:id="rId35"/>
    <p:sldId id="276" r:id="rId36"/>
    <p:sldId id="277" r:id="rId37"/>
    <p:sldId id="344" r:id="rId38"/>
    <p:sldId id="345" r:id="rId39"/>
    <p:sldId id="348" r:id="rId40"/>
    <p:sldId id="313" r:id="rId41"/>
    <p:sldId id="318" r:id="rId42"/>
  </p:sldIdLst>
  <p:sldSz cx="12192000" cy="6858000"/>
  <p:notesSz cx="6858000" cy="9144000"/>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49AD2"/>
    <a:srgbClr val="ED6B5E"/>
    <a:srgbClr val="0C71AC"/>
    <a:srgbClr val="5BC2E7"/>
    <a:srgbClr val="D9D9D9"/>
    <a:srgbClr val="B8B1E5"/>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310"/>
    <p:restoredTop sz="96327"/>
  </p:normalViewPr>
  <p:slideViewPr>
    <p:cSldViewPr snapToGrid="0" snapToObjects="1">
      <p:cViewPr varScale="1">
        <p:scale>
          <a:sx n="95" d="100"/>
          <a:sy n="95" d="100"/>
        </p:scale>
        <p:origin x="33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2C2B7137-6CE1-F74D-80B1-E1939CF18C0B}" type="datetimeFigureOut">
              <a:rPr lang="en-US" smtClean="0"/>
              <a:pPr/>
              <a:t>3/7/2025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448FA329-FEDE-3F45-9805-68CDC9FBB0EA}" type="slidenum">
              <a:rPr lang="en-US" smtClean="0"/>
              <a:pPr/>
              <a:t>‹#›</a:t>
            </a:fld>
            <a:endParaRPr lang="en-US" dirty="0"/>
          </a:p>
        </p:txBody>
      </p:sp>
    </p:spTree>
    <p:extLst>
      <p:ext uri="{BB962C8B-B14F-4D97-AF65-F5344CB8AC3E}">
        <p14:creationId xmlns:p14="http://schemas.microsoft.com/office/powerpoint/2010/main" val="377891344"/>
      </p:ext>
    </p:extLst>
  </p:cSld>
  <p:clrMap bg1="lt1" tx1="dk1" bg2="lt2" tx2="dk2" accent1="accent1" accent2="accent2" accent3="accent3" accent4="accent4" accent5="accent5" accent6="accent6" hlink="hlink" folHlink="folHlink"/>
  <p:notesStyle>
    <a:lvl1pPr marL="0" algn="l" defTabSz="914377" rtl="0" eaLnBrk="1" latinLnBrk="0" hangingPunct="1">
      <a:defRPr sz="1200" b="0" i="0" kern="1200">
        <a:solidFill>
          <a:schemeClr val="tx1"/>
        </a:solidFill>
        <a:latin typeface="Arial" panose="020B0604020202020204" pitchFamily="34" charset="0"/>
        <a:ea typeface="+mn-ea"/>
        <a:cs typeface="+mn-cs"/>
      </a:defRPr>
    </a:lvl1pPr>
    <a:lvl2pPr marL="457189" algn="l" defTabSz="914377" rtl="0" eaLnBrk="1" latinLnBrk="0" hangingPunct="1">
      <a:defRPr sz="1200" b="0" i="0" kern="1200">
        <a:solidFill>
          <a:schemeClr val="tx1"/>
        </a:solidFill>
        <a:latin typeface="Arial" panose="020B0604020202020204" pitchFamily="34" charset="0"/>
        <a:ea typeface="+mn-ea"/>
        <a:cs typeface="+mn-cs"/>
      </a:defRPr>
    </a:lvl2pPr>
    <a:lvl3pPr marL="914377" algn="l" defTabSz="914377" rtl="0" eaLnBrk="1" latinLnBrk="0" hangingPunct="1">
      <a:defRPr sz="1200" b="0" i="0" kern="1200">
        <a:solidFill>
          <a:schemeClr val="tx1"/>
        </a:solidFill>
        <a:latin typeface="Arial" panose="020B0604020202020204" pitchFamily="34" charset="0"/>
        <a:ea typeface="+mn-ea"/>
        <a:cs typeface="+mn-cs"/>
      </a:defRPr>
    </a:lvl3pPr>
    <a:lvl4pPr marL="1371566" algn="l" defTabSz="914377" rtl="0" eaLnBrk="1" latinLnBrk="0" hangingPunct="1">
      <a:defRPr sz="1200" b="0" i="0" kern="1200">
        <a:solidFill>
          <a:schemeClr val="tx1"/>
        </a:solidFill>
        <a:latin typeface="Arial" panose="020B0604020202020204" pitchFamily="34" charset="0"/>
        <a:ea typeface="+mn-ea"/>
        <a:cs typeface="+mn-cs"/>
      </a:defRPr>
    </a:lvl4pPr>
    <a:lvl5pPr marL="1828754" algn="l" defTabSz="914377" rtl="0" eaLnBrk="1" latinLnBrk="0" hangingPunct="1">
      <a:defRPr sz="1200" b="0" i="0" kern="1200">
        <a:solidFill>
          <a:schemeClr val="tx1"/>
        </a:solidFill>
        <a:latin typeface="Arial" panose="020B0604020202020204" pitchFamily="34" charset="0"/>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9.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CECEC"/>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5D83670-F2E4-4145-A4CC-4F7098D5447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834075" y="5199199"/>
            <a:ext cx="3097618" cy="1425800"/>
          </a:xfrm>
          <a:prstGeom prst="rect">
            <a:avLst/>
          </a:prstGeom>
        </p:spPr>
      </p:pic>
      <p:pic>
        <p:nvPicPr>
          <p:cNvPr id="7" name="Picture 6">
            <a:extLst>
              <a:ext uri="{FF2B5EF4-FFF2-40B4-BE49-F238E27FC236}">
                <a16:creationId xmlns:a16="http://schemas.microsoft.com/office/drawing/2014/main" id="{7AA79F56-8623-DA4F-9154-E92CAF0C59E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812400" y="0"/>
            <a:ext cx="8379600" cy="5328000"/>
          </a:xfrm>
          <a:prstGeom prst="rect">
            <a:avLst/>
          </a:prstGeom>
        </p:spPr>
      </p:pic>
      <p:sp>
        <p:nvSpPr>
          <p:cNvPr id="11" name="Title 1">
            <a:extLst>
              <a:ext uri="{FF2B5EF4-FFF2-40B4-BE49-F238E27FC236}">
                <a16:creationId xmlns:a16="http://schemas.microsoft.com/office/drawing/2014/main" id="{3E359A20-5035-8442-A098-B8481C057802}"/>
              </a:ext>
            </a:extLst>
          </p:cNvPr>
          <p:cNvSpPr>
            <a:spLocks noGrp="1"/>
          </p:cNvSpPr>
          <p:nvPr>
            <p:ph type="ctrTitle" hasCustomPrompt="1"/>
          </p:nvPr>
        </p:nvSpPr>
        <p:spPr>
          <a:xfrm>
            <a:off x="591367" y="1967790"/>
            <a:ext cx="6859152" cy="1697037"/>
          </a:xfrm>
        </p:spPr>
        <p:txBody>
          <a:bodyPr lIns="36000" tIns="36000" rIns="36000" bIns="36000" anchor="t" anchorCtr="0">
            <a:noAutofit/>
          </a:bodyPr>
          <a:lstStyle>
            <a:lvl1pPr algn="l">
              <a:defRPr sz="4800" cap="none" baseline="0"/>
            </a:lvl1pPr>
          </a:lstStyle>
          <a:p>
            <a:r>
              <a:rPr lang="en-US" dirty="0"/>
              <a:t>Click to edit </a:t>
            </a:r>
            <a:br>
              <a:rPr lang="en-US" dirty="0"/>
            </a:br>
            <a:r>
              <a:rPr lang="en-US" dirty="0"/>
              <a:t>master title style</a:t>
            </a:r>
            <a:endParaRPr lang="en-AU" dirty="0"/>
          </a:p>
        </p:txBody>
      </p:sp>
      <p:sp>
        <p:nvSpPr>
          <p:cNvPr id="13" name="Subtitle 2">
            <a:extLst>
              <a:ext uri="{FF2B5EF4-FFF2-40B4-BE49-F238E27FC236}">
                <a16:creationId xmlns:a16="http://schemas.microsoft.com/office/drawing/2014/main" id="{ED524F03-A19D-AC44-9363-E34E3ECC37B6}"/>
              </a:ext>
            </a:extLst>
          </p:cNvPr>
          <p:cNvSpPr>
            <a:spLocks noGrp="1"/>
          </p:cNvSpPr>
          <p:nvPr>
            <p:ph type="subTitle" idx="1" hasCustomPrompt="1"/>
          </p:nvPr>
        </p:nvSpPr>
        <p:spPr>
          <a:xfrm>
            <a:off x="591369" y="3801838"/>
            <a:ext cx="8058151" cy="976841"/>
          </a:xfrm>
        </p:spPr>
        <p:txBody>
          <a:bodyPr lIns="36000" tIns="36000" rIns="36000" bIns="36000">
            <a:noAutofit/>
          </a:bodyPr>
          <a:lstStyle>
            <a:lvl1pPr marL="0" indent="0" algn="l">
              <a:buNone/>
              <a:defRPr sz="2400" b="0"/>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dirty="0"/>
              <a:t>Click to edit master subtitle style</a:t>
            </a:r>
            <a:endParaRPr lang="en-AU" dirty="0"/>
          </a:p>
        </p:txBody>
      </p:sp>
      <p:sp>
        <p:nvSpPr>
          <p:cNvPr id="8" name="TextBox 7">
            <a:extLst>
              <a:ext uri="{FF2B5EF4-FFF2-40B4-BE49-F238E27FC236}">
                <a16:creationId xmlns:a16="http://schemas.microsoft.com/office/drawing/2014/main" id="{EE004D8A-8ABC-6449-97E3-3B37B30C175B}"/>
              </a:ext>
            </a:extLst>
          </p:cNvPr>
          <p:cNvSpPr txBox="1"/>
          <p:nvPr userDrawn="1"/>
        </p:nvSpPr>
        <p:spPr>
          <a:xfrm>
            <a:off x="591367" y="6698538"/>
            <a:ext cx="9647031" cy="159462"/>
          </a:xfrm>
          <a:prstGeom prst="rect">
            <a:avLst/>
          </a:prstGeom>
          <a:noFill/>
        </p:spPr>
        <p:txBody>
          <a:bodyPr wrap="square" lIns="0" tIns="0" rIns="0" bIns="36000" rtlCol="0">
            <a:spAutoFit/>
          </a:bodyPr>
          <a:lstStyle/>
          <a:p>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10866136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6_Title Slide">
    <p:bg>
      <p:bgPr>
        <a:solidFill>
          <a:schemeClr val="accent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59C34E-6C23-7664-A6FF-A520EB5C657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834075" y="5199199"/>
            <a:ext cx="3097618" cy="1425800"/>
          </a:xfrm>
          <a:prstGeom prst="rect">
            <a:avLst/>
          </a:prstGeom>
        </p:spPr>
      </p:pic>
      <p:sp>
        <p:nvSpPr>
          <p:cNvPr id="12" name="TextBox 11">
            <a:extLst>
              <a:ext uri="{FF2B5EF4-FFF2-40B4-BE49-F238E27FC236}">
                <a16:creationId xmlns:a16="http://schemas.microsoft.com/office/drawing/2014/main" id="{53DAAF4F-61F9-ED0A-B599-3C8C7999092B}"/>
              </a:ext>
            </a:extLst>
          </p:cNvPr>
          <p:cNvSpPr txBox="1"/>
          <p:nvPr userDrawn="1"/>
        </p:nvSpPr>
        <p:spPr>
          <a:xfrm>
            <a:off x="591367" y="6707373"/>
            <a:ext cx="9647031" cy="159462"/>
          </a:xfrm>
          <a:prstGeom prst="rect">
            <a:avLst/>
          </a:prstGeom>
          <a:noFill/>
        </p:spPr>
        <p:txBody>
          <a:bodyPr wrap="square" lIns="0" tIns="0" rIns="0" bIns="36000" rtlCol="0">
            <a:noAutofit/>
          </a:bodyPr>
          <a:lstStyle/>
          <a:p>
            <a:r>
              <a:rPr lang="en-AU" sz="800" b="0" i="0" u="none" strike="noStrike" dirty="0">
                <a:solidFill>
                  <a:schemeClr val="tx1">
                    <a:lumMod val="65000"/>
                    <a:lumOff val="35000"/>
                  </a:schemeClr>
                </a:solidFill>
                <a:effectLst/>
                <a:latin typeface="Helvetica Neue" panose="02000503000000020004" pitchFamily="2" charset="0"/>
              </a:rPr>
              <a:t>©</a:t>
            </a:r>
            <a:r>
              <a:rPr lang="en-AU" sz="800" dirty="0">
                <a:solidFill>
                  <a:schemeClr val="tx1">
                    <a:lumMod val="65000"/>
                    <a:lumOff val="35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15" name="Title 1">
            <a:extLst>
              <a:ext uri="{FF2B5EF4-FFF2-40B4-BE49-F238E27FC236}">
                <a16:creationId xmlns:a16="http://schemas.microsoft.com/office/drawing/2014/main" id="{BA676A7E-1F92-F5DD-19AD-F9338B409BC7}"/>
              </a:ext>
            </a:extLst>
          </p:cNvPr>
          <p:cNvSpPr>
            <a:spLocks noGrp="1"/>
          </p:cNvSpPr>
          <p:nvPr>
            <p:ph type="ctrTitle" hasCustomPrompt="1"/>
          </p:nvPr>
        </p:nvSpPr>
        <p:spPr>
          <a:xfrm>
            <a:off x="591367" y="1967790"/>
            <a:ext cx="6859152" cy="1697037"/>
          </a:xfrm>
        </p:spPr>
        <p:txBody>
          <a:bodyPr lIns="36000" tIns="36000" rIns="36000" bIns="36000" anchor="t" anchorCtr="0">
            <a:noAutofit/>
          </a:bodyPr>
          <a:lstStyle>
            <a:lvl1pPr algn="l">
              <a:defRPr sz="4800" cap="none" baseline="0"/>
            </a:lvl1pPr>
          </a:lstStyle>
          <a:p>
            <a:r>
              <a:rPr lang="en-US" dirty="0"/>
              <a:t>Click to edit </a:t>
            </a:r>
            <a:br>
              <a:rPr lang="en-US" dirty="0"/>
            </a:br>
            <a:r>
              <a:rPr lang="en-US" dirty="0"/>
              <a:t>master title style</a:t>
            </a:r>
            <a:endParaRPr lang="en-AU" dirty="0"/>
          </a:p>
        </p:txBody>
      </p:sp>
      <p:sp>
        <p:nvSpPr>
          <p:cNvPr id="16" name="Subtitle 2">
            <a:extLst>
              <a:ext uri="{FF2B5EF4-FFF2-40B4-BE49-F238E27FC236}">
                <a16:creationId xmlns:a16="http://schemas.microsoft.com/office/drawing/2014/main" id="{12A66ADF-A69C-D692-4EBD-51E0ED52029B}"/>
              </a:ext>
            </a:extLst>
          </p:cNvPr>
          <p:cNvSpPr>
            <a:spLocks noGrp="1"/>
          </p:cNvSpPr>
          <p:nvPr>
            <p:ph type="subTitle" idx="1" hasCustomPrompt="1"/>
          </p:nvPr>
        </p:nvSpPr>
        <p:spPr>
          <a:xfrm>
            <a:off x="591369" y="3801838"/>
            <a:ext cx="8058151" cy="1095839"/>
          </a:xfrm>
        </p:spPr>
        <p:txBody>
          <a:bodyPr lIns="36000" tIns="36000" rIns="36000" bIns="36000">
            <a:noAutofit/>
          </a:bodyPr>
          <a:lstStyle>
            <a:lvl1pPr marL="0" indent="0" algn="l">
              <a:buNone/>
              <a:defRPr sz="2400" b="0"/>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dirty="0"/>
              <a:t>Click to edit master subtitle style</a:t>
            </a:r>
            <a:endParaRPr lang="en-AU" dirty="0"/>
          </a:p>
        </p:txBody>
      </p:sp>
      <p:pic>
        <p:nvPicPr>
          <p:cNvPr id="2" name="Picture 1">
            <a:extLst>
              <a:ext uri="{FF2B5EF4-FFF2-40B4-BE49-F238E27FC236}">
                <a16:creationId xmlns:a16="http://schemas.microsoft.com/office/drawing/2014/main" id="{647D9C09-20BA-30E8-179F-D5B69628E42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812400" y="0"/>
            <a:ext cx="8379600" cy="5328000"/>
          </a:xfrm>
          <a:prstGeom prst="rect">
            <a:avLst/>
          </a:prstGeom>
        </p:spPr>
      </p:pic>
    </p:spTree>
    <p:extLst>
      <p:ext uri="{BB962C8B-B14F-4D97-AF65-F5344CB8AC3E}">
        <p14:creationId xmlns:p14="http://schemas.microsoft.com/office/powerpoint/2010/main" val="3407642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Title Slide">
    <p:bg>
      <p:bgPr>
        <a:solidFill>
          <a:schemeClr val="tx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E359A20-5035-8442-A098-B8481C057802}"/>
              </a:ext>
            </a:extLst>
          </p:cNvPr>
          <p:cNvSpPr>
            <a:spLocks noGrp="1"/>
          </p:cNvSpPr>
          <p:nvPr>
            <p:ph type="ctrTitle" hasCustomPrompt="1"/>
          </p:nvPr>
        </p:nvSpPr>
        <p:spPr>
          <a:xfrm>
            <a:off x="641471" y="1967790"/>
            <a:ext cx="6859152" cy="1697037"/>
          </a:xfrm>
        </p:spPr>
        <p:txBody>
          <a:bodyPr lIns="36000" tIns="36000" rIns="36000" bIns="36000" anchor="t" anchorCtr="0">
            <a:noAutofit/>
          </a:bodyPr>
          <a:lstStyle>
            <a:lvl1pPr algn="l">
              <a:defRPr sz="4800" cap="none" baseline="0">
                <a:solidFill>
                  <a:schemeClr val="bg1"/>
                </a:solidFill>
              </a:defRPr>
            </a:lvl1pPr>
          </a:lstStyle>
          <a:p>
            <a:r>
              <a:rPr lang="en-US" dirty="0"/>
              <a:t>Click to edit </a:t>
            </a:r>
            <a:br>
              <a:rPr lang="en-US" dirty="0"/>
            </a:br>
            <a:r>
              <a:rPr lang="en-US" dirty="0"/>
              <a:t>master title style</a:t>
            </a:r>
            <a:endParaRPr lang="en-AU" dirty="0"/>
          </a:p>
        </p:txBody>
      </p:sp>
      <p:sp>
        <p:nvSpPr>
          <p:cNvPr id="13" name="Subtitle 2">
            <a:extLst>
              <a:ext uri="{FF2B5EF4-FFF2-40B4-BE49-F238E27FC236}">
                <a16:creationId xmlns:a16="http://schemas.microsoft.com/office/drawing/2014/main" id="{ED524F03-A19D-AC44-9363-E34E3ECC37B6}"/>
              </a:ext>
            </a:extLst>
          </p:cNvPr>
          <p:cNvSpPr>
            <a:spLocks noGrp="1"/>
          </p:cNvSpPr>
          <p:nvPr>
            <p:ph type="subTitle" idx="1" hasCustomPrompt="1"/>
          </p:nvPr>
        </p:nvSpPr>
        <p:spPr>
          <a:xfrm>
            <a:off x="641473" y="3801839"/>
            <a:ext cx="8058151" cy="1082332"/>
          </a:xfrm>
        </p:spPr>
        <p:txBody>
          <a:bodyPr lIns="36000" tIns="36000" rIns="36000" bIns="36000">
            <a:noAutofit/>
          </a:bodyPr>
          <a:lstStyle>
            <a:lvl1pPr marL="0" indent="0" algn="l">
              <a:buNone/>
              <a:defRPr sz="2400" b="0">
                <a:solidFill>
                  <a:schemeClr val="bg1"/>
                </a:solidFill>
              </a:defRPr>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dirty="0"/>
              <a:t>Click to edit master subtitle style</a:t>
            </a:r>
            <a:endParaRPr lang="en-AU" dirty="0"/>
          </a:p>
        </p:txBody>
      </p:sp>
      <p:pic>
        <p:nvPicPr>
          <p:cNvPr id="8" name="Picture 7">
            <a:extLst>
              <a:ext uri="{FF2B5EF4-FFF2-40B4-BE49-F238E27FC236}">
                <a16:creationId xmlns:a16="http://schemas.microsoft.com/office/drawing/2014/main" id="{333FBAC8-8DF8-934F-9301-1D7309E5B3D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834075" y="5211525"/>
            <a:ext cx="3097618" cy="1425798"/>
          </a:xfrm>
          <a:prstGeom prst="rect">
            <a:avLst/>
          </a:prstGeom>
        </p:spPr>
      </p:pic>
      <p:sp>
        <p:nvSpPr>
          <p:cNvPr id="12" name="TextBox 11">
            <a:extLst>
              <a:ext uri="{FF2B5EF4-FFF2-40B4-BE49-F238E27FC236}">
                <a16:creationId xmlns:a16="http://schemas.microsoft.com/office/drawing/2014/main" id="{FF2F004A-3E42-FC3E-2E5A-51F2E5F58ADE}"/>
              </a:ext>
            </a:extLst>
          </p:cNvPr>
          <p:cNvSpPr txBox="1"/>
          <p:nvPr userDrawn="1"/>
        </p:nvSpPr>
        <p:spPr>
          <a:xfrm>
            <a:off x="560631" y="6693585"/>
            <a:ext cx="9647031" cy="164415"/>
          </a:xfrm>
          <a:prstGeom prst="rect">
            <a:avLst/>
          </a:prstGeom>
          <a:noFill/>
        </p:spPr>
        <p:txBody>
          <a:bodyPr wrap="square" lIns="0" tIns="0" rIns="0" bIns="36000" rtlCol="0">
            <a:noAutofit/>
          </a:bodyPr>
          <a:lstStyle/>
          <a:p>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pic>
        <p:nvPicPr>
          <p:cNvPr id="2" name="Picture 1">
            <a:extLst>
              <a:ext uri="{FF2B5EF4-FFF2-40B4-BE49-F238E27FC236}">
                <a16:creationId xmlns:a16="http://schemas.microsoft.com/office/drawing/2014/main" id="{AFBE7F60-820F-BC4C-04A4-CBDFC816439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812400" y="0"/>
            <a:ext cx="8379600" cy="5328000"/>
          </a:xfrm>
          <a:prstGeom prst="rect">
            <a:avLst/>
          </a:prstGeom>
        </p:spPr>
      </p:pic>
    </p:spTree>
    <p:extLst>
      <p:ext uri="{BB962C8B-B14F-4D97-AF65-F5344CB8AC3E}">
        <p14:creationId xmlns:p14="http://schemas.microsoft.com/office/powerpoint/2010/main" val="420715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8" name="Title 1">
            <a:extLst>
              <a:ext uri="{FF2B5EF4-FFF2-40B4-BE49-F238E27FC236}">
                <a16:creationId xmlns:a16="http://schemas.microsoft.com/office/drawing/2014/main" id="{F5C74C50-5118-C547-9D88-948F63F0CBE0}"/>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t>Acknowledgement of Country</a:t>
            </a: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17438" y="2938671"/>
            <a:ext cx="10652077" cy="1552541"/>
          </a:xfrm>
          <a:prstGeom prst="rect">
            <a:avLst/>
          </a:prstGeom>
        </p:spPr>
        <p:txBody>
          <a:bodyPr wrap="square" lIns="0" tIns="0" rIns="0" bIns="0">
            <a:sp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Victoria University acknowledges, recognises and respects the Ancestors, Elders and families of the Bunurong/Boonwurrung, Wadawurrung and Wurundjeri/Woiwurrung of the Kulin who are the traditional owners of University land in Victoria, the Gadigal and Guring-gai of the Eora Nation who are the traditional owners of University land in Sydney, and the </a:t>
            </a:r>
            <a:r>
              <a:rPr kumimoji="0" lang="en-A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Yugara</a:t>
            </a: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/YUgarapul people and Turrbal people living in Meanjin (Brisbane).</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17438" y="1525247"/>
            <a:ext cx="3300871" cy="1219199"/>
          </a:xfrm>
          <a:prstGeom prst="rect">
            <a:avLst/>
          </a:prstGeom>
        </p:spPr>
      </p:pic>
      <p:sp>
        <p:nvSpPr>
          <p:cNvPr id="13" name="TextBox 12">
            <a:extLst>
              <a:ext uri="{FF2B5EF4-FFF2-40B4-BE49-F238E27FC236}">
                <a16:creationId xmlns:a16="http://schemas.microsoft.com/office/drawing/2014/main" id="{EF778C99-F423-9445-A17B-BBB35FA59555}"/>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14" name="Straight Connector 13">
            <a:extLst>
              <a:ext uri="{FF2B5EF4-FFF2-40B4-BE49-F238E27FC236}">
                <a16:creationId xmlns:a16="http://schemas.microsoft.com/office/drawing/2014/main" id="{18A91586-DFAE-AA4D-9985-1D00DDDFFF0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6A21DE2-BA1C-0D4F-AA35-B64FD2CF55AE}"/>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15" name="Picture 14">
            <a:extLst>
              <a:ext uri="{FF2B5EF4-FFF2-40B4-BE49-F238E27FC236}">
                <a16:creationId xmlns:a16="http://schemas.microsoft.com/office/drawing/2014/main" id="{B2169999-43B5-6D41-AE93-8B696955433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6120FEEE-AEBC-7D12-0593-E211817910D1}"/>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039302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8" name="Title 1">
            <a:extLst>
              <a:ext uri="{FF2B5EF4-FFF2-40B4-BE49-F238E27FC236}">
                <a16:creationId xmlns:a16="http://schemas.microsoft.com/office/drawing/2014/main" id="{F5C74C50-5118-C547-9D88-948F63F0CBE0}"/>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t>Acknowledgement of Country – Melbourne</a:t>
            </a: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17438" y="2938671"/>
            <a:ext cx="10768127" cy="2584234"/>
          </a:xfrm>
          <a:prstGeom prst="rect">
            <a:avLst/>
          </a:prstGeom>
        </p:spPr>
        <p:txBody>
          <a:bodyPr lIns="0" tIns="0" rIns="0" bIns="0">
            <a:sp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the Ancestors, Elders and families of the Kulin Nation who are the Traditional Owners of University land. We also acknowledge all Traditional Owners of Country throughout Victoria and pay our respect to their culture, and their Elders past, present and future</a:t>
            </a:r>
            <a:r>
              <a:rPr lang="en-AU" sz="1800" b="0" dirty="0">
                <a:solidFill>
                  <a:prstClr val="black"/>
                </a:solidFill>
              </a:rPr>
              <a:t>.</a:t>
            </a:r>
          </a:p>
          <a:p>
            <a:pPr marL="0" marR="0" lvl="0" indent="0" algn="l" defTabSz="914332" rtl="0" eaLnBrk="1" fontAlgn="auto" latinLnBrk="0" hangingPunct="1">
              <a:lnSpc>
                <a:spcPct val="114000"/>
              </a:lnSpc>
              <a:spcBef>
                <a:spcPts val="0"/>
              </a:spcBef>
              <a:spcAft>
                <a:spcPts val="1200"/>
              </a:spcAft>
              <a:buClrTx/>
              <a:buSzTx/>
              <a:buFont typeface="Arial" panose="020B0604020202020204" pitchFamily="34" charset="0"/>
              <a:buNone/>
              <a:tabLst/>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As we share our own knowledge practices within the University may we pay respect to the deep knowledge embedded within the Aboriginal community and their ownership of Country. </a:t>
            </a:r>
          </a:p>
          <a:p>
            <a:pPr marL="0" marR="0" lvl="0" indent="0" algn="l" defTabSz="914332" rtl="0" eaLnBrk="1" fontAlgn="auto" latinLnBrk="0" hangingPunct="1">
              <a:lnSpc>
                <a:spcPct val="114000"/>
              </a:lnSpc>
              <a:spcBef>
                <a:spcPts val="0"/>
              </a:spcBef>
              <a:spcAft>
                <a:spcPts val="1200"/>
              </a:spcAft>
              <a:buClrTx/>
              <a:buSzTx/>
              <a:buFont typeface="Arial" panose="020B0604020202020204" pitchFamily="34" charset="0"/>
              <a:buNone/>
              <a:tabLst/>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that the land on which we meet is a place of age old ceremonies of celebration, initiation and renewal and that the Kulin people’s living culture has a unique role in the life of this region.</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17438" y="1525247"/>
            <a:ext cx="3300871" cy="1219199"/>
          </a:xfrm>
          <a:prstGeom prst="rect">
            <a:avLst/>
          </a:prstGeom>
        </p:spPr>
      </p:pic>
      <p:sp>
        <p:nvSpPr>
          <p:cNvPr id="13" name="TextBox 12">
            <a:extLst>
              <a:ext uri="{FF2B5EF4-FFF2-40B4-BE49-F238E27FC236}">
                <a16:creationId xmlns:a16="http://schemas.microsoft.com/office/drawing/2014/main" id="{EF778C99-F423-9445-A17B-BBB35FA59555}"/>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14" name="Straight Connector 13">
            <a:extLst>
              <a:ext uri="{FF2B5EF4-FFF2-40B4-BE49-F238E27FC236}">
                <a16:creationId xmlns:a16="http://schemas.microsoft.com/office/drawing/2014/main" id="{18A91586-DFAE-AA4D-9985-1D00DDDFFF0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6A21DE2-BA1C-0D4F-AA35-B64FD2CF55AE}"/>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15" name="Picture 14">
            <a:extLst>
              <a:ext uri="{FF2B5EF4-FFF2-40B4-BE49-F238E27FC236}">
                <a16:creationId xmlns:a16="http://schemas.microsoft.com/office/drawing/2014/main" id="{B2169999-43B5-6D41-AE93-8B696955433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6120FEEE-AEBC-7D12-0593-E211817910D1}"/>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619909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08971" y="2938671"/>
            <a:ext cx="10768127" cy="2726635"/>
          </a:xfrm>
          <a:prstGeom prst="rect">
            <a:avLst/>
          </a:prstGeom>
        </p:spPr>
        <p:txBody>
          <a:bodyPr lIns="0" tIns="0" rIns="0" bIns="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the Ancestors, Elders and families of the Eora Nation who are the Traditional Owners of University land. We also acknowledge all Traditional Owners of Country throughout NSW and pay our respect to their culture, and their Elders past, present and future.</a:t>
            </a:r>
          </a:p>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As we share our own knowledge practices within the University may we pay respect to the deep knowledge embedded within the Aboriginal community and their ownership of Country. </a:t>
            </a:r>
          </a:p>
          <a:p>
            <a:pPr marL="0" marR="0" lvl="0" indent="0" algn="l" defTabSz="914332" rtl="0" eaLnBrk="1" fontAlgn="auto" latinLnBrk="0" hangingPunct="1">
              <a:lnSpc>
                <a:spcPct val="114000"/>
              </a:lnSpc>
              <a:spcBef>
                <a:spcPts val="0"/>
              </a:spcBef>
              <a:spcAft>
                <a:spcPts val="1200"/>
              </a:spcAft>
              <a:buClrTx/>
              <a:buSzTx/>
              <a:buFont typeface="Arial" panose="020B0604020202020204" pitchFamily="34" charset="0"/>
              <a:buNone/>
              <a:tabLst/>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that the land on which we meet is a place of age old ceremonies of celebration, initiation and renewal and that the Eora people’s living culture has a unique role in the life of this region.</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08971" y="1525247"/>
            <a:ext cx="3300871" cy="1219199"/>
          </a:xfrm>
          <a:prstGeom prst="rect">
            <a:avLst/>
          </a:prstGeom>
        </p:spPr>
      </p:pic>
      <p:pic>
        <p:nvPicPr>
          <p:cNvPr id="16" name="Picture 15">
            <a:extLst>
              <a:ext uri="{FF2B5EF4-FFF2-40B4-BE49-F238E27FC236}">
                <a16:creationId xmlns:a16="http://schemas.microsoft.com/office/drawing/2014/main" id="{57D03C71-71EB-324E-A605-96C89CD8C4B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22621" y="6231470"/>
            <a:ext cx="3095795" cy="626530"/>
          </a:xfrm>
          <a:prstGeom prst="rect">
            <a:avLst/>
          </a:prstGeom>
        </p:spPr>
      </p:pic>
      <p:sp>
        <p:nvSpPr>
          <p:cNvPr id="2" name="Title 1">
            <a:extLst>
              <a:ext uri="{FF2B5EF4-FFF2-40B4-BE49-F238E27FC236}">
                <a16:creationId xmlns:a16="http://schemas.microsoft.com/office/drawing/2014/main" id="{B23B7E52-AD65-4C57-202F-947C99536E2F}"/>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t>Acknowledgement of Country – Sydney</a:t>
            </a:r>
          </a:p>
        </p:txBody>
      </p:sp>
      <p:sp>
        <p:nvSpPr>
          <p:cNvPr id="36" name="TextBox 35">
            <a:extLst>
              <a:ext uri="{FF2B5EF4-FFF2-40B4-BE49-F238E27FC236}">
                <a16:creationId xmlns:a16="http://schemas.microsoft.com/office/drawing/2014/main" id="{ECAA5867-94CB-B747-B1CE-22FA5823226C}"/>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3" name="TextBox 2">
            <a:extLst>
              <a:ext uri="{FF2B5EF4-FFF2-40B4-BE49-F238E27FC236}">
                <a16:creationId xmlns:a16="http://schemas.microsoft.com/office/drawing/2014/main" id="{4A5A148F-773B-E79E-89D7-947255F16FB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84C3E5E9-EEBF-2363-FE17-8C71050DB98F}"/>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9081FC1-A3AF-FC77-7B49-6204F036A6F0}"/>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Tree>
    <p:extLst>
      <p:ext uri="{BB962C8B-B14F-4D97-AF65-F5344CB8AC3E}">
        <p14:creationId xmlns:p14="http://schemas.microsoft.com/office/powerpoint/2010/main" val="11385833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08971" y="2947463"/>
            <a:ext cx="10768127" cy="2726635"/>
          </a:xfrm>
          <a:prstGeom prst="rect">
            <a:avLst/>
          </a:prstGeom>
        </p:spPr>
        <p:txBody>
          <a:bodyPr lIns="0" tIns="0" rIns="0" bIns="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0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the Ancestors, Elders and families of the Yulara/YUgarapul and Turrbal Nation who are the Traditional Owners of University land. We also acknowledge all Traditional Owners of Country throughout Queensland and pay our respect to their culture, and their Elders past, present and future.</a:t>
            </a:r>
          </a:p>
          <a:p>
            <a:pPr marL="0" lvl="0" indent="0">
              <a:lnSpc>
                <a:spcPct val="110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As we share our own knowledge practices within the University may we pay respect to the deep knowledge embedded within the Aboriginal community and their ownership of Country.</a:t>
            </a:r>
          </a:p>
          <a:p>
            <a:pPr marL="0" lvl="0" indent="0">
              <a:lnSpc>
                <a:spcPct val="110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that the land on which we meet is a place of age old ceremonies of celebration, initiation and renewal and that the Yulara/YUgarapul and Turrbal people's living culture has a unique role in the life of this region.</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08971" y="1525247"/>
            <a:ext cx="3300871" cy="1219199"/>
          </a:xfrm>
          <a:prstGeom prst="rect">
            <a:avLst/>
          </a:prstGeom>
        </p:spPr>
      </p:pic>
      <p:sp>
        <p:nvSpPr>
          <p:cNvPr id="2" name="Title 1">
            <a:extLst>
              <a:ext uri="{FF2B5EF4-FFF2-40B4-BE49-F238E27FC236}">
                <a16:creationId xmlns:a16="http://schemas.microsoft.com/office/drawing/2014/main" id="{B23B7E52-AD65-4C57-202F-947C99536E2F}"/>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t>Acknowledgement of Country – Brisbane</a:t>
            </a:r>
          </a:p>
        </p:txBody>
      </p:sp>
      <p:sp>
        <p:nvSpPr>
          <p:cNvPr id="36" name="TextBox 35">
            <a:extLst>
              <a:ext uri="{FF2B5EF4-FFF2-40B4-BE49-F238E27FC236}">
                <a16:creationId xmlns:a16="http://schemas.microsoft.com/office/drawing/2014/main" id="{ECAA5867-94CB-B747-B1CE-22FA5823226C}"/>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3" name="TextBox 2">
            <a:extLst>
              <a:ext uri="{FF2B5EF4-FFF2-40B4-BE49-F238E27FC236}">
                <a16:creationId xmlns:a16="http://schemas.microsoft.com/office/drawing/2014/main" id="{4A5A148F-773B-E79E-89D7-947255F16FB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84C3E5E9-EEBF-2363-FE17-8C71050DB98F}"/>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9081FC1-A3AF-FC77-7B49-6204F036A6F0}"/>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6" name="Picture 5">
            <a:extLst>
              <a:ext uri="{FF2B5EF4-FFF2-40B4-BE49-F238E27FC236}">
                <a16:creationId xmlns:a16="http://schemas.microsoft.com/office/drawing/2014/main" id="{61AA56A9-5942-BD94-2BA8-BF441E3AFAFA}"/>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32494" y="6234007"/>
            <a:ext cx="3204595" cy="643467"/>
          </a:xfrm>
          <a:prstGeom prst="rect">
            <a:avLst/>
          </a:prstGeom>
        </p:spPr>
      </p:pic>
    </p:spTree>
    <p:extLst>
      <p:ext uri="{BB962C8B-B14F-4D97-AF65-F5344CB8AC3E}">
        <p14:creationId xmlns:p14="http://schemas.microsoft.com/office/powerpoint/2010/main" val="2543818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accent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5" name="Picture 14">
            <a:extLst>
              <a:ext uri="{FF2B5EF4-FFF2-40B4-BE49-F238E27FC236}">
                <a16:creationId xmlns:a16="http://schemas.microsoft.com/office/drawing/2014/main" id="{F44F8D07-75C1-D94C-B157-919A7496B41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6" name="TextBox 5">
            <a:extLst>
              <a:ext uri="{FF2B5EF4-FFF2-40B4-BE49-F238E27FC236}">
                <a16:creationId xmlns:a16="http://schemas.microsoft.com/office/drawing/2014/main" id="{8DD6CA7B-5747-1D76-6CE1-4BC5818EBA50}"/>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3" name="TextBox 2">
            <a:extLst>
              <a:ext uri="{FF2B5EF4-FFF2-40B4-BE49-F238E27FC236}">
                <a16:creationId xmlns:a16="http://schemas.microsoft.com/office/drawing/2014/main" id="{B3DF3D85-AD9F-C7FC-A1EC-D47BF2676F3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2330C086-7229-C924-60FF-D50B532A3DA6}"/>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3F23D11F-75ED-ED34-D148-922A0989343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2" name="Content Placeholder 2">
            <a:extLst>
              <a:ext uri="{FF2B5EF4-FFF2-40B4-BE49-F238E27FC236}">
                <a16:creationId xmlns:a16="http://schemas.microsoft.com/office/drawing/2014/main" id="{6847189C-4201-4056-D1B3-0984E848FD06}"/>
              </a:ext>
            </a:extLst>
          </p:cNvPr>
          <p:cNvSpPr>
            <a:spLocks noGrp="1"/>
          </p:cNvSpPr>
          <p:nvPr>
            <p:ph sz="half" idx="1" hasCustomPrompt="1"/>
          </p:nvPr>
        </p:nvSpPr>
        <p:spPr>
          <a:xfrm>
            <a:off x="399738" y="1503307"/>
            <a:ext cx="8019098" cy="1846659"/>
          </a:xfrm>
        </p:spPr>
        <p:txBody>
          <a:bodyPr wrap="square" lIns="0" tIns="0" rIns="0" bIns="0">
            <a:spAutoFit/>
          </a:bodyPr>
          <a:lstStyle>
            <a:lvl1pPr>
              <a:buClr>
                <a:schemeClr val="bg1"/>
              </a:buClr>
              <a:defRPr/>
            </a:lvl1pPr>
            <a:lvl2pPr>
              <a:buClr>
                <a:schemeClr val="bg1"/>
              </a:buClr>
              <a:defRPr/>
            </a:lvl2pPr>
            <a:lvl3pPr>
              <a:buClr>
                <a:schemeClr val="bg1"/>
              </a:buClr>
              <a:defRPr/>
            </a:lvl3pPr>
            <a:lvl4pPr>
              <a:buClr>
                <a:schemeClr val="bg1"/>
              </a:buClr>
              <a:defRPr/>
            </a:lvl4pPr>
            <a:lvl5pPr>
              <a:buClr>
                <a:schemeClr val="bg1"/>
              </a:buCl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Title Placeholder 1">
            <a:extLst>
              <a:ext uri="{FF2B5EF4-FFF2-40B4-BE49-F238E27FC236}">
                <a16:creationId xmlns:a16="http://schemas.microsoft.com/office/drawing/2014/main" id="{92C6084F-4814-B589-289A-A1DF9EDA27F7}"/>
              </a:ext>
            </a:extLst>
          </p:cNvPr>
          <p:cNvSpPr>
            <a:spLocks noGrp="1"/>
          </p:cNvSpPr>
          <p:nvPr>
            <p:ph type="title"/>
          </p:nvPr>
        </p:nvSpPr>
        <p:spPr>
          <a:xfrm>
            <a:off x="399738" y="343837"/>
            <a:ext cx="801909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2" name="Picture 1" descr="A picture containing pattern, symmetry, black, darkness&#10;&#10;Description automatically generated">
            <a:extLst>
              <a:ext uri="{FF2B5EF4-FFF2-40B4-BE49-F238E27FC236}">
                <a16:creationId xmlns:a16="http://schemas.microsoft.com/office/drawing/2014/main" id="{461E62F1-B92D-012C-3731-A9C3B7DD9E8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Tree>
    <p:extLst>
      <p:ext uri="{BB962C8B-B14F-4D97-AF65-F5344CB8AC3E}">
        <p14:creationId xmlns:p14="http://schemas.microsoft.com/office/powerpoint/2010/main" val="27649264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3" y="3"/>
            <a:ext cx="12192000" cy="6296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EBF0A9E0-22D9-E043-93E8-6F8DE13E6587}"/>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rot="5400000">
            <a:off x="7150201" y="1189801"/>
            <a:ext cx="6231600" cy="3852000"/>
          </a:xfrm>
          <a:prstGeom prst="rect">
            <a:avLst/>
          </a:prstGeom>
        </p:spPr>
      </p:pic>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21" name="Picture 20">
            <a:extLst>
              <a:ext uri="{FF2B5EF4-FFF2-40B4-BE49-F238E27FC236}">
                <a16:creationId xmlns:a16="http://schemas.microsoft.com/office/drawing/2014/main" id="{B0523545-3227-E344-8808-B6DBDFF8FFC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043FA94E-A12A-1690-D93B-690C8944ECFA}"/>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EC1FDB05-9DA2-6468-7F29-063F6EBF524C}"/>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77C4FCF8-47CC-0EA3-8FF5-37B68069D8AC}"/>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2" name="Content Placeholder 2">
            <a:extLst>
              <a:ext uri="{FF2B5EF4-FFF2-40B4-BE49-F238E27FC236}">
                <a16:creationId xmlns:a16="http://schemas.microsoft.com/office/drawing/2014/main" id="{C188AFE5-FC84-C69B-2DB3-DF363E231931}"/>
              </a:ext>
            </a:extLst>
          </p:cNvPr>
          <p:cNvSpPr>
            <a:spLocks noGrp="1"/>
          </p:cNvSpPr>
          <p:nvPr>
            <p:ph sz="half" idx="1" hasCustomPrompt="1"/>
          </p:nvPr>
        </p:nvSpPr>
        <p:spPr>
          <a:xfrm>
            <a:off x="399738" y="1503307"/>
            <a:ext cx="8019098" cy="1846659"/>
          </a:xfrm>
        </p:spPr>
        <p:txBody>
          <a:bodyPr wrap="square" lIns="0" tIns="0" rIns="0" bIns="0">
            <a:spAutoFit/>
          </a:bodyPr>
          <a:lstStyle>
            <a:lvl1pPr marL="287986" indent="-287986">
              <a:buClr>
                <a:schemeClr val="accent1"/>
              </a:buClr>
              <a:buFont typeface=".Lucida Grande UI Regular"/>
              <a:buChar char="◆"/>
              <a:defRPr/>
            </a:lvl1pPr>
            <a:lvl2pPr marL="575972" indent="-287986">
              <a:buClr>
                <a:schemeClr val="accent1"/>
              </a:buClr>
              <a:buFont typeface=".Lucida Grande UI Regular"/>
              <a:buChar char="◆"/>
              <a:defRPr/>
            </a:lvl2pPr>
            <a:lvl3pPr marL="863957" indent="-287986">
              <a:buClr>
                <a:schemeClr val="accent1"/>
              </a:buClr>
              <a:buFont typeface=".Lucida Grande UI Regular"/>
              <a:buChar char="◆"/>
              <a:defRPr/>
            </a:lvl3pPr>
            <a:lvl4pPr marL="1151942" indent="-287986">
              <a:buClr>
                <a:schemeClr val="accent1"/>
              </a:buClr>
              <a:buFont typeface=".Lucida Grande UI Regular"/>
              <a:buChar char="◆"/>
              <a:defRPr/>
            </a:lvl4pPr>
            <a:lvl5pPr marL="1439928" indent="-287986">
              <a:buClr>
                <a:schemeClr val="accent1"/>
              </a:buClr>
              <a:buFont typeface=".Lucida Grande UI Regular"/>
              <a:buChar cha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5" name="Title Placeholder 1">
            <a:extLst>
              <a:ext uri="{FF2B5EF4-FFF2-40B4-BE49-F238E27FC236}">
                <a16:creationId xmlns:a16="http://schemas.microsoft.com/office/drawing/2014/main" id="{87E69F8A-40C2-95D8-6C78-2805150E05B5}"/>
              </a:ext>
            </a:extLst>
          </p:cNvPr>
          <p:cNvSpPr>
            <a:spLocks noGrp="1"/>
          </p:cNvSpPr>
          <p:nvPr>
            <p:ph type="title"/>
          </p:nvPr>
        </p:nvSpPr>
        <p:spPr>
          <a:xfrm>
            <a:off x="399738" y="343837"/>
            <a:ext cx="801909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3" name="Picture 2" descr="A picture containing screenshot, pattern, symmetry, black&#10;&#10;Description automatically generated">
            <a:extLst>
              <a:ext uri="{FF2B5EF4-FFF2-40B4-BE49-F238E27FC236}">
                <a16:creationId xmlns:a16="http://schemas.microsoft.com/office/drawing/2014/main" id="{C1E954CD-73EF-F046-EC10-62CA0E515E6C}"/>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4" name="TextBox 3">
            <a:extLst>
              <a:ext uri="{FF2B5EF4-FFF2-40B4-BE49-F238E27FC236}">
                <a16:creationId xmlns:a16="http://schemas.microsoft.com/office/drawing/2014/main" id="{89C82B84-00EE-0914-CA5E-9D26D54E1F2E}"/>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0605588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6_Custom Layout">
    <p:bg>
      <p:bgPr>
        <a:solidFill>
          <a:schemeClr val="tx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3" name="Picture 12">
            <a:extLst>
              <a:ext uri="{FF2B5EF4-FFF2-40B4-BE49-F238E27FC236}">
                <a16:creationId xmlns:a16="http://schemas.microsoft.com/office/drawing/2014/main" id="{648DAA79-5972-9941-8B04-9BF74EBDBD5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67377D2E-6CCF-9089-33FD-811A6A9F95EB}"/>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0994AC71-BF86-0E9E-548C-85F0AB3A1C9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B98D3903-AEC4-13D2-283D-4805D7246F25}"/>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9" name="Content Placeholder 2">
            <a:extLst>
              <a:ext uri="{FF2B5EF4-FFF2-40B4-BE49-F238E27FC236}">
                <a16:creationId xmlns:a16="http://schemas.microsoft.com/office/drawing/2014/main" id="{2095D537-8F4D-C169-F01F-5278C969AACD}"/>
              </a:ext>
            </a:extLst>
          </p:cNvPr>
          <p:cNvSpPr>
            <a:spLocks noGrp="1"/>
          </p:cNvSpPr>
          <p:nvPr>
            <p:ph sz="half" idx="1" hasCustomPrompt="1"/>
          </p:nvPr>
        </p:nvSpPr>
        <p:spPr>
          <a:xfrm>
            <a:off x="399738" y="1503307"/>
            <a:ext cx="8019098" cy="1846659"/>
          </a:xfrm>
        </p:spPr>
        <p:txBody>
          <a:bodyPr wrap="square" lIns="0" tIns="0" rIns="0" bIns="0">
            <a:spAutoFit/>
          </a:bodyPr>
          <a:lstStyle>
            <a:lvl1pPr marL="287986" indent="-287986">
              <a:buClr>
                <a:schemeClr val="accent1"/>
              </a:buClr>
              <a:buFont typeface=".Lucida Grande UI Regular"/>
              <a:buChar char="◆"/>
              <a:defRPr>
                <a:solidFill>
                  <a:schemeClr val="bg1"/>
                </a:solidFill>
              </a:defRPr>
            </a:lvl1pPr>
            <a:lvl2pPr marL="575972" indent="-287986">
              <a:buClr>
                <a:schemeClr val="accent1"/>
              </a:buClr>
              <a:buFont typeface=".Lucida Grande UI Regular"/>
              <a:buChar char="◆"/>
              <a:defRPr>
                <a:solidFill>
                  <a:schemeClr val="bg1"/>
                </a:solidFill>
              </a:defRPr>
            </a:lvl2pPr>
            <a:lvl3pPr marL="863957" indent="-287986">
              <a:buClr>
                <a:schemeClr val="accent1"/>
              </a:buClr>
              <a:buFont typeface=".Lucida Grande UI Regular"/>
              <a:buChar char="◆"/>
              <a:defRPr>
                <a:solidFill>
                  <a:schemeClr val="bg1"/>
                </a:solidFill>
              </a:defRPr>
            </a:lvl3pPr>
            <a:lvl4pPr marL="1151942" indent="-287986">
              <a:buClr>
                <a:schemeClr val="accent1"/>
              </a:buClr>
              <a:buFont typeface=".Lucida Grande UI Regular"/>
              <a:buChar char="◆"/>
              <a:defRPr>
                <a:solidFill>
                  <a:schemeClr val="bg1"/>
                </a:solidFill>
              </a:defRPr>
            </a:lvl4pPr>
            <a:lvl5pPr marL="1439928" indent="-287986">
              <a:buClr>
                <a:schemeClr val="accent1"/>
              </a:buClr>
              <a:buFont typeface=".Lucida Grande UI Regular"/>
              <a:buChar cha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Title Placeholder 1">
            <a:extLst>
              <a:ext uri="{FF2B5EF4-FFF2-40B4-BE49-F238E27FC236}">
                <a16:creationId xmlns:a16="http://schemas.microsoft.com/office/drawing/2014/main" id="{49659056-15A5-782B-90B5-388BDE47CCDB}"/>
              </a:ext>
            </a:extLst>
          </p:cNvPr>
          <p:cNvSpPr>
            <a:spLocks noGrp="1"/>
          </p:cNvSpPr>
          <p:nvPr>
            <p:ph type="title"/>
          </p:nvPr>
        </p:nvSpPr>
        <p:spPr>
          <a:xfrm>
            <a:off x="399737" y="343837"/>
            <a:ext cx="11365319" cy="443198"/>
          </a:xfrm>
          <a:prstGeom prst="rect">
            <a:avLst/>
          </a:prstGeom>
        </p:spPr>
        <p:txBody>
          <a:bodyPr vert="horz" wrap="square" lIns="0" tIns="0" rIns="0" bIns="0" rtlCol="0" anchor="t" anchorCtr="0">
            <a:spAutoFit/>
          </a:bodyPr>
          <a:lstStyle>
            <a:lvl1pPr>
              <a:defRPr>
                <a:solidFill>
                  <a:schemeClr val="bg1"/>
                </a:solidFill>
              </a:defRPr>
            </a:lvl1pPr>
          </a:lstStyle>
          <a:p>
            <a:r>
              <a:rPr lang="en-US"/>
              <a:t>Click to edit Master title style</a:t>
            </a:r>
            <a:endParaRPr lang="en-US" dirty="0"/>
          </a:p>
        </p:txBody>
      </p:sp>
      <p:pic>
        <p:nvPicPr>
          <p:cNvPr id="2" name="Picture 1" descr="A picture containing screenshot, pattern, symmetry, black&#10;&#10;Description automatically generated">
            <a:extLst>
              <a:ext uri="{FF2B5EF4-FFF2-40B4-BE49-F238E27FC236}">
                <a16:creationId xmlns:a16="http://schemas.microsoft.com/office/drawing/2014/main" id="{0A4FD1D8-7099-AE7B-C4BE-9297B45BEE0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4" name="TextBox 3">
            <a:extLst>
              <a:ext uri="{FF2B5EF4-FFF2-40B4-BE49-F238E27FC236}">
                <a16:creationId xmlns:a16="http://schemas.microsoft.com/office/drawing/2014/main" id="{17282052-A3B6-1416-E3D3-DD738668A839}"/>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45195340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61516" y="2248455"/>
            <a:ext cx="6297023" cy="1291498"/>
          </a:xfrm>
        </p:spPr>
        <p:txBody>
          <a:bodyPr/>
          <a:lstStyle>
            <a:lvl1pPr>
              <a:defRPr sz="4400">
                <a:solidFill>
                  <a:schemeClr val="tx1"/>
                </a:solidFill>
              </a:defRPr>
            </a:lvl1pPr>
          </a:lstStyle>
          <a:p>
            <a:r>
              <a:rPr lang="en-GB" dirty="0"/>
              <a:t>Click to edit master title style</a:t>
            </a:r>
            <a:endParaRPr lang="en-US" dirty="0"/>
          </a:p>
        </p:txBody>
      </p:sp>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519FEDA2-B9A7-CC46-A50F-E76C7B57A2A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4" name="TextBox 3">
            <a:extLst>
              <a:ext uri="{FF2B5EF4-FFF2-40B4-BE49-F238E27FC236}">
                <a16:creationId xmlns:a16="http://schemas.microsoft.com/office/drawing/2014/main" id="{68BB3307-2F1C-144B-FCE9-6CF1594D73D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8465500A-1AE8-9466-F533-026B217BF9E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ooter Placeholder 4">
            <a:extLst>
              <a:ext uri="{FF2B5EF4-FFF2-40B4-BE49-F238E27FC236}">
                <a16:creationId xmlns:a16="http://schemas.microsoft.com/office/drawing/2014/main" id="{5318FDA1-31F4-0E44-BC1A-C7897BD3A766}"/>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pattern, symmetry, black, darkness&#10;&#10;Description automatically generated">
            <a:extLst>
              <a:ext uri="{FF2B5EF4-FFF2-40B4-BE49-F238E27FC236}">
                <a16:creationId xmlns:a16="http://schemas.microsoft.com/office/drawing/2014/main" id="{C399F179-FE58-5CAD-8D38-7F0528E3341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
        <p:nvSpPr>
          <p:cNvPr id="5" name="TextBox 4">
            <a:extLst>
              <a:ext uri="{FF2B5EF4-FFF2-40B4-BE49-F238E27FC236}">
                <a16:creationId xmlns:a16="http://schemas.microsoft.com/office/drawing/2014/main" id="{D2EF5C8C-EDAC-C213-0C59-8A31586D9573}"/>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057688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68696" y="2248385"/>
            <a:ext cx="5944683" cy="1291498"/>
          </a:xfrm>
        </p:spPr>
        <p:txBody>
          <a:bodyPr/>
          <a:lstStyle>
            <a:lvl1pPr>
              <a:defRPr sz="4400">
                <a:solidFill>
                  <a:schemeClr val="tx1"/>
                </a:solidFill>
              </a:defRPr>
            </a:lvl1pPr>
          </a:lstStyle>
          <a:p>
            <a:r>
              <a:rPr lang="en-GB" dirty="0"/>
              <a:t>Click to edit master title style</a:t>
            </a:r>
            <a:endParaRPr lang="en-US" dirty="0"/>
          </a:p>
        </p:txBody>
      </p:sp>
      <p:sp>
        <p:nvSpPr>
          <p:cNvPr id="16" name="Rectangle 15">
            <a:extLst>
              <a:ext uri="{FF2B5EF4-FFF2-40B4-BE49-F238E27FC236}">
                <a16:creationId xmlns:a16="http://schemas.microsoft.com/office/drawing/2014/main" id="{AD936BE6-6112-6D41-8366-3E182182E9E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9" name="Picture 8">
            <a:extLst>
              <a:ext uri="{FF2B5EF4-FFF2-40B4-BE49-F238E27FC236}">
                <a16:creationId xmlns:a16="http://schemas.microsoft.com/office/drawing/2014/main" id="{4CE00F83-B7B4-2D46-8819-128947031A5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4" name="TextBox 3">
            <a:extLst>
              <a:ext uri="{FF2B5EF4-FFF2-40B4-BE49-F238E27FC236}">
                <a16:creationId xmlns:a16="http://schemas.microsoft.com/office/drawing/2014/main" id="{3AEBA50B-7961-3D47-9173-5819A153BC11}"/>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6E10178E-5855-5B93-810C-4B75E9B89500}"/>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B390DAE2-14BE-5523-40C4-348BD64882EC}"/>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screenshot, pattern, symmetry, black&#10;&#10;Description automatically generated">
            <a:extLst>
              <a:ext uri="{FF2B5EF4-FFF2-40B4-BE49-F238E27FC236}">
                <a16:creationId xmlns:a16="http://schemas.microsoft.com/office/drawing/2014/main" id="{3E5BC234-63C3-57D1-1CBA-2583553C165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5" name="TextBox 4">
            <a:extLst>
              <a:ext uri="{FF2B5EF4-FFF2-40B4-BE49-F238E27FC236}">
                <a16:creationId xmlns:a16="http://schemas.microsoft.com/office/drawing/2014/main" id="{1D7A7BE8-C041-8BBD-B434-FE81A346FFEF}"/>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4604960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53060" y="2280665"/>
            <a:ext cx="6253479" cy="1291498"/>
          </a:xfrm>
        </p:spPr>
        <p:txBody>
          <a:bodyPr/>
          <a:lstStyle>
            <a:lvl1pPr>
              <a:defRPr sz="4400">
                <a:solidFill>
                  <a:schemeClr val="accent1"/>
                </a:solidFill>
              </a:defRPr>
            </a:lvl1pPr>
          </a:lstStyle>
          <a:p>
            <a:r>
              <a:rPr lang="en-GB" dirty="0"/>
              <a:t>Click to edit master title style</a:t>
            </a:r>
            <a:endParaRPr lang="en-US" dirty="0"/>
          </a:p>
        </p:txBody>
      </p:sp>
      <p:sp>
        <p:nvSpPr>
          <p:cNvPr id="16" name="Rectangle 15">
            <a:extLst>
              <a:ext uri="{FF2B5EF4-FFF2-40B4-BE49-F238E27FC236}">
                <a16:creationId xmlns:a16="http://schemas.microsoft.com/office/drawing/2014/main" id="{AD936BE6-6112-6D41-8366-3E182182E9E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61B92C45-3EDE-074C-8187-1049CCED899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4" name="TextBox 3">
            <a:extLst>
              <a:ext uri="{FF2B5EF4-FFF2-40B4-BE49-F238E27FC236}">
                <a16:creationId xmlns:a16="http://schemas.microsoft.com/office/drawing/2014/main" id="{9394BC0D-EB47-34BA-C559-25F41DEAAB57}"/>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7EF284EC-B11E-6252-04AB-2D31CA4D0058}"/>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ooter Placeholder 4">
            <a:extLst>
              <a:ext uri="{FF2B5EF4-FFF2-40B4-BE49-F238E27FC236}">
                <a16:creationId xmlns:a16="http://schemas.microsoft.com/office/drawing/2014/main" id="{D17EA44B-2C6D-C5C3-A77F-36A87FA389FA}"/>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pattern, symmetry, black, darkness&#10;&#10;Description automatically generated">
            <a:extLst>
              <a:ext uri="{FF2B5EF4-FFF2-40B4-BE49-F238E27FC236}">
                <a16:creationId xmlns:a16="http://schemas.microsoft.com/office/drawing/2014/main" id="{48C78B85-0731-9269-63F5-138D9D1EEE85}"/>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
        <p:nvSpPr>
          <p:cNvPr id="5" name="TextBox 4">
            <a:extLst>
              <a:ext uri="{FF2B5EF4-FFF2-40B4-BE49-F238E27FC236}">
                <a16:creationId xmlns:a16="http://schemas.microsoft.com/office/drawing/2014/main" id="{F9B804B7-35A1-E5DD-99CF-4DC7D88AD30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3726414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6C291E2-CD12-2D47-B250-71F0C55CD07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468BB1F6-1F9C-4B43-A3CF-73D42034484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13" name="Content Placeholder 2">
            <a:extLst>
              <a:ext uri="{FF2B5EF4-FFF2-40B4-BE49-F238E27FC236}">
                <a16:creationId xmlns:a16="http://schemas.microsoft.com/office/drawing/2014/main" id="{A74221F2-C39C-8F76-AFB7-65BC0BEE7617}"/>
              </a:ext>
            </a:extLst>
          </p:cNvPr>
          <p:cNvSpPr>
            <a:spLocks noGrp="1"/>
          </p:cNvSpPr>
          <p:nvPr>
            <p:ph sz="half" idx="12" hasCustomPrompt="1"/>
          </p:nvPr>
        </p:nvSpPr>
        <p:spPr>
          <a:xfrm>
            <a:off x="399737" y="1503307"/>
            <a:ext cx="8577208" cy="1846659"/>
          </a:xfrm>
        </p:spPr>
        <p:txBody>
          <a:bodyPr wrap="square" lIns="0" tIns="0" rIns="0" bIns="0">
            <a:spAutoFit/>
          </a:bodyPr>
          <a:lstStyle>
            <a:lvl1pPr marL="0" indent="0">
              <a:buFontTx/>
              <a:buNone/>
              <a:defRPr/>
            </a:lvl1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51ECFDD3-6A5B-2187-AD2A-25D51A21C75E}"/>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3" name="Straight Connector 2">
            <a:extLst>
              <a:ext uri="{FF2B5EF4-FFF2-40B4-BE49-F238E27FC236}">
                <a16:creationId xmlns:a16="http://schemas.microsoft.com/office/drawing/2014/main" id="{7B1B1C2A-CA9B-7E2C-7E63-8ECC4C95C1B7}"/>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F231DEA-F0DD-4F75-82AB-BC6051D889C3}"/>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D65F1039-B6AF-37AF-17C2-921C2AE213E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4" name="Picture 3" descr="A picture containing screenshot, pattern, symmetry, black&#10;&#10;Description automatically generated">
            <a:extLst>
              <a:ext uri="{FF2B5EF4-FFF2-40B4-BE49-F238E27FC236}">
                <a16:creationId xmlns:a16="http://schemas.microsoft.com/office/drawing/2014/main" id="{C04A9EE1-6933-3437-8FDA-A20B7A21531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6" name="TextBox 5">
            <a:extLst>
              <a:ext uri="{FF2B5EF4-FFF2-40B4-BE49-F238E27FC236}">
                <a16:creationId xmlns:a16="http://schemas.microsoft.com/office/drawing/2014/main" id="{2FCB0FC2-2364-F3F5-C032-955AB04CCD97}"/>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99129643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399737" y="1503304"/>
            <a:ext cx="9082830" cy="4502724"/>
          </a:xfrm>
        </p:spPr>
        <p:txBody>
          <a:bodyPr/>
          <a:lstStyle>
            <a:lvl1pPr marL="0" indent="0">
              <a:buClr>
                <a:schemeClr val="bg1"/>
              </a:buClr>
              <a:buFontTx/>
              <a:buNone/>
              <a:defRPr>
                <a:solidFill>
                  <a:schemeClr val="tx1"/>
                </a:solidFill>
              </a:defRPr>
            </a:lvl1pPr>
            <a:lvl2pPr marL="6350" indent="0">
              <a:buClr>
                <a:schemeClr val="bg1"/>
              </a:buClr>
              <a:buFontTx/>
              <a:buNone/>
              <a:tabLst/>
              <a:defRPr>
                <a:solidFill>
                  <a:schemeClr val="tx1"/>
                </a:solidFill>
              </a:defRPr>
            </a:lvl2pPr>
            <a:lvl3pPr marL="6350" indent="0">
              <a:buClr>
                <a:schemeClr val="bg1"/>
              </a:buClr>
              <a:buFontTx/>
              <a:buNone/>
              <a:tabLst/>
              <a:defRPr>
                <a:solidFill>
                  <a:schemeClr val="tx1"/>
                </a:solidFill>
              </a:defRPr>
            </a:lvl3pPr>
            <a:lvl4pPr marL="6350" indent="0">
              <a:buClr>
                <a:schemeClr val="bg1"/>
              </a:buClr>
              <a:buFontTx/>
              <a:buNone/>
              <a:tabLst/>
              <a:defRPr>
                <a:solidFill>
                  <a:schemeClr val="tx1"/>
                </a:solidFill>
              </a:defRPr>
            </a:lvl4pPr>
            <a:lvl5pPr marL="6350" indent="0">
              <a:buClr>
                <a:schemeClr val="bg1"/>
              </a:buClr>
              <a:buFontTx/>
              <a:buNone/>
              <a:tabLst/>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B05C9648-CD8C-3949-987A-32564A1A21E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7" name="TextBox 6">
            <a:extLst>
              <a:ext uri="{FF2B5EF4-FFF2-40B4-BE49-F238E27FC236}">
                <a16:creationId xmlns:a16="http://schemas.microsoft.com/office/drawing/2014/main" id="{91251687-52D0-8BD9-F9CA-059AFDE4E3E3}"/>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2" name="TextBox 1">
            <a:extLst>
              <a:ext uri="{FF2B5EF4-FFF2-40B4-BE49-F238E27FC236}">
                <a16:creationId xmlns:a16="http://schemas.microsoft.com/office/drawing/2014/main" id="{2C55AED4-7EF0-58C9-A0AF-6CCF60EB916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3FC2459D-3136-6570-1015-F0E7F013F55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6D1CCEE3-5553-491F-0F18-375DCD363633}"/>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0BFC678E-FC47-CB24-5767-2B76D2BC4DB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3" name="Picture 2" descr="A picture containing screenshot, pattern, symmetry, black&#10;&#10;Description automatically generated">
            <a:extLst>
              <a:ext uri="{FF2B5EF4-FFF2-40B4-BE49-F238E27FC236}">
                <a16:creationId xmlns:a16="http://schemas.microsoft.com/office/drawing/2014/main" id="{442314FD-05D8-069B-F2D0-F184D1B8C44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Tree>
    <p:extLst>
      <p:ext uri="{BB962C8B-B14F-4D97-AF65-F5344CB8AC3E}">
        <p14:creationId xmlns:p14="http://schemas.microsoft.com/office/powerpoint/2010/main" val="22040877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Content with Caption">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AE8C87C-B0FB-B74B-98A8-02318D332ADA}"/>
              </a:ext>
            </a:extLst>
          </p:cNvPr>
          <p:cNvSpPr>
            <a:spLocks noGrp="1"/>
          </p:cNvSpPr>
          <p:nvPr>
            <p:ph type="body" sz="half" idx="2" hasCustomPrompt="1"/>
          </p:nvPr>
        </p:nvSpPr>
        <p:spPr>
          <a:xfrm>
            <a:off x="399737" y="1503307"/>
            <a:ext cx="11459536" cy="4437560"/>
          </a:xfrm>
        </p:spPr>
        <p:txBody>
          <a:bodyPr>
            <a:no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0"/>
            <a:endParaRPr lang="en-GB" dirty="0"/>
          </a:p>
        </p:txBody>
      </p:sp>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9" name="Picture 8">
            <a:extLst>
              <a:ext uri="{FF2B5EF4-FFF2-40B4-BE49-F238E27FC236}">
                <a16:creationId xmlns:a16="http://schemas.microsoft.com/office/drawing/2014/main" id="{88CC51C9-ECA3-5340-ABCF-83B40312B6F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A1421B67-4D43-BB08-5C10-8A16073BF4A9}"/>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5" name="Straight Connector 4">
            <a:extLst>
              <a:ext uri="{FF2B5EF4-FFF2-40B4-BE49-F238E27FC236}">
                <a16:creationId xmlns:a16="http://schemas.microsoft.com/office/drawing/2014/main" id="{BD44A885-303D-A3BF-98BD-56CEDAD5105C}"/>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F783C8F0-25AE-E07D-A37F-3D558E5051DE}"/>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3" name="Title Placeholder 1">
            <a:extLst>
              <a:ext uri="{FF2B5EF4-FFF2-40B4-BE49-F238E27FC236}">
                <a16:creationId xmlns:a16="http://schemas.microsoft.com/office/drawing/2014/main" id="{5F66D656-9888-1A15-623F-3B0417C10EDC}"/>
              </a:ext>
            </a:extLst>
          </p:cNvPr>
          <p:cNvSpPr>
            <a:spLocks noGrp="1"/>
          </p:cNvSpPr>
          <p:nvPr>
            <p:ph type="title"/>
          </p:nvPr>
        </p:nvSpPr>
        <p:spPr>
          <a:xfrm>
            <a:off x="399737" y="343837"/>
            <a:ext cx="11459535"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6556BFC7-55B8-DA91-E08B-08C9D419006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2020587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Content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E63CA3AD-6B9A-AD41-A7E7-9462E6B533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17" name="Text Placeholder 3">
            <a:extLst>
              <a:ext uri="{FF2B5EF4-FFF2-40B4-BE49-F238E27FC236}">
                <a16:creationId xmlns:a16="http://schemas.microsoft.com/office/drawing/2014/main" id="{2AD421B6-4912-5A45-8D3C-2FB70C1FC801}"/>
              </a:ext>
            </a:extLst>
          </p:cNvPr>
          <p:cNvSpPr>
            <a:spLocks noGrp="1"/>
          </p:cNvSpPr>
          <p:nvPr>
            <p:ph type="body" sz="half" idx="13" hasCustomPrompt="1"/>
          </p:nvPr>
        </p:nvSpPr>
        <p:spPr>
          <a:xfrm>
            <a:off x="6257217" y="1503307"/>
            <a:ext cx="5557512" cy="4404516"/>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0"/>
            <a:endParaRPr lang="en-GB" dirty="0"/>
          </a:p>
        </p:txBody>
      </p:sp>
      <p:sp>
        <p:nvSpPr>
          <p:cNvPr id="18" name="Text Placeholder 3">
            <a:extLst>
              <a:ext uri="{FF2B5EF4-FFF2-40B4-BE49-F238E27FC236}">
                <a16:creationId xmlns:a16="http://schemas.microsoft.com/office/drawing/2014/main" id="{D9240F03-0365-FDB5-6FE3-B61E81C37404}"/>
              </a:ext>
            </a:extLst>
          </p:cNvPr>
          <p:cNvSpPr>
            <a:spLocks noGrp="1"/>
          </p:cNvSpPr>
          <p:nvPr>
            <p:ph type="body" sz="half" idx="14" hasCustomPrompt="1"/>
          </p:nvPr>
        </p:nvSpPr>
        <p:spPr>
          <a:xfrm>
            <a:off x="399737" y="1503307"/>
            <a:ext cx="5557512" cy="4404516"/>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0"/>
            <a:endParaRPr lang="en-GB" dirty="0"/>
          </a:p>
        </p:txBody>
      </p:sp>
      <p:sp>
        <p:nvSpPr>
          <p:cNvPr id="2" name="TextBox 1">
            <a:extLst>
              <a:ext uri="{FF2B5EF4-FFF2-40B4-BE49-F238E27FC236}">
                <a16:creationId xmlns:a16="http://schemas.microsoft.com/office/drawing/2014/main" id="{31DE070B-2ECD-757E-05B7-7D464A7D7801}"/>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01B07F9F-A015-7CF7-1B3A-D6BC0DAEBEA6}"/>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F78BD73-7173-1382-04CA-8E1199A5443A}"/>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2" name="Title Placeholder 1">
            <a:extLst>
              <a:ext uri="{FF2B5EF4-FFF2-40B4-BE49-F238E27FC236}">
                <a16:creationId xmlns:a16="http://schemas.microsoft.com/office/drawing/2014/main" id="{1D24DA40-BF0E-B7A6-8CDB-6DD58F73843B}"/>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D74CE0A5-424F-1D7C-1A49-A1B6B9A8A007}"/>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3063680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5" name="Text Placeholder 3">
            <a:extLst>
              <a:ext uri="{FF2B5EF4-FFF2-40B4-BE49-F238E27FC236}">
                <a16:creationId xmlns:a16="http://schemas.microsoft.com/office/drawing/2014/main" id="{8D041142-4F7A-A180-B4EF-B8B9A8A9977E}"/>
              </a:ext>
            </a:extLst>
          </p:cNvPr>
          <p:cNvSpPr>
            <a:spLocks noGrp="1"/>
          </p:cNvSpPr>
          <p:nvPr>
            <p:ph type="body" sz="half" idx="10" hasCustomPrompt="1"/>
          </p:nvPr>
        </p:nvSpPr>
        <p:spPr>
          <a:xfrm>
            <a:off x="399737" y="1503307"/>
            <a:ext cx="5557512" cy="4404515"/>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269875" indent="-263525">
              <a:buFont typeface=".Lucida Grande UI Regular"/>
              <a:buChar char="◆"/>
              <a:tabLst/>
              <a:defRPr sz="1400"/>
            </a:lvl2pPr>
            <a:lvl3pPr marL="269875" indent="-263525">
              <a:buFont typeface=".Lucida Grande UI Regular"/>
              <a:buChar char="◆"/>
              <a:tabLst/>
              <a:defRPr sz="1200"/>
            </a:lvl3pPr>
            <a:lvl4pPr marL="269875" indent="-263525">
              <a:buFont typeface=".Lucida Grande UI Regular"/>
              <a:buChar char="◆"/>
              <a:tabLst/>
              <a:defRPr sz="1000"/>
            </a:lvl4pPr>
            <a:lvl5pPr marL="269875" indent="-263525">
              <a:buFont typeface=".Lucida Grande UI Regular"/>
              <a:buChar char="◆"/>
              <a:tabLst/>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6C291E2-CD12-2D47-B250-71F0C55CD07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67EE6855-6739-994B-B890-250D287A05D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9" name="Text Placeholder 3">
            <a:extLst>
              <a:ext uri="{FF2B5EF4-FFF2-40B4-BE49-F238E27FC236}">
                <a16:creationId xmlns:a16="http://schemas.microsoft.com/office/drawing/2014/main" id="{CB8668DE-AC0D-87D3-054D-C8504C0B6613}"/>
              </a:ext>
            </a:extLst>
          </p:cNvPr>
          <p:cNvSpPr>
            <a:spLocks noGrp="1"/>
          </p:cNvSpPr>
          <p:nvPr>
            <p:ph type="body" sz="half" idx="11" hasCustomPrompt="1"/>
          </p:nvPr>
        </p:nvSpPr>
        <p:spPr>
          <a:xfrm>
            <a:off x="6255530" y="1503307"/>
            <a:ext cx="5559199" cy="4404515"/>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269875" indent="-263525">
              <a:buFont typeface=".Lucida Grande UI Regular"/>
              <a:buChar char="◆"/>
              <a:tabLst/>
              <a:defRPr sz="1400"/>
            </a:lvl2pPr>
            <a:lvl3pPr marL="269875" indent="-263525">
              <a:buFont typeface=".Lucida Grande UI Regular"/>
              <a:buChar char="◆"/>
              <a:tabLst/>
              <a:defRPr sz="1200"/>
            </a:lvl3pPr>
            <a:lvl4pPr marL="269875" indent="-263525">
              <a:buFont typeface=".Lucida Grande UI Regular"/>
              <a:buChar char="◆"/>
              <a:tabLst/>
              <a:defRPr sz="1000"/>
            </a:lvl4pPr>
            <a:lvl5pPr marL="269875" indent="-263525">
              <a:buFont typeface=".Lucida Grande UI Regular"/>
              <a:buChar char="◆"/>
              <a:tabLst/>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8A740C33-6C73-E595-4B9E-B3C1368BA88E}"/>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3" name="Straight Connector 2">
            <a:extLst>
              <a:ext uri="{FF2B5EF4-FFF2-40B4-BE49-F238E27FC236}">
                <a16:creationId xmlns:a16="http://schemas.microsoft.com/office/drawing/2014/main" id="{E5C8E73B-C1A0-4747-053E-CEA3E760EF1E}"/>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46F378E4-E006-11F6-0B4E-C148B1654BB4}"/>
              </a:ext>
            </a:extLst>
          </p:cNvPr>
          <p:cNvSpPr>
            <a:spLocks noGrp="1"/>
          </p:cNvSpPr>
          <p:nvPr>
            <p:ph type="ftr" sz="quarter" idx="12"/>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5" name="Title Placeholder 1">
            <a:extLst>
              <a:ext uri="{FF2B5EF4-FFF2-40B4-BE49-F238E27FC236}">
                <a16:creationId xmlns:a16="http://schemas.microsoft.com/office/drawing/2014/main" id="{C69DD8FA-2BF1-16EB-760F-AA7F3729A57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6" name="TextBox 5">
            <a:extLst>
              <a:ext uri="{FF2B5EF4-FFF2-40B4-BE49-F238E27FC236}">
                <a16:creationId xmlns:a16="http://schemas.microsoft.com/office/drawing/2014/main" id="{EF920DB4-7309-8DEB-2929-2B27514DA963}"/>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1470137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BA69A2-6A43-3E40-87D7-C9EF31A5047B}"/>
              </a:ext>
            </a:extLst>
          </p:cNvPr>
          <p:cNvSpPr>
            <a:spLocks noGrp="1"/>
          </p:cNvSpPr>
          <p:nvPr>
            <p:ph idx="1" hasCustomPrompt="1"/>
          </p:nvPr>
        </p:nvSpPr>
        <p:spPr>
          <a:xfrm>
            <a:off x="4927601" y="1503302"/>
            <a:ext cx="6887127" cy="4404516"/>
          </a:xfrm>
        </p:spPr>
        <p:txBody>
          <a:bodyPr>
            <a:normAutofit/>
          </a:bodyPr>
          <a:lstStyle>
            <a:lvl1pPr marL="0" indent="0">
              <a:buFontTx/>
              <a:buNone/>
              <a:defRPr sz="2000" b="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dirty="0"/>
              <a:t>Click to edit master text styles</a:t>
            </a:r>
          </a:p>
        </p:txBody>
      </p:sp>
      <p:sp>
        <p:nvSpPr>
          <p:cNvPr id="4" name="Text Placeholder 3">
            <a:extLst>
              <a:ext uri="{FF2B5EF4-FFF2-40B4-BE49-F238E27FC236}">
                <a16:creationId xmlns:a16="http://schemas.microsoft.com/office/drawing/2014/main" id="{AAE8C87C-B0FB-B74B-98A8-02318D332ADA}"/>
              </a:ext>
            </a:extLst>
          </p:cNvPr>
          <p:cNvSpPr>
            <a:spLocks noGrp="1"/>
          </p:cNvSpPr>
          <p:nvPr>
            <p:ph type="body" sz="half" idx="2" hasCustomPrompt="1"/>
          </p:nvPr>
        </p:nvSpPr>
        <p:spPr>
          <a:xfrm>
            <a:off x="399737" y="1503304"/>
            <a:ext cx="4187253" cy="4404514"/>
          </a:xfrm>
        </p:spPr>
        <p:txBody>
          <a:bodyPr>
            <a:normAutofit/>
          </a:bodyPr>
          <a:lstStyle>
            <a:lvl1pPr marL="0" indent="0">
              <a:buNone/>
              <a:defRPr sz="200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p:txBody>
      </p:sp>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11AA30BC-1D42-9846-9AF2-E2A5071148B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B0B467FB-30AA-F6BE-5110-D9CC90B98D3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7C6C29CC-67CE-6421-C8B0-489BBC5647F0}"/>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ooter Placeholder 4">
            <a:extLst>
              <a:ext uri="{FF2B5EF4-FFF2-40B4-BE49-F238E27FC236}">
                <a16:creationId xmlns:a16="http://schemas.microsoft.com/office/drawing/2014/main" id="{41B5FE3D-CA78-C098-999D-C842514BE79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5" name="Title Placeholder 1">
            <a:extLst>
              <a:ext uri="{FF2B5EF4-FFF2-40B4-BE49-F238E27FC236}">
                <a16:creationId xmlns:a16="http://schemas.microsoft.com/office/drawing/2014/main" id="{E8475EEE-A2AA-6793-0317-A2C5009E59E3}"/>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5" name="TextBox 4">
            <a:extLst>
              <a:ext uri="{FF2B5EF4-FFF2-40B4-BE49-F238E27FC236}">
                <a16:creationId xmlns:a16="http://schemas.microsoft.com/office/drawing/2014/main" id="{0F550321-7F1F-3286-1384-A3723E61FDB6}"/>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7738671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824E094-F896-8E40-AC9C-ABF9075C5AE1}"/>
              </a:ext>
            </a:extLst>
          </p:cNvPr>
          <p:cNvSpPr>
            <a:spLocks noGrp="1"/>
          </p:cNvSpPr>
          <p:nvPr>
            <p:ph type="pic" idx="1"/>
          </p:nvPr>
        </p:nvSpPr>
        <p:spPr>
          <a:xfrm>
            <a:off x="4939263" y="1503300"/>
            <a:ext cx="7252737" cy="4728169"/>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12" name="Rectangle 11">
            <a:extLst>
              <a:ext uri="{FF2B5EF4-FFF2-40B4-BE49-F238E27FC236}">
                <a16:creationId xmlns:a16="http://schemas.microsoft.com/office/drawing/2014/main" id="{5FB21F4C-4EE3-A548-921D-45FB30330E6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7" name="Picture 16">
            <a:extLst>
              <a:ext uri="{FF2B5EF4-FFF2-40B4-BE49-F238E27FC236}">
                <a16:creationId xmlns:a16="http://schemas.microsoft.com/office/drawing/2014/main" id="{77D3286F-C0D4-6642-8D0B-14EEC9C7AFE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7" name="Content Placeholder 2">
            <a:extLst>
              <a:ext uri="{FF2B5EF4-FFF2-40B4-BE49-F238E27FC236}">
                <a16:creationId xmlns:a16="http://schemas.microsoft.com/office/drawing/2014/main" id="{4A908564-1E90-ABBE-37D2-7DC31735C088}"/>
              </a:ext>
            </a:extLst>
          </p:cNvPr>
          <p:cNvSpPr>
            <a:spLocks noGrp="1"/>
          </p:cNvSpPr>
          <p:nvPr>
            <p:ph sz="half" idx="14" hasCustomPrompt="1"/>
          </p:nvPr>
        </p:nvSpPr>
        <p:spPr>
          <a:xfrm>
            <a:off x="398783" y="1503301"/>
            <a:ext cx="4187253" cy="4404514"/>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TextBox 7">
            <a:extLst>
              <a:ext uri="{FF2B5EF4-FFF2-40B4-BE49-F238E27FC236}">
                <a16:creationId xmlns:a16="http://schemas.microsoft.com/office/drawing/2014/main" id="{FFF3E3DC-94E4-F17D-36CB-450544502F3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9" name="Straight Connector 8">
            <a:extLst>
              <a:ext uri="{FF2B5EF4-FFF2-40B4-BE49-F238E27FC236}">
                <a16:creationId xmlns:a16="http://schemas.microsoft.com/office/drawing/2014/main" id="{90BF3BC5-D94C-EDA3-8FBC-6435B4DE16C7}"/>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DB726D05-460B-0A59-026D-A6ABD195828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447C72BC-0B7D-4FB3-3772-38C5E4C708D1}"/>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2" name="TextBox 1">
            <a:extLst>
              <a:ext uri="{FF2B5EF4-FFF2-40B4-BE49-F238E27FC236}">
                <a16:creationId xmlns:a16="http://schemas.microsoft.com/office/drawing/2014/main" id="{F4AAD095-7F6F-2D3F-0CCA-FB24F185F57F}"/>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9371847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0D1CB3-C3E8-8E4B-AAC3-082CC0AF6319}"/>
              </a:ext>
            </a:extLst>
          </p:cNvPr>
          <p:cNvSpPr>
            <a:spLocks noGrp="1"/>
          </p:cNvSpPr>
          <p:nvPr>
            <p:ph sz="half" idx="1" hasCustomPrompt="1"/>
          </p:nvPr>
        </p:nvSpPr>
        <p:spPr>
          <a:xfrm>
            <a:off x="399737" y="1511016"/>
            <a:ext cx="4328644" cy="4350137"/>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6C291E2-CD12-2D47-B250-71F0C55CD07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9" name="Content Placeholder 2">
            <a:extLst>
              <a:ext uri="{FF2B5EF4-FFF2-40B4-BE49-F238E27FC236}">
                <a16:creationId xmlns:a16="http://schemas.microsoft.com/office/drawing/2014/main" id="{DDDAF287-83F2-C44A-BF25-155F5BF57EEB}"/>
              </a:ext>
            </a:extLst>
          </p:cNvPr>
          <p:cNvSpPr>
            <a:spLocks noGrp="1"/>
          </p:cNvSpPr>
          <p:nvPr>
            <p:ph idx="12"/>
          </p:nvPr>
        </p:nvSpPr>
        <p:spPr>
          <a:xfrm>
            <a:off x="5026662" y="1503304"/>
            <a:ext cx="5067372" cy="4357850"/>
          </a:xfrm>
        </p:spPr>
        <p:txBody>
          <a:bodyPr/>
          <a:lstStyle>
            <a:lvl1pPr marL="0" indent="0">
              <a:buFontTx/>
              <a:buNone/>
              <a:defRPr/>
            </a:lvl1pPr>
          </a:lstStyle>
          <a:p>
            <a:pPr lvl="0"/>
            <a:r>
              <a:rPr lang="en-US"/>
              <a:t>Click to edit Master text styles</a:t>
            </a:r>
          </a:p>
        </p:txBody>
      </p:sp>
      <p:pic>
        <p:nvPicPr>
          <p:cNvPr id="11" name="Picture 10">
            <a:extLst>
              <a:ext uri="{FF2B5EF4-FFF2-40B4-BE49-F238E27FC236}">
                <a16:creationId xmlns:a16="http://schemas.microsoft.com/office/drawing/2014/main" id="{E846172F-6290-AC4F-9851-A75FAD18249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343597D2-6234-696B-F5AA-307FEE725761}"/>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5" name="Straight Connector 4">
            <a:extLst>
              <a:ext uri="{FF2B5EF4-FFF2-40B4-BE49-F238E27FC236}">
                <a16:creationId xmlns:a16="http://schemas.microsoft.com/office/drawing/2014/main" id="{6A7DA34A-383A-16A2-0FEE-FE854DA0F3D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Footer Placeholder 4">
            <a:extLst>
              <a:ext uri="{FF2B5EF4-FFF2-40B4-BE49-F238E27FC236}">
                <a16:creationId xmlns:a16="http://schemas.microsoft.com/office/drawing/2014/main" id="{0C4DA649-F063-49F9-EEA4-E099F09DE7F0}"/>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6" name="Title Placeholder 1">
            <a:extLst>
              <a:ext uri="{FF2B5EF4-FFF2-40B4-BE49-F238E27FC236}">
                <a16:creationId xmlns:a16="http://schemas.microsoft.com/office/drawing/2014/main" id="{B9F5F6DC-9D74-3B39-1849-9967761D563D}"/>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4" name="Picture 3" descr="A picture containing screenshot, pattern, symmetry, black&#10;&#10;Description automatically generated">
            <a:extLst>
              <a:ext uri="{FF2B5EF4-FFF2-40B4-BE49-F238E27FC236}">
                <a16:creationId xmlns:a16="http://schemas.microsoft.com/office/drawing/2014/main" id="{A7FD0B13-B446-BD59-8B8C-DB0E88B170A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56301" r="1"/>
          <a:stretch/>
        </p:blipFill>
        <p:spPr>
          <a:xfrm>
            <a:off x="10302948" y="416892"/>
            <a:ext cx="1670459" cy="5397500"/>
          </a:xfrm>
          <a:prstGeom prst="rect">
            <a:avLst/>
          </a:prstGeom>
        </p:spPr>
      </p:pic>
      <p:sp>
        <p:nvSpPr>
          <p:cNvPr id="6" name="TextBox 5">
            <a:extLst>
              <a:ext uri="{FF2B5EF4-FFF2-40B4-BE49-F238E27FC236}">
                <a16:creationId xmlns:a16="http://schemas.microsoft.com/office/drawing/2014/main" id="{6FB64277-B642-727C-F7FE-FFADA4C2040B}"/>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0765944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1CC34B4-C291-1845-8F85-19EE1A313584}"/>
              </a:ext>
            </a:extLst>
          </p:cNvPr>
          <p:cNvSpPr>
            <a:spLocks noGrp="1"/>
          </p:cNvSpPr>
          <p:nvPr>
            <p:ph type="body" idx="1" hasCustomPrompt="1"/>
          </p:nvPr>
        </p:nvSpPr>
        <p:spPr>
          <a:xfrm>
            <a:off x="399737" y="1514528"/>
            <a:ext cx="5577071" cy="545932"/>
          </a:xfrm>
          <a:solidFill>
            <a:schemeClr val="accent1"/>
          </a:solidFill>
        </p:spPr>
        <p:txBody>
          <a:bodyPr lIns="144000" anchor="ctr" anchorCtr="0"/>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GB" dirty="0"/>
              <a:t>Click to edit master text styles</a:t>
            </a:r>
          </a:p>
        </p:txBody>
      </p:sp>
      <p:sp>
        <p:nvSpPr>
          <p:cNvPr id="4" name="Content Placeholder 3">
            <a:extLst>
              <a:ext uri="{FF2B5EF4-FFF2-40B4-BE49-F238E27FC236}">
                <a16:creationId xmlns:a16="http://schemas.microsoft.com/office/drawing/2014/main" id="{59CE3547-43AB-3343-96D0-300034BEC47B}"/>
              </a:ext>
            </a:extLst>
          </p:cNvPr>
          <p:cNvSpPr>
            <a:spLocks noGrp="1"/>
          </p:cNvSpPr>
          <p:nvPr>
            <p:ph sz="half" idx="2" hasCustomPrompt="1"/>
          </p:nvPr>
        </p:nvSpPr>
        <p:spPr>
          <a:xfrm>
            <a:off x="399737" y="2338441"/>
            <a:ext cx="5577071" cy="3244369"/>
          </a:xfrm>
        </p:spPr>
        <p:txBody>
          <a:bodyPr/>
          <a:lstStyle>
            <a:lvl1pPr>
              <a:defRPr sz="2400"/>
            </a:lvl1pPr>
            <a:lvl3pPr>
              <a:defRPr>
                <a:solidFill>
                  <a:schemeClr val="accent2"/>
                </a:solidFill>
              </a:defRPr>
            </a:lvl3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Rectangle 12">
            <a:extLst>
              <a:ext uri="{FF2B5EF4-FFF2-40B4-BE49-F238E27FC236}">
                <a16:creationId xmlns:a16="http://schemas.microsoft.com/office/drawing/2014/main" id="{181F6DE2-F45B-5548-AC93-0AC8CD73A22F}"/>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2" name="Picture 11">
            <a:extLst>
              <a:ext uri="{FF2B5EF4-FFF2-40B4-BE49-F238E27FC236}">
                <a16:creationId xmlns:a16="http://schemas.microsoft.com/office/drawing/2014/main" id="{46232D65-41CC-734C-883D-26D89F1B26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18" name="Text Placeholder 2">
            <a:extLst>
              <a:ext uri="{FF2B5EF4-FFF2-40B4-BE49-F238E27FC236}">
                <a16:creationId xmlns:a16="http://schemas.microsoft.com/office/drawing/2014/main" id="{42499B4A-BC3F-66ED-33DF-03102A73F90C}"/>
              </a:ext>
            </a:extLst>
          </p:cNvPr>
          <p:cNvSpPr>
            <a:spLocks noGrp="1"/>
          </p:cNvSpPr>
          <p:nvPr>
            <p:ph type="body" idx="13" hasCustomPrompt="1"/>
          </p:nvPr>
        </p:nvSpPr>
        <p:spPr>
          <a:xfrm>
            <a:off x="6237658" y="1514528"/>
            <a:ext cx="5577071" cy="545932"/>
          </a:xfrm>
          <a:solidFill>
            <a:schemeClr val="accent1"/>
          </a:solidFill>
        </p:spPr>
        <p:txBody>
          <a:bodyPr lIns="144000" anchor="ctr" anchorCtr="0"/>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GB" dirty="0"/>
              <a:t>Click to edit master text styles</a:t>
            </a:r>
          </a:p>
        </p:txBody>
      </p:sp>
      <p:sp>
        <p:nvSpPr>
          <p:cNvPr id="19" name="Content Placeholder 3">
            <a:extLst>
              <a:ext uri="{FF2B5EF4-FFF2-40B4-BE49-F238E27FC236}">
                <a16:creationId xmlns:a16="http://schemas.microsoft.com/office/drawing/2014/main" id="{E1C9DA8B-FED8-041D-C2A3-4BE6014B50FD}"/>
              </a:ext>
            </a:extLst>
          </p:cNvPr>
          <p:cNvSpPr>
            <a:spLocks noGrp="1"/>
          </p:cNvSpPr>
          <p:nvPr>
            <p:ph sz="half" idx="14" hasCustomPrompt="1"/>
          </p:nvPr>
        </p:nvSpPr>
        <p:spPr>
          <a:xfrm>
            <a:off x="6237658" y="2338441"/>
            <a:ext cx="5577071" cy="3244369"/>
          </a:xfrm>
        </p:spPr>
        <p:txBody>
          <a:bodyPr/>
          <a:lstStyle>
            <a:lvl1pPr>
              <a:defRPr sz="2400"/>
            </a:lvl1pPr>
            <a:lvl3pPr>
              <a:defRPr>
                <a:solidFill>
                  <a:schemeClr val="accent2"/>
                </a:solidFill>
              </a:defRPr>
            </a:lvl3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F4F3F962-268D-7E8F-E0A7-FC40EC2195D2}"/>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5" name="Straight Connector 4">
            <a:extLst>
              <a:ext uri="{FF2B5EF4-FFF2-40B4-BE49-F238E27FC236}">
                <a16:creationId xmlns:a16="http://schemas.microsoft.com/office/drawing/2014/main" id="{EF67D6CA-A404-6EAA-9894-119E28996123}"/>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4">
            <a:extLst>
              <a:ext uri="{FF2B5EF4-FFF2-40B4-BE49-F238E27FC236}">
                <a16:creationId xmlns:a16="http://schemas.microsoft.com/office/drawing/2014/main" id="{069CFB3D-778C-9AA2-261C-C6F7BCE8A95F}"/>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5" name="Title Placeholder 1">
            <a:extLst>
              <a:ext uri="{FF2B5EF4-FFF2-40B4-BE49-F238E27FC236}">
                <a16:creationId xmlns:a16="http://schemas.microsoft.com/office/drawing/2014/main" id="{7A3C954C-26BD-006C-AF1C-7BCFB4728C2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7" name="TextBox 6">
            <a:extLst>
              <a:ext uri="{FF2B5EF4-FFF2-40B4-BE49-F238E27FC236}">
                <a16:creationId xmlns:a16="http://schemas.microsoft.com/office/drawing/2014/main" id="{F7A4A621-AAE6-B1BF-2758-69ED058DD130}"/>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0655665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6" name="Picture Placeholder 2">
            <a:extLst>
              <a:ext uri="{FF2B5EF4-FFF2-40B4-BE49-F238E27FC236}">
                <a16:creationId xmlns:a16="http://schemas.microsoft.com/office/drawing/2014/main" id="{DDF5BCD2-566C-304B-9603-DBF49E1C6C3B}"/>
              </a:ext>
            </a:extLst>
          </p:cNvPr>
          <p:cNvSpPr>
            <a:spLocks noGrp="1"/>
          </p:cNvSpPr>
          <p:nvPr>
            <p:ph type="pic" idx="1"/>
          </p:nvPr>
        </p:nvSpPr>
        <p:spPr>
          <a:xfrm>
            <a:off x="399738"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20" name="Content Placeholder 2">
            <a:extLst>
              <a:ext uri="{FF2B5EF4-FFF2-40B4-BE49-F238E27FC236}">
                <a16:creationId xmlns:a16="http://schemas.microsoft.com/office/drawing/2014/main" id="{D5C6FD78-5957-3743-9051-7A833B8B93B7}"/>
              </a:ext>
            </a:extLst>
          </p:cNvPr>
          <p:cNvSpPr>
            <a:spLocks noGrp="1"/>
          </p:cNvSpPr>
          <p:nvPr>
            <p:ph sz="half" idx="18" hasCustomPrompt="1"/>
          </p:nvPr>
        </p:nvSpPr>
        <p:spPr>
          <a:xfrm>
            <a:off x="399746"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25" name="Text Placeholder 3">
            <a:extLst>
              <a:ext uri="{FF2B5EF4-FFF2-40B4-BE49-F238E27FC236}">
                <a16:creationId xmlns:a16="http://schemas.microsoft.com/office/drawing/2014/main" id="{8D62D7B6-9A5A-644C-8286-5E98BABC4490}"/>
              </a:ext>
            </a:extLst>
          </p:cNvPr>
          <p:cNvSpPr>
            <a:spLocks noGrp="1"/>
          </p:cNvSpPr>
          <p:nvPr>
            <p:ph type="body" sz="half" idx="2" hasCustomPrompt="1"/>
          </p:nvPr>
        </p:nvSpPr>
        <p:spPr>
          <a:xfrm>
            <a:off x="399738" y="1431326"/>
            <a:ext cx="9827454" cy="1061936"/>
          </a:xfrm>
        </p:spPr>
        <p:txBody>
          <a:bodyPr>
            <a:noAutofit/>
          </a:bodyPr>
          <a:lstStyle>
            <a:lvl1pPr marL="0" indent="0">
              <a:buNone/>
              <a:defRPr sz="16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p:txBody>
      </p:sp>
      <p:pic>
        <p:nvPicPr>
          <p:cNvPr id="17" name="Picture 16">
            <a:extLst>
              <a:ext uri="{FF2B5EF4-FFF2-40B4-BE49-F238E27FC236}">
                <a16:creationId xmlns:a16="http://schemas.microsoft.com/office/drawing/2014/main" id="{64C4096F-2FFA-DE41-9D57-0CE5D3D1587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1" name="Picture Placeholder 2">
            <a:extLst>
              <a:ext uri="{FF2B5EF4-FFF2-40B4-BE49-F238E27FC236}">
                <a16:creationId xmlns:a16="http://schemas.microsoft.com/office/drawing/2014/main" id="{F57DBF7D-11EE-F2C5-80EC-E85C32283ABE}"/>
              </a:ext>
            </a:extLst>
          </p:cNvPr>
          <p:cNvSpPr>
            <a:spLocks noGrp="1"/>
          </p:cNvSpPr>
          <p:nvPr>
            <p:ph type="pic" idx="19"/>
          </p:nvPr>
        </p:nvSpPr>
        <p:spPr>
          <a:xfrm>
            <a:off x="3301635"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30" name="Content Placeholder 2">
            <a:extLst>
              <a:ext uri="{FF2B5EF4-FFF2-40B4-BE49-F238E27FC236}">
                <a16:creationId xmlns:a16="http://schemas.microsoft.com/office/drawing/2014/main" id="{EC7DA3D2-59BD-6137-81AD-86750A32889C}"/>
              </a:ext>
            </a:extLst>
          </p:cNvPr>
          <p:cNvSpPr>
            <a:spLocks noGrp="1"/>
          </p:cNvSpPr>
          <p:nvPr>
            <p:ph sz="half" idx="20" hasCustomPrompt="1"/>
          </p:nvPr>
        </p:nvSpPr>
        <p:spPr>
          <a:xfrm>
            <a:off x="3301643"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31" name="Picture Placeholder 2">
            <a:extLst>
              <a:ext uri="{FF2B5EF4-FFF2-40B4-BE49-F238E27FC236}">
                <a16:creationId xmlns:a16="http://schemas.microsoft.com/office/drawing/2014/main" id="{9C9B462E-49D5-11F9-F1F5-872D1298452F}"/>
              </a:ext>
            </a:extLst>
          </p:cNvPr>
          <p:cNvSpPr>
            <a:spLocks noGrp="1"/>
          </p:cNvSpPr>
          <p:nvPr>
            <p:ph type="pic" idx="21"/>
          </p:nvPr>
        </p:nvSpPr>
        <p:spPr>
          <a:xfrm>
            <a:off x="6203526"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32" name="Content Placeholder 2">
            <a:extLst>
              <a:ext uri="{FF2B5EF4-FFF2-40B4-BE49-F238E27FC236}">
                <a16:creationId xmlns:a16="http://schemas.microsoft.com/office/drawing/2014/main" id="{9F4812D9-E50A-9912-1AAB-2CBFCD7BB51C}"/>
              </a:ext>
            </a:extLst>
          </p:cNvPr>
          <p:cNvSpPr>
            <a:spLocks noGrp="1"/>
          </p:cNvSpPr>
          <p:nvPr>
            <p:ph sz="half" idx="22" hasCustomPrompt="1"/>
          </p:nvPr>
        </p:nvSpPr>
        <p:spPr>
          <a:xfrm>
            <a:off x="6203534"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33" name="Picture Placeholder 2">
            <a:extLst>
              <a:ext uri="{FF2B5EF4-FFF2-40B4-BE49-F238E27FC236}">
                <a16:creationId xmlns:a16="http://schemas.microsoft.com/office/drawing/2014/main" id="{4AC0237F-F3D2-5B48-FDD3-0D38A29F9329}"/>
              </a:ext>
            </a:extLst>
          </p:cNvPr>
          <p:cNvSpPr>
            <a:spLocks noGrp="1"/>
          </p:cNvSpPr>
          <p:nvPr>
            <p:ph type="pic" idx="23"/>
          </p:nvPr>
        </p:nvSpPr>
        <p:spPr>
          <a:xfrm>
            <a:off x="9105429"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34" name="Content Placeholder 2">
            <a:extLst>
              <a:ext uri="{FF2B5EF4-FFF2-40B4-BE49-F238E27FC236}">
                <a16:creationId xmlns:a16="http://schemas.microsoft.com/office/drawing/2014/main" id="{9C3F4213-26B4-FC1E-F3B7-05D32356B3BD}"/>
              </a:ext>
            </a:extLst>
          </p:cNvPr>
          <p:cNvSpPr>
            <a:spLocks noGrp="1"/>
          </p:cNvSpPr>
          <p:nvPr>
            <p:ph sz="half" idx="24" hasCustomPrompt="1"/>
          </p:nvPr>
        </p:nvSpPr>
        <p:spPr>
          <a:xfrm>
            <a:off x="9105437"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2" name="TextBox 1">
            <a:extLst>
              <a:ext uri="{FF2B5EF4-FFF2-40B4-BE49-F238E27FC236}">
                <a16:creationId xmlns:a16="http://schemas.microsoft.com/office/drawing/2014/main" id="{90E3E1F3-60BC-A502-C92D-697C2C408463}"/>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743AB2FE-DFD2-0FA3-C038-FB5684C9FAF2}"/>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A715E079-78EC-4037-5AC3-052D98B24FEF}"/>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9" name="Title Placeholder 1">
            <a:extLst>
              <a:ext uri="{FF2B5EF4-FFF2-40B4-BE49-F238E27FC236}">
                <a16:creationId xmlns:a16="http://schemas.microsoft.com/office/drawing/2014/main" id="{A081EB8E-5372-4255-8858-E2870EA73172}"/>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25EA7A7A-5CFD-5739-A684-0C18C083165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8313123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_Blank">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1E77CA1-9CDF-734F-9BC2-A77ABB697C7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8" name="Picture 7">
            <a:extLst>
              <a:ext uri="{FF2B5EF4-FFF2-40B4-BE49-F238E27FC236}">
                <a16:creationId xmlns:a16="http://schemas.microsoft.com/office/drawing/2014/main" id="{77C989A6-F100-D244-9811-9480ED60557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2953FB21-2646-0D56-02B8-10257E98D9F2}"/>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8CDB768E-55F5-7876-CF52-F1518763AAE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DC1351BB-F4DD-D90C-430F-C7056589AD15}"/>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0" name="Title Placeholder 1">
            <a:extLst>
              <a:ext uri="{FF2B5EF4-FFF2-40B4-BE49-F238E27FC236}">
                <a16:creationId xmlns:a16="http://schemas.microsoft.com/office/drawing/2014/main" id="{7CABF511-E87A-C207-7C25-AC958A88C0D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2" name="TextBox 1">
            <a:extLst>
              <a:ext uri="{FF2B5EF4-FFF2-40B4-BE49-F238E27FC236}">
                <a16:creationId xmlns:a16="http://schemas.microsoft.com/office/drawing/2014/main" id="{DC9689DA-81EA-4FC5-28D0-500FEE179010}"/>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7418636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EBF0A9E0-22D9-E043-93E8-6F8DE13E658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2" r="23451" b="15127"/>
          <a:stretch/>
        </p:blipFill>
        <p:spPr>
          <a:xfrm>
            <a:off x="8217720" y="11646"/>
            <a:ext cx="3960000" cy="6219825"/>
          </a:xfrm>
          <a:prstGeom prst="rect">
            <a:avLst/>
          </a:prstGeom>
        </p:spPr>
      </p:pic>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528884" cy="4017364"/>
          </a:xfrm>
        </p:spPr>
        <p:txBody>
          <a:bodyPr/>
          <a:lstStyle>
            <a:lvl1pPr marL="0" indent="0">
              <a:buClr>
                <a:schemeClr val="bg1"/>
              </a:buClr>
              <a:buFontTx/>
              <a:buNone/>
              <a:defRPr sz="4000">
                <a:solidFill>
                  <a:schemeClr val="tx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tx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7" name="Picture 16">
            <a:extLst>
              <a:ext uri="{FF2B5EF4-FFF2-40B4-BE49-F238E27FC236}">
                <a16:creationId xmlns:a16="http://schemas.microsoft.com/office/drawing/2014/main" id="{9F174683-C40A-5E4F-9BF6-BC7F9703047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5FE38075-372F-6844-9F98-C937958AD6B5}"/>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B451E343-9084-E686-3699-FAA7B6CBC1E6}"/>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AED84418-AEC2-6F8C-A6E8-0F39927E5B7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2" name="TextBox 1">
            <a:extLst>
              <a:ext uri="{FF2B5EF4-FFF2-40B4-BE49-F238E27FC236}">
                <a16:creationId xmlns:a16="http://schemas.microsoft.com/office/drawing/2014/main" id="{5438FB49-85BE-3E87-1702-3595716815FF}"/>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8237965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3_Custom Layou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BF0A9E0-22D9-E043-93E8-6F8DE13E658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4901" r="26223"/>
          <a:stretch/>
        </p:blipFill>
        <p:spPr>
          <a:xfrm>
            <a:off x="9245674" y="252197"/>
            <a:ext cx="2761485" cy="5679878"/>
          </a:xfrm>
          <a:prstGeom prst="rect">
            <a:avLst/>
          </a:prstGeom>
        </p:spPr>
      </p:pic>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528884" cy="4017364"/>
          </a:xfrm>
        </p:spPr>
        <p:txBody>
          <a:bodyPr/>
          <a:lstStyle>
            <a:lvl1pPr marL="0" indent="0">
              <a:buClr>
                <a:schemeClr val="bg1"/>
              </a:buClr>
              <a:buFontTx/>
              <a:buNone/>
              <a:defRPr sz="4000">
                <a:solidFill>
                  <a:schemeClr val="tx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tx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7" name="Picture 16">
            <a:extLst>
              <a:ext uri="{FF2B5EF4-FFF2-40B4-BE49-F238E27FC236}">
                <a16:creationId xmlns:a16="http://schemas.microsoft.com/office/drawing/2014/main" id="{9F174683-C40A-5E4F-9BF6-BC7F9703047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073DC8B9-5768-F986-D58C-5C39F0469C8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1BBAEA4F-2F7D-F21F-2313-D358C006F46F}"/>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52A20AE0-AC3D-470A-3954-50AC61FED74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2" name="TextBox 1">
            <a:extLst>
              <a:ext uri="{FF2B5EF4-FFF2-40B4-BE49-F238E27FC236}">
                <a16:creationId xmlns:a16="http://schemas.microsoft.com/office/drawing/2014/main" id="{AED0737A-B554-2118-56EF-2BA0D0867278}"/>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471115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449444" cy="4017364"/>
          </a:xfrm>
        </p:spPr>
        <p:txBody>
          <a:bodyPr/>
          <a:lstStyle>
            <a:lvl1pPr marL="0" indent="0">
              <a:buClr>
                <a:schemeClr val="bg1"/>
              </a:buClr>
              <a:buFontTx/>
              <a:buNone/>
              <a:defRPr sz="4000">
                <a:solidFill>
                  <a:schemeClr val="bg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bg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88918C8C-90F5-544F-87D4-4A3D3F2B012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12" name="TextBox 11">
            <a:extLst>
              <a:ext uri="{FF2B5EF4-FFF2-40B4-BE49-F238E27FC236}">
                <a16:creationId xmlns:a16="http://schemas.microsoft.com/office/drawing/2014/main" id="{634A6CF0-C66C-59ED-4F69-B1F2CFF4E0C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14" name="Straight Connector 13">
            <a:extLst>
              <a:ext uri="{FF2B5EF4-FFF2-40B4-BE49-F238E27FC236}">
                <a16:creationId xmlns:a16="http://schemas.microsoft.com/office/drawing/2014/main" id="{E87900B1-CCD2-07B5-E6CA-A036E077CD5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564C38D5-0B53-7E61-E7F7-1A01524FB5D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screenshot, pattern, symmetry, black&#10;&#10;Description automatically generated">
            <a:extLst>
              <a:ext uri="{FF2B5EF4-FFF2-40B4-BE49-F238E27FC236}">
                <a16:creationId xmlns:a16="http://schemas.microsoft.com/office/drawing/2014/main" id="{EB1441EA-87AE-CA59-A66A-2A78F95593A2}"/>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2" name="TextBox 1">
            <a:extLst>
              <a:ext uri="{FF2B5EF4-FFF2-40B4-BE49-F238E27FC236}">
                <a16:creationId xmlns:a16="http://schemas.microsoft.com/office/drawing/2014/main" id="{5A74AB3D-938B-19A8-19F2-4EF9378543BB}"/>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75576091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2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449444" cy="4017364"/>
          </a:xfrm>
        </p:spPr>
        <p:txBody>
          <a:bodyPr/>
          <a:lstStyle>
            <a:lvl1pPr marL="0" indent="0">
              <a:buClr>
                <a:schemeClr val="bg1"/>
              </a:buClr>
              <a:buFontTx/>
              <a:buNone/>
              <a:defRPr sz="4000">
                <a:solidFill>
                  <a:schemeClr val="bg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bg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88918C8C-90F5-544F-87D4-4A3D3F2B012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AB6E2CBE-CD80-5BB4-CAFE-132C6A98DCEA}"/>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1B0DF6B8-49B1-01CF-1B67-5A88EE2CEA7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5606676F-FDEC-7B5B-19F7-349E65490DB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screenshot, pattern, symmetry, black&#10;&#10;Description automatically generated">
            <a:extLst>
              <a:ext uri="{FF2B5EF4-FFF2-40B4-BE49-F238E27FC236}">
                <a16:creationId xmlns:a16="http://schemas.microsoft.com/office/drawing/2014/main" id="{C1368512-FEB8-4E8B-FDD2-3D135596DB3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4" name="TextBox 3">
            <a:extLst>
              <a:ext uri="{FF2B5EF4-FFF2-40B4-BE49-F238E27FC236}">
                <a16:creationId xmlns:a16="http://schemas.microsoft.com/office/drawing/2014/main" id="{0729FB62-5559-2CC8-0B52-9B2C12A3622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38443705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E4F5E42C-C654-DB45-B035-68B7257F6A2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Content Placeholder 2">
            <a:extLst>
              <a:ext uri="{FF2B5EF4-FFF2-40B4-BE49-F238E27FC236}">
                <a16:creationId xmlns:a16="http://schemas.microsoft.com/office/drawing/2014/main" id="{00E7C711-F858-BF6F-32AF-9A2726E33B35}"/>
              </a:ext>
            </a:extLst>
          </p:cNvPr>
          <p:cNvSpPr>
            <a:spLocks noGrp="1"/>
          </p:cNvSpPr>
          <p:nvPr>
            <p:ph sz="half" idx="1" hasCustomPrompt="1"/>
          </p:nvPr>
        </p:nvSpPr>
        <p:spPr>
          <a:xfrm>
            <a:off x="399738" y="1439113"/>
            <a:ext cx="9201462" cy="4455366"/>
          </a:xfrm>
        </p:spPr>
        <p:txBody>
          <a:bodyPr/>
          <a:lstStyle>
            <a:lvl1pPr>
              <a:buClr>
                <a:schemeClr val="bg1"/>
              </a:buClr>
              <a:defRPr>
                <a:solidFill>
                  <a:schemeClr val="tx1"/>
                </a:solidFill>
              </a:defRPr>
            </a:lvl1pPr>
            <a:lvl2pPr>
              <a:buClr>
                <a:schemeClr val="bg1"/>
              </a:buClr>
              <a:defRPr>
                <a:solidFill>
                  <a:schemeClr val="tx1"/>
                </a:solidFill>
              </a:defRPr>
            </a:lvl2pPr>
            <a:lvl3pPr>
              <a:buClr>
                <a:schemeClr val="bg1"/>
              </a:buClr>
              <a:defRPr>
                <a:solidFill>
                  <a:schemeClr val="tx1"/>
                </a:solidFill>
              </a:defRPr>
            </a:lvl3pPr>
            <a:lvl4pPr>
              <a:buClr>
                <a:schemeClr val="bg1"/>
              </a:buClr>
              <a:defRPr>
                <a:solidFill>
                  <a:schemeClr val="tx1"/>
                </a:solidFill>
              </a:defRPr>
            </a:lvl4pPr>
            <a:lvl5pPr>
              <a:buClr>
                <a:schemeClr val="bg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D12BDC4E-18B4-4F80-E298-6277CB4949B2}"/>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BF572040-95A7-9333-2822-8936DDB4D65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Footer Placeholder 4">
            <a:extLst>
              <a:ext uri="{FF2B5EF4-FFF2-40B4-BE49-F238E27FC236}">
                <a16:creationId xmlns:a16="http://schemas.microsoft.com/office/drawing/2014/main" id="{01070AA9-73AA-BFBF-9CC9-D39DB8676D2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E58F9A88-72B2-39F3-5CE0-22A5B1847BD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3" name="Picture 2" descr="A picture containing pattern, symmetry, black, darkness&#10;&#10;Description automatically generated">
            <a:extLst>
              <a:ext uri="{FF2B5EF4-FFF2-40B4-BE49-F238E27FC236}">
                <a16:creationId xmlns:a16="http://schemas.microsoft.com/office/drawing/2014/main" id="{9D7E4530-CEFF-1897-0019-7070CBD9344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
        <p:nvSpPr>
          <p:cNvPr id="5" name="TextBox 4">
            <a:extLst>
              <a:ext uri="{FF2B5EF4-FFF2-40B4-BE49-F238E27FC236}">
                <a16:creationId xmlns:a16="http://schemas.microsoft.com/office/drawing/2014/main" id="{72AFE2B6-8718-F6E9-6C5B-AC6D543E5D2A}"/>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5110859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907C2A4A-AB7D-C346-A4AE-5D700790B49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Content Placeholder 2">
            <a:extLst>
              <a:ext uri="{FF2B5EF4-FFF2-40B4-BE49-F238E27FC236}">
                <a16:creationId xmlns:a16="http://schemas.microsoft.com/office/drawing/2014/main" id="{397674E6-4CD2-5DC2-979E-5A11515DA5CE}"/>
              </a:ext>
            </a:extLst>
          </p:cNvPr>
          <p:cNvSpPr>
            <a:spLocks noGrp="1"/>
          </p:cNvSpPr>
          <p:nvPr>
            <p:ph sz="half" idx="1" hasCustomPrompt="1"/>
          </p:nvPr>
        </p:nvSpPr>
        <p:spPr>
          <a:xfrm>
            <a:off x="399737" y="1439113"/>
            <a:ext cx="11414992" cy="4455366"/>
          </a:xfrm>
        </p:spPr>
        <p:txBody>
          <a:bodyPr/>
          <a:lstStyle>
            <a:lvl1pPr>
              <a:buClr>
                <a:schemeClr val="bg1"/>
              </a:buClr>
              <a:defRPr>
                <a:solidFill>
                  <a:schemeClr val="tx1"/>
                </a:solidFill>
              </a:defRPr>
            </a:lvl1pPr>
            <a:lvl2pPr>
              <a:buClr>
                <a:schemeClr val="bg1"/>
              </a:buClr>
              <a:defRPr>
                <a:solidFill>
                  <a:schemeClr val="tx1"/>
                </a:solidFill>
              </a:defRPr>
            </a:lvl2pPr>
            <a:lvl3pPr>
              <a:buClr>
                <a:schemeClr val="bg1"/>
              </a:buClr>
              <a:defRPr>
                <a:solidFill>
                  <a:schemeClr val="tx1"/>
                </a:solidFill>
              </a:defRPr>
            </a:lvl3pPr>
            <a:lvl4pPr>
              <a:buClr>
                <a:schemeClr val="bg1"/>
              </a:buClr>
              <a:defRPr>
                <a:solidFill>
                  <a:schemeClr val="tx1"/>
                </a:solidFill>
              </a:defRPr>
            </a:lvl4pPr>
            <a:lvl5pPr>
              <a:buClr>
                <a:schemeClr val="bg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6802BE17-EEF4-07E7-8B66-4E233EB7C073}"/>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78DF14D4-802C-408D-210E-510FC171118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Footer Placeholder 4">
            <a:extLst>
              <a:ext uri="{FF2B5EF4-FFF2-40B4-BE49-F238E27FC236}">
                <a16:creationId xmlns:a16="http://schemas.microsoft.com/office/drawing/2014/main" id="{544D89AB-C64C-8B64-8877-E3719DBC199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3" name="Title Placeholder 1">
            <a:extLst>
              <a:ext uri="{FF2B5EF4-FFF2-40B4-BE49-F238E27FC236}">
                <a16:creationId xmlns:a16="http://schemas.microsoft.com/office/drawing/2014/main" id="{9684CB88-9266-F952-BF1A-BCAE5B3F8C20}"/>
              </a:ext>
            </a:extLst>
          </p:cNvPr>
          <p:cNvSpPr>
            <a:spLocks noGrp="1"/>
          </p:cNvSpPr>
          <p:nvPr>
            <p:ph type="title"/>
          </p:nvPr>
        </p:nvSpPr>
        <p:spPr>
          <a:xfrm>
            <a:off x="399737" y="343837"/>
            <a:ext cx="11414991"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242A7EF2-C9E0-E4A3-BA94-C458564CC46A}"/>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7928350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9" name="Picture 8">
            <a:extLst>
              <a:ext uri="{FF2B5EF4-FFF2-40B4-BE49-F238E27FC236}">
                <a16:creationId xmlns:a16="http://schemas.microsoft.com/office/drawing/2014/main" id="{8BFEDAD7-F69F-4C4F-9E99-953D7E949E9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Content Placeholder 2">
            <a:extLst>
              <a:ext uri="{FF2B5EF4-FFF2-40B4-BE49-F238E27FC236}">
                <a16:creationId xmlns:a16="http://schemas.microsoft.com/office/drawing/2014/main" id="{F2D79A63-41FE-DB3D-BA6E-C61D8F9BFC10}"/>
              </a:ext>
            </a:extLst>
          </p:cNvPr>
          <p:cNvSpPr>
            <a:spLocks noGrp="1"/>
          </p:cNvSpPr>
          <p:nvPr>
            <p:ph sz="half" idx="1" hasCustomPrompt="1"/>
          </p:nvPr>
        </p:nvSpPr>
        <p:spPr>
          <a:xfrm>
            <a:off x="399737" y="1439113"/>
            <a:ext cx="11414992" cy="4455366"/>
          </a:xfrm>
        </p:spPr>
        <p:txBody>
          <a:bodyPr/>
          <a:lstStyle>
            <a:lvl1pPr>
              <a:buClr>
                <a:schemeClr val="accent1"/>
              </a:buClr>
              <a:defRPr>
                <a:solidFill>
                  <a:schemeClr val="tx1"/>
                </a:solidFill>
              </a:defRPr>
            </a:lvl1pPr>
            <a:lvl2pPr>
              <a:buClr>
                <a:schemeClr val="accent1"/>
              </a:buClr>
              <a:defRPr>
                <a:solidFill>
                  <a:schemeClr val="tx1"/>
                </a:solidFill>
              </a:defRPr>
            </a:lvl2pPr>
            <a:lvl3pPr>
              <a:buClr>
                <a:schemeClr val="accent1"/>
              </a:buClr>
              <a:defRPr>
                <a:solidFill>
                  <a:schemeClr val="tx1"/>
                </a:solidFill>
              </a:defRPr>
            </a:lvl3pPr>
            <a:lvl4pPr>
              <a:buClr>
                <a:schemeClr val="accent1"/>
              </a:buClr>
              <a:defRPr>
                <a:solidFill>
                  <a:schemeClr val="tx1"/>
                </a:solidFill>
              </a:defRPr>
            </a:lvl4pPr>
            <a:lvl5pPr>
              <a:buClr>
                <a:schemeClr val="accent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945E02DD-F400-2D5D-8839-1827C8BCC25C}"/>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CB320EFD-B929-4CAD-0B2F-8AAE73C486A8}"/>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AF402314-0F80-4B7D-619F-0E4554C6C19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1" name="Title Placeholder 1">
            <a:extLst>
              <a:ext uri="{FF2B5EF4-FFF2-40B4-BE49-F238E27FC236}">
                <a16:creationId xmlns:a16="http://schemas.microsoft.com/office/drawing/2014/main" id="{A5DBE723-68B9-7915-E582-1E32B82ACE98}"/>
              </a:ext>
            </a:extLst>
          </p:cNvPr>
          <p:cNvSpPr>
            <a:spLocks noGrp="1"/>
          </p:cNvSpPr>
          <p:nvPr>
            <p:ph type="title"/>
          </p:nvPr>
        </p:nvSpPr>
        <p:spPr>
          <a:xfrm>
            <a:off x="399737" y="343837"/>
            <a:ext cx="11414991"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5A4572D8-0735-550F-0BAE-54D1A261DFBB}"/>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6253876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2EEA8E5F-D372-3F46-8D11-BD4E448DB62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Content Placeholder 2">
            <a:extLst>
              <a:ext uri="{FF2B5EF4-FFF2-40B4-BE49-F238E27FC236}">
                <a16:creationId xmlns:a16="http://schemas.microsoft.com/office/drawing/2014/main" id="{1204432E-E762-DE06-6323-E73B06716CD3}"/>
              </a:ext>
            </a:extLst>
          </p:cNvPr>
          <p:cNvSpPr>
            <a:spLocks noGrp="1"/>
          </p:cNvSpPr>
          <p:nvPr>
            <p:ph sz="half" idx="1" hasCustomPrompt="1"/>
          </p:nvPr>
        </p:nvSpPr>
        <p:spPr>
          <a:xfrm>
            <a:off x="399738" y="1439113"/>
            <a:ext cx="9144784" cy="4455366"/>
          </a:xfrm>
        </p:spPr>
        <p:txBody>
          <a:bodyPr/>
          <a:lstStyle>
            <a:lvl1pPr>
              <a:buClr>
                <a:schemeClr val="accent1"/>
              </a:buClr>
              <a:defRPr>
                <a:solidFill>
                  <a:schemeClr val="tx1"/>
                </a:solidFill>
              </a:defRPr>
            </a:lvl1pPr>
            <a:lvl2pPr>
              <a:buClr>
                <a:schemeClr val="accent1"/>
              </a:buClr>
              <a:defRPr>
                <a:solidFill>
                  <a:schemeClr val="tx1"/>
                </a:solidFill>
              </a:defRPr>
            </a:lvl2pPr>
            <a:lvl3pPr>
              <a:buClr>
                <a:schemeClr val="accent1"/>
              </a:buClr>
              <a:defRPr>
                <a:solidFill>
                  <a:schemeClr val="tx1"/>
                </a:solidFill>
              </a:defRPr>
            </a:lvl3pPr>
            <a:lvl4pPr>
              <a:buClr>
                <a:schemeClr val="accent1"/>
              </a:buClr>
              <a:defRPr>
                <a:solidFill>
                  <a:schemeClr val="tx1"/>
                </a:solidFill>
              </a:defRPr>
            </a:lvl4pPr>
            <a:lvl5pPr>
              <a:buClr>
                <a:schemeClr val="accent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D9175E44-33CD-2FD2-DBB2-6AB836EBA5FC}"/>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912929EE-0091-7B22-DA4C-0324C074247A}"/>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Footer Placeholder 4">
            <a:extLst>
              <a:ext uri="{FF2B5EF4-FFF2-40B4-BE49-F238E27FC236}">
                <a16:creationId xmlns:a16="http://schemas.microsoft.com/office/drawing/2014/main" id="{35FFEE06-648D-C71E-F49B-06D912F5D46A}"/>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20D27E15-43B5-CAD5-73BD-387115E92C1B}"/>
              </a:ext>
            </a:extLst>
          </p:cNvPr>
          <p:cNvSpPr>
            <a:spLocks noGrp="1"/>
          </p:cNvSpPr>
          <p:nvPr>
            <p:ph type="title"/>
          </p:nvPr>
        </p:nvSpPr>
        <p:spPr>
          <a:xfrm>
            <a:off x="399737" y="343837"/>
            <a:ext cx="9144783"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3" name="Picture 2" descr="A picture containing pattern, symmetry, black, darkness&#10;&#10;Description automatically generated">
            <a:extLst>
              <a:ext uri="{FF2B5EF4-FFF2-40B4-BE49-F238E27FC236}">
                <a16:creationId xmlns:a16="http://schemas.microsoft.com/office/drawing/2014/main" id="{EF0AC716-A195-1E4F-3FF8-99DF68016BA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
        <p:nvSpPr>
          <p:cNvPr id="5" name="TextBox 4">
            <a:extLst>
              <a:ext uri="{FF2B5EF4-FFF2-40B4-BE49-F238E27FC236}">
                <a16:creationId xmlns:a16="http://schemas.microsoft.com/office/drawing/2014/main" id="{7636E1F5-B69F-7543-E521-650D14983C29}"/>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92353341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1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0"/>
            <a:ext cx="12192000" cy="62960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399737" y="1439113"/>
            <a:ext cx="11414992" cy="4455366"/>
          </a:xfrm>
        </p:spPr>
        <p:txBody>
          <a:bodyPr/>
          <a:lstStyle>
            <a:lvl1pPr>
              <a:buClr>
                <a:schemeClr val="accent1"/>
              </a:buClr>
              <a:defRPr>
                <a:solidFill>
                  <a:schemeClr val="tx1"/>
                </a:solidFill>
              </a:defRPr>
            </a:lvl1pPr>
            <a:lvl2pPr>
              <a:buClr>
                <a:schemeClr val="accent1"/>
              </a:buClr>
              <a:defRPr>
                <a:solidFill>
                  <a:schemeClr val="tx1"/>
                </a:solidFill>
              </a:defRPr>
            </a:lvl2pPr>
            <a:lvl3pPr>
              <a:buClr>
                <a:schemeClr val="accent1"/>
              </a:buClr>
              <a:defRPr>
                <a:solidFill>
                  <a:schemeClr val="tx1"/>
                </a:solidFill>
              </a:defRPr>
            </a:lvl3pPr>
            <a:lvl4pPr>
              <a:buClr>
                <a:schemeClr val="accent1"/>
              </a:buClr>
              <a:defRPr>
                <a:solidFill>
                  <a:schemeClr val="tx1"/>
                </a:solidFill>
              </a:defRPr>
            </a:lvl4pPr>
            <a:lvl5pPr>
              <a:buClr>
                <a:schemeClr val="accent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BD3D1167-3A5B-3540-AF3B-AE48F5C0768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625F3D20-44B0-012A-11E3-B845C1454DCC}"/>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2342E279-61ED-DC45-F3AE-4AD2BC53405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8BD8578A-DB80-E679-2DA7-6C3D97BF909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1" name="Title Placeholder 1">
            <a:extLst>
              <a:ext uri="{FF2B5EF4-FFF2-40B4-BE49-F238E27FC236}">
                <a16:creationId xmlns:a16="http://schemas.microsoft.com/office/drawing/2014/main" id="{6215E171-94D6-C64B-704F-702DDFC7D04E}"/>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73218746-4DC1-957D-5822-F6CC0D79F4DB}"/>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7432841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99735" y="345416"/>
            <a:ext cx="8055778" cy="515901"/>
          </a:xfrm>
        </p:spPr>
        <p:txBody>
          <a:bodyPr/>
          <a:lstStyle>
            <a:lvl1pPr>
              <a:defRPr>
                <a:solidFill>
                  <a:schemeClr val="bg1"/>
                </a:solidFill>
              </a:defRPr>
            </a:lvl1pPr>
          </a:lstStyle>
          <a:p>
            <a:r>
              <a:rPr lang="en-GB" dirty="0"/>
              <a:t>Click to edit master title style</a:t>
            </a:r>
            <a:endParaRPr lang="en-US" dirty="0"/>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399735" y="1451501"/>
            <a:ext cx="8055778" cy="4367371"/>
          </a:xfrm>
        </p:spPr>
        <p:txBody>
          <a:bodyPr/>
          <a:lstStyle>
            <a:lvl1pPr>
              <a:buClr>
                <a:schemeClr val="bg1"/>
              </a:buClr>
              <a:defRPr>
                <a:solidFill>
                  <a:schemeClr val="bg1"/>
                </a:solidFill>
              </a:defRPr>
            </a:lvl1pPr>
            <a:lvl2pPr>
              <a:buClr>
                <a:schemeClr val="accent1"/>
              </a:buClr>
              <a:defRPr>
                <a:solidFill>
                  <a:schemeClr val="accent1"/>
                </a:solidFill>
              </a:defRPr>
            </a:lvl2pPr>
            <a:lvl3pPr>
              <a:buClr>
                <a:schemeClr val="accent1"/>
              </a:buClr>
              <a:defRPr>
                <a:solidFill>
                  <a:schemeClr val="accent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C4E7C2E4-01F1-E442-B8C8-0DF81347D091}"/>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6488F74A-3BB3-7641-8E75-F37B03910AD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4" name="TextBox 3">
            <a:extLst>
              <a:ext uri="{FF2B5EF4-FFF2-40B4-BE49-F238E27FC236}">
                <a16:creationId xmlns:a16="http://schemas.microsoft.com/office/drawing/2014/main" id="{B216D54C-F1E6-7181-3C06-FED98DBA8A09}"/>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10B60624-9DD9-B79A-4AF9-B891924086AD}"/>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Footer Placeholder 4">
            <a:extLst>
              <a:ext uri="{FF2B5EF4-FFF2-40B4-BE49-F238E27FC236}">
                <a16:creationId xmlns:a16="http://schemas.microsoft.com/office/drawing/2014/main" id="{7B4537AC-52F4-6FDB-19F6-68BD45F92A1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screenshot, pattern, symmetry, black&#10;&#10;Description automatically generated">
            <a:extLst>
              <a:ext uri="{FF2B5EF4-FFF2-40B4-BE49-F238E27FC236}">
                <a16:creationId xmlns:a16="http://schemas.microsoft.com/office/drawing/2014/main" id="{33D01D56-89FF-1FD8-C139-0ABC70DDD3C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5" name="TextBox 4">
            <a:extLst>
              <a:ext uri="{FF2B5EF4-FFF2-40B4-BE49-F238E27FC236}">
                <a16:creationId xmlns:a16="http://schemas.microsoft.com/office/drawing/2014/main" id="{AE538175-A7CA-18FD-1439-5CD11A4805E5}"/>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03778032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2FD3FEC-F3E9-864F-A930-BADE1873571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568"/>
          <a:stretch/>
        </p:blipFill>
        <p:spPr>
          <a:xfrm>
            <a:off x="5899319" y="0"/>
            <a:ext cx="2196000" cy="5070984"/>
          </a:xfrm>
          <a:prstGeom prst="rect">
            <a:avLst/>
          </a:prstGeom>
        </p:spPr>
      </p:pic>
      <p:pic>
        <p:nvPicPr>
          <p:cNvPr id="9" name="Picture 8">
            <a:extLst>
              <a:ext uri="{FF2B5EF4-FFF2-40B4-BE49-F238E27FC236}">
                <a16:creationId xmlns:a16="http://schemas.microsoft.com/office/drawing/2014/main" id="{695EBA51-6387-4C4C-81D6-6B59BC0903D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3" r="-293" b="15968"/>
          <a:stretch/>
        </p:blipFill>
        <p:spPr>
          <a:xfrm>
            <a:off x="7908000" y="0"/>
            <a:ext cx="4284000" cy="5070984"/>
          </a:xfrm>
          <a:prstGeom prst="rect">
            <a:avLst/>
          </a:prstGeom>
        </p:spPr>
      </p:pic>
      <p:pic>
        <p:nvPicPr>
          <p:cNvPr id="12" name="Picture 11">
            <a:extLst>
              <a:ext uri="{FF2B5EF4-FFF2-40B4-BE49-F238E27FC236}">
                <a16:creationId xmlns:a16="http://schemas.microsoft.com/office/drawing/2014/main" id="{6F10BBFD-B3A4-5D47-9E65-C7EFA466431B}"/>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42253" y="5116341"/>
            <a:ext cx="3097618" cy="1425800"/>
          </a:xfrm>
          <a:prstGeom prst="rect">
            <a:avLst/>
          </a:prstGeom>
        </p:spPr>
      </p:pic>
      <p:sp>
        <p:nvSpPr>
          <p:cNvPr id="2" name="Title 1">
            <a:extLst>
              <a:ext uri="{FF2B5EF4-FFF2-40B4-BE49-F238E27FC236}">
                <a16:creationId xmlns:a16="http://schemas.microsoft.com/office/drawing/2014/main" id="{33B2095B-3738-14BB-59F0-FBF3EA2EEB4A}"/>
              </a:ext>
            </a:extLst>
          </p:cNvPr>
          <p:cNvSpPr>
            <a:spLocks noGrp="1"/>
          </p:cNvSpPr>
          <p:nvPr>
            <p:ph type="ctrTitle" idx="4294967295" hasCustomPrompt="1"/>
          </p:nvPr>
        </p:nvSpPr>
        <p:spPr>
          <a:xfrm>
            <a:off x="603860" y="2137502"/>
            <a:ext cx="5077440" cy="1291498"/>
          </a:xfrm>
        </p:spPr>
        <p:txBody>
          <a:bodyPr anchor="ctr" anchorCtr="0"/>
          <a:lstStyle>
            <a:lvl1pPr>
              <a:spcBef>
                <a:spcPts val="1600"/>
              </a:spcBef>
              <a:spcAft>
                <a:spcPts val="2400"/>
              </a:spcAft>
              <a:defRPr sz="4400">
                <a:solidFill>
                  <a:schemeClr val="tx1"/>
                </a:solidFill>
              </a:defRPr>
            </a:lvl1pPr>
          </a:lstStyle>
          <a:p>
            <a:pPr>
              <a:spcBef>
                <a:spcPts val="1200"/>
              </a:spcBef>
              <a:spcAft>
                <a:spcPts val="1800"/>
              </a:spcAft>
            </a:pPr>
            <a:r>
              <a:rPr lang="en-GB" dirty="0"/>
              <a:t>Click to edit master title style</a:t>
            </a:r>
            <a:endParaRPr lang="en-US" sz="3600" b="0" dirty="0"/>
          </a:p>
        </p:txBody>
      </p:sp>
      <p:pic>
        <p:nvPicPr>
          <p:cNvPr id="3" name="Picture 2" descr="A picture containing pattern, symmetry, black, darkness&#10;&#10;Description automatically generated">
            <a:extLst>
              <a:ext uri="{FF2B5EF4-FFF2-40B4-BE49-F238E27FC236}">
                <a16:creationId xmlns:a16="http://schemas.microsoft.com/office/drawing/2014/main" id="{0B3F2832-7570-4705-05E1-C4D00F3039B5}"/>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4254"/>
          <a:stretch/>
        </p:blipFill>
        <p:spPr>
          <a:xfrm>
            <a:off x="8313338" y="416892"/>
            <a:ext cx="3660070" cy="5397500"/>
          </a:xfrm>
          <a:prstGeom prst="rect">
            <a:avLst/>
          </a:prstGeom>
        </p:spPr>
      </p:pic>
      <p:sp>
        <p:nvSpPr>
          <p:cNvPr id="5" name="TextBox 4">
            <a:extLst>
              <a:ext uri="{FF2B5EF4-FFF2-40B4-BE49-F238E27FC236}">
                <a16:creationId xmlns:a16="http://schemas.microsoft.com/office/drawing/2014/main" id="{11793F8E-D348-C752-2686-405F4EDCC51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tx1">
                    <a:lumMod val="65000"/>
                    <a:lumOff val="35000"/>
                  </a:schemeClr>
                </a:solidFill>
                <a:effectLst/>
                <a:latin typeface="Helvetica Neue" panose="02000503000000020004" pitchFamily="2" charset="0"/>
              </a:rPr>
              <a:t>©</a:t>
            </a:r>
            <a:r>
              <a:rPr lang="en-AU" sz="800" dirty="0">
                <a:solidFill>
                  <a:schemeClr val="tx1">
                    <a:lumMod val="65000"/>
                    <a:lumOff val="35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22280688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0AE4D03-A620-D14C-BD5A-2A350807216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42253" y="5108785"/>
            <a:ext cx="3097618" cy="1425798"/>
          </a:xfrm>
          <a:prstGeom prst="rect">
            <a:avLst/>
          </a:prstGeom>
        </p:spPr>
      </p:pic>
      <p:sp>
        <p:nvSpPr>
          <p:cNvPr id="3" name="Title 1">
            <a:extLst>
              <a:ext uri="{FF2B5EF4-FFF2-40B4-BE49-F238E27FC236}">
                <a16:creationId xmlns:a16="http://schemas.microsoft.com/office/drawing/2014/main" id="{B6BBAC78-63F0-46DE-3550-3E04975BEB10}"/>
              </a:ext>
            </a:extLst>
          </p:cNvPr>
          <p:cNvSpPr>
            <a:spLocks noGrp="1"/>
          </p:cNvSpPr>
          <p:nvPr>
            <p:ph type="ctrTitle" idx="4294967295" hasCustomPrompt="1"/>
          </p:nvPr>
        </p:nvSpPr>
        <p:spPr>
          <a:xfrm>
            <a:off x="603860" y="2173853"/>
            <a:ext cx="5077440" cy="1218795"/>
          </a:xfrm>
        </p:spPr>
        <p:txBody>
          <a:bodyPr anchor="ctr" anchorCtr="0"/>
          <a:lstStyle>
            <a:lvl1pPr>
              <a:spcBef>
                <a:spcPts val="1600"/>
              </a:spcBef>
              <a:spcAft>
                <a:spcPts val="2400"/>
              </a:spcAft>
              <a:defRPr sz="4400">
                <a:solidFill>
                  <a:schemeClr val="bg1"/>
                </a:solidFill>
              </a:defRPr>
            </a:lvl1pPr>
          </a:lstStyle>
          <a:p>
            <a:pPr>
              <a:spcBef>
                <a:spcPts val="1200"/>
              </a:spcBef>
              <a:spcAft>
                <a:spcPts val="1800"/>
              </a:spcAft>
            </a:pPr>
            <a:r>
              <a:rPr lang="en-GB" dirty="0"/>
              <a:t>Click to edit master title style</a:t>
            </a:r>
            <a:endParaRPr lang="en-US" sz="3600" b="0" dirty="0"/>
          </a:p>
        </p:txBody>
      </p:sp>
      <p:pic>
        <p:nvPicPr>
          <p:cNvPr id="4" name="Picture 3" descr="A picture containing screenshot, pattern, symmetry, black&#10;&#10;Description automatically generated">
            <a:extLst>
              <a:ext uri="{FF2B5EF4-FFF2-40B4-BE49-F238E27FC236}">
                <a16:creationId xmlns:a16="http://schemas.microsoft.com/office/drawing/2014/main" id="{050392FE-8149-4829-F2B5-10E8A5D47E6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4639" r="1"/>
          <a:stretch/>
        </p:blipFill>
        <p:spPr>
          <a:xfrm>
            <a:off x="8328074" y="416892"/>
            <a:ext cx="3645334" cy="5397500"/>
          </a:xfrm>
          <a:prstGeom prst="rect">
            <a:avLst/>
          </a:prstGeom>
        </p:spPr>
      </p:pic>
      <p:sp>
        <p:nvSpPr>
          <p:cNvPr id="2" name="TextBox 1">
            <a:extLst>
              <a:ext uri="{FF2B5EF4-FFF2-40B4-BE49-F238E27FC236}">
                <a16:creationId xmlns:a16="http://schemas.microsoft.com/office/drawing/2014/main" id="{4D2F848E-F372-1363-36F4-3378179C61FE}"/>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6801426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Title Slide">
    <p:bg>
      <p:bgPr>
        <a:solidFill>
          <a:srgbClr val="ECECEC"/>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E8522B1-D663-0841-86D8-80D681225302}"/>
              </a:ext>
            </a:extLst>
          </p:cNvPr>
          <p:cNvSpPr>
            <a:spLocks noGrp="1"/>
          </p:cNvSpPr>
          <p:nvPr>
            <p:ph type="ctrTitle" idx="4294967295" hasCustomPrompt="1"/>
          </p:nvPr>
        </p:nvSpPr>
        <p:spPr>
          <a:xfrm>
            <a:off x="603860" y="2137502"/>
            <a:ext cx="5077440" cy="1291498"/>
          </a:xfrm>
        </p:spPr>
        <p:txBody>
          <a:bodyPr anchor="ctr" anchorCtr="0"/>
          <a:lstStyle>
            <a:lvl1pPr>
              <a:spcBef>
                <a:spcPts val="1600"/>
              </a:spcBef>
              <a:spcAft>
                <a:spcPts val="2400"/>
              </a:spcAft>
              <a:defRPr sz="4400">
                <a:solidFill>
                  <a:schemeClr val="tx1"/>
                </a:solidFill>
              </a:defRPr>
            </a:lvl1pPr>
          </a:lstStyle>
          <a:p>
            <a:pPr>
              <a:spcBef>
                <a:spcPts val="1200"/>
              </a:spcBef>
              <a:spcAft>
                <a:spcPts val="1800"/>
              </a:spcAft>
            </a:pPr>
            <a:r>
              <a:rPr lang="en-GB" dirty="0"/>
              <a:t>Click to edit master title style</a:t>
            </a:r>
            <a:endParaRPr lang="en-US" sz="3600" b="0" dirty="0"/>
          </a:p>
        </p:txBody>
      </p:sp>
      <p:pic>
        <p:nvPicPr>
          <p:cNvPr id="6" name="Picture 5">
            <a:extLst>
              <a:ext uri="{FF2B5EF4-FFF2-40B4-BE49-F238E27FC236}">
                <a16:creationId xmlns:a16="http://schemas.microsoft.com/office/drawing/2014/main" id="{A6E1F9C1-B904-C64A-9353-68E1CCDB98D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42253" y="5116341"/>
            <a:ext cx="3097618" cy="1425800"/>
          </a:xfrm>
          <a:prstGeom prst="rect">
            <a:avLst/>
          </a:prstGeom>
        </p:spPr>
      </p:pic>
      <p:pic>
        <p:nvPicPr>
          <p:cNvPr id="2" name="Picture 1" descr="A picture containing screenshot, pattern, symmetry, black&#10;&#10;Description automatically generated">
            <a:extLst>
              <a:ext uri="{FF2B5EF4-FFF2-40B4-BE49-F238E27FC236}">
                <a16:creationId xmlns:a16="http://schemas.microsoft.com/office/drawing/2014/main" id="{D4637D6B-3535-21BB-F5A3-4CEB19DD308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4639" r="1"/>
          <a:stretch/>
        </p:blipFill>
        <p:spPr>
          <a:xfrm>
            <a:off x="8328074" y="416892"/>
            <a:ext cx="3645334" cy="5397500"/>
          </a:xfrm>
          <a:prstGeom prst="rect">
            <a:avLst/>
          </a:prstGeom>
        </p:spPr>
      </p:pic>
      <p:sp>
        <p:nvSpPr>
          <p:cNvPr id="4" name="TextBox 3">
            <a:extLst>
              <a:ext uri="{FF2B5EF4-FFF2-40B4-BE49-F238E27FC236}">
                <a16:creationId xmlns:a16="http://schemas.microsoft.com/office/drawing/2014/main" id="{05EF8265-7BE8-7D30-63D9-3B73F577D4E8}"/>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41292541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_Title Slide">
    <p:bg>
      <p:bgPr>
        <a:solidFill>
          <a:srgbClr val="ECECEC"/>
        </a:solidFill>
        <a:effectLst/>
      </p:bgPr>
    </p:bg>
    <p:spTree>
      <p:nvGrpSpPr>
        <p:cNvPr id="1" name=""/>
        <p:cNvGrpSpPr/>
        <p:nvPr/>
      </p:nvGrpSpPr>
      <p:grpSpPr>
        <a:xfrm>
          <a:off x="0" y="0"/>
          <a:ext cx="0" cy="0"/>
          <a:chOff x="0" y="0"/>
          <a:chExt cx="0" cy="0"/>
        </a:xfrm>
      </p:grpSpPr>
      <p:pic>
        <p:nvPicPr>
          <p:cNvPr id="5" name="Picture 4" descr="A large building&#10;&#10;Description automatically generated">
            <a:extLst>
              <a:ext uri="{FF2B5EF4-FFF2-40B4-BE49-F238E27FC236}">
                <a16:creationId xmlns:a16="http://schemas.microsoft.com/office/drawing/2014/main" id="{44BB9AD5-5855-D74E-8009-AB00B987C4E0}"/>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05A239C4-066B-F74E-82A2-FE2AA5E70B1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97803" y="5191335"/>
            <a:ext cx="3097618" cy="1425798"/>
          </a:xfrm>
          <a:prstGeom prst="rect">
            <a:avLst/>
          </a:prstGeom>
        </p:spPr>
      </p:pic>
      <p:sp>
        <p:nvSpPr>
          <p:cNvPr id="3" name="Title 1">
            <a:extLst>
              <a:ext uri="{FF2B5EF4-FFF2-40B4-BE49-F238E27FC236}">
                <a16:creationId xmlns:a16="http://schemas.microsoft.com/office/drawing/2014/main" id="{641518E3-3AA8-F6D3-CBEF-2EB3AEFFBBE0}"/>
              </a:ext>
            </a:extLst>
          </p:cNvPr>
          <p:cNvSpPr>
            <a:spLocks noGrp="1"/>
          </p:cNvSpPr>
          <p:nvPr>
            <p:ph type="ctrTitle" idx="4294967295" hasCustomPrompt="1"/>
          </p:nvPr>
        </p:nvSpPr>
        <p:spPr>
          <a:xfrm>
            <a:off x="563897" y="1194792"/>
            <a:ext cx="5077440" cy="1218795"/>
          </a:xfrm>
        </p:spPr>
        <p:txBody>
          <a:bodyPr anchor="ctr" anchorCtr="0"/>
          <a:lstStyle>
            <a:lvl1pPr>
              <a:spcBef>
                <a:spcPts val="1600"/>
              </a:spcBef>
              <a:spcAft>
                <a:spcPts val="2400"/>
              </a:spcAft>
              <a:defRPr sz="4400">
                <a:solidFill>
                  <a:schemeClr val="tx1"/>
                </a:solidFill>
              </a:defRPr>
            </a:lvl1pPr>
          </a:lstStyle>
          <a:p>
            <a:pPr>
              <a:spcBef>
                <a:spcPts val="1200"/>
              </a:spcBef>
              <a:spcAft>
                <a:spcPts val="1800"/>
              </a:spcAft>
            </a:pPr>
            <a:r>
              <a:rPr lang="en-GB" dirty="0"/>
              <a:t>Click to edit master title style</a:t>
            </a:r>
            <a:endParaRPr lang="en-US" sz="3600" b="0" dirty="0"/>
          </a:p>
        </p:txBody>
      </p:sp>
      <p:sp>
        <p:nvSpPr>
          <p:cNvPr id="2" name="TextBox 1">
            <a:extLst>
              <a:ext uri="{FF2B5EF4-FFF2-40B4-BE49-F238E27FC236}">
                <a16:creationId xmlns:a16="http://schemas.microsoft.com/office/drawing/2014/main" id="{AB47E340-2F7D-8151-66B7-D638258C842A}"/>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16600941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5_Title Slide">
    <p:bg>
      <p:bgPr>
        <a:solidFill>
          <a:srgbClr val="ECECEC"/>
        </a:solidFill>
        <a:effectLst/>
      </p:bgPr>
    </p:bg>
    <p:spTree>
      <p:nvGrpSpPr>
        <p:cNvPr id="1" name=""/>
        <p:cNvGrpSpPr/>
        <p:nvPr/>
      </p:nvGrpSpPr>
      <p:grpSpPr>
        <a:xfrm>
          <a:off x="0" y="0"/>
          <a:ext cx="0" cy="0"/>
          <a:chOff x="0" y="0"/>
          <a:chExt cx="0" cy="0"/>
        </a:xfrm>
      </p:grpSpPr>
      <p:pic>
        <p:nvPicPr>
          <p:cNvPr id="5" name="Picture 4" descr="A picture containing outdoor, cloud, sky, tree&#10;&#10;Description automatically generated">
            <a:extLst>
              <a:ext uri="{FF2B5EF4-FFF2-40B4-BE49-F238E27FC236}">
                <a16:creationId xmlns:a16="http://schemas.microsoft.com/office/drawing/2014/main" id="{1BE27CF4-73CF-CF33-B948-C4085B2E3F0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304842" cy="6946899"/>
          </a:xfrm>
          <a:prstGeom prst="rect">
            <a:avLst/>
          </a:prstGeom>
        </p:spPr>
      </p:pic>
      <p:sp>
        <p:nvSpPr>
          <p:cNvPr id="8" name="Title 1">
            <a:extLst>
              <a:ext uri="{FF2B5EF4-FFF2-40B4-BE49-F238E27FC236}">
                <a16:creationId xmlns:a16="http://schemas.microsoft.com/office/drawing/2014/main" id="{3D1D3796-7D4F-154E-A210-F58938F3E69C}"/>
              </a:ext>
            </a:extLst>
          </p:cNvPr>
          <p:cNvSpPr>
            <a:spLocks noGrp="1"/>
          </p:cNvSpPr>
          <p:nvPr>
            <p:ph type="ctrTitle" idx="4294967295" hasCustomPrompt="1"/>
          </p:nvPr>
        </p:nvSpPr>
        <p:spPr>
          <a:xfrm>
            <a:off x="563897" y="1672318"/>
            <a:ext cx="5077440" cy="1291498"/>
          </a:xfrm>
        </p:spPr>
        <p:txBody>
          <a:bodyPr anchor="ctr" anchorCtr="0"/>
          <a:lstStyle>
            <a:lvl1pPr>
              <a:spcBef>
                <a:spcPts val="1600"/>
              </a:spcBef>
              <a:spcAft>
                <a:spcPts val="2400"/>
              </a:spcAft>
              <a:defRPr sz="4400">
                <a:solidFill>
                  <a:schemeClr val="bg1"/>
                </a:solidFill>
              </a:defRPr>
            </a:lvl1pPr>
          </a:lstStyle>
          <a:p>
            <a:pPr>
              <a:spcBef>
                <a:spcPts val="1200"/>
              </a:spcBef>
              <a:spcAft>
                <a:spcPts val="1800"/>
              </a:spcAft>
            </a:pPr>
            <a:r>
              <a:rPr lang="en-GB" dirty="0"/>
              <a:t>Click to edit master title style</a:t>
            </a:r>
            <a:endParaRPr lang="en-US" sz="3600" b="0" dirty="0"/>
          </a:p>
        </p:txBody>
      </p:sp>
      <p:pic>
        <p:nvPicPr>
          <p:cNvPr id="7" name="Picture 6">
            <a:extLst>
              <a:ext uri="{FF2B5EF4-FFF2-40B4-BE49-F238E27FC236}">
                <a16:creationId xmlns:a16="http://schemas.microsoft.com/office/drawing/2014/main" id="{B38D0EC0-A17F-A048-AB05-F1B8F237A153}"/>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97803" y="5191335"/>
            <a:ext cx="3097618" cy="1425798"/>
          </a:xfrm>
          <a:prstGeom prst="rect">
            <a:avLst/>
          </a:prstGeom>
        </p:spPr>
      </p:pic>
      <p:sp>
        <p:nvSpPr>
          <p:cNvPr id="4" name="TextBox 3">
            <a:extLst>
              <a:ext uri="{FF2B5EF4-FFF2-40B4-BE49-F238E27FC236}">
                <a16:creationId xmlns:a16="http://schemas.microsoft.com/office/drawing/2014/main" id="{BC9A4477-F31B-0306-040E-CDEC1DD0B3C6}"/>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19715499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8_Title Slide">
    <p:bg>
      <p:bgPr>
        <a:solidFill>
          <a:srgbClr val="ECECEC"/>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BB3C75B-2CDB-B3A7-76D3-8B38035E190F}"/>
              </a:ext>
            </a:extLst>
          </p:cNvPr>
          <p:cNvPicPr>
            <a:picLocks noChangeAspect="1"/>
          </p:cNvPicPr>
          <p:nvPr userDrawn="1"/>
        </p:nvPicPr>
        <p:blipFill>
          <a:blip r:embed="rId2"/>
          <a:src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526AB0C6-18A8-A690-7B2C-80947655F75E}"/>
              </a:ext>
            </a:extLst>
          </p:cNvPr>
          <p:cNvSpPr/>
          <p:nvPr userDrawn="1"/>
        </p:nvSpPr>
        <p:spPr>
          <a:xfrm>
            <a:off x="0" y="5354320"/>
            <a:ext cx="12191999" cy="1503680"/>
          </a:xfrm>
          <a:prstGeom prst="rect">
            <a:avLst/>
          </a:prstGeom>
          <a:gradFill>
            <a:gsLst>
              <a:gs pos="0">
                <a:schemeClr val="accent1">
                  <a:lumMod val="5000"/>
                  <a:lumOff val="95000"/>
                  <a:alpha val="0"/>
                </a:schemeClr>
              </a:gs>
              <a:gs pos="25000">
                <a:schemeClr val="tx1">
                  <a:alpha val="57854"/>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3D1D3796-7D4F-154E-A210-F58938F3E69C}"/>
              </a:ext>
            </a:extLst>
          </p:cNvPr>
          <p:cNvSpPr>
            <a:spLocks noGrp="1"/>
          </p:cNvSpPr>
          <p:nvPr>
            <p:ph type="ctrTitle" idx="4294967295" hasCustomPrompt="1"/>
          </p:nvPr>
        </p:nvSpPr>
        <p:spPr>
          <a:xfrm>
            <a:off x="563897" y="1672318"/>
            <a:ext cx="5077440" cy="1291498"/>
          </a:xfrm>
        </p:spPr>
        <p:txBody>
          <a:bodyPr anchor="ctr" anchorCtr="0"/>
          <a:lstStyle>
            <a:lvl1pPr>
              <a:spcBef>
                <a:spcPts val="1600"/>
              </a:spcBef>
              <a:spcAft>
                <a:spcPts val="2400"/>
              </a:spcAft>
              <a:defRPr sz="4400">
                <a:solidFill>
                  <a:schemeClr val="bg1"/>
                </a:solidFill>
              </a:defRPr>
            </a:lvl1pPr>
          </a:lstStyle>
          <a:p>
            <a:pPr>
              <a:spcBef>
                <a:spcPts val="1200"/>
              </a:spcBef>
              <a:spcAft>
                <a:spcPts val="1800"/>
              </a:spcAft>
            </a:pPr>
            <a:r>
              <a:rPr lang="en-GB" dirty="0"/>
              <a:t>Click to edit master title style</a:t>
            </a:r>
            <a:endParaRPr lang="en-US" sz="3600" b="0" dirty="0"/>
          </a:p>
        </p:txBody>
      </p:sp>
      <p:sp>
        <p:nvSpPr>
          <p:cNvPr id="4" name="TextBox 3">
            <a:extLst>
              <a:ext uri="{FF2B5EF4-FFF2-40B4-BE49-F238E27FC236}">
                <a16:creationId xmlns:a16="http://schemas.microsoft.com/office/drawing/2014/main" id="{BC9A4477-F31B-0306-040E-CDEC1DD0B3C6}"/>
              </a:ext>
            </a:extLst>
          </p:cNvPr>
          <p:cNvSpPr txBox="1"/>
          <p:nvPr userDrawn="1"/>
        </p:nvSpPr>
        <p:spPr>
          <a:xfrm>
            <a:off x="3341038" y="6708625"/>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pic>
        <p:nvPicPr>
          <p:cNvPr id="10" name="Picture 9">
            <a:extLst>
              <a:ext uri="{FF2B5EF4-FFF2-40B4-BE49-F238E27FC236}">
                <a16:creationId xmlns:a16="http://schemas.microsoft.com/office/drawing/2014/main" id="{D12ED99E-6B9D-7AEA-3698-4DD759E3B9B7}"/>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97803" y="5191335"/>
            <a:ext cx="3097618" cy="1425798"/>
          </a:xfrm>
          <a:prstGeom prst="rect">
            <a:avLst/>
          </a:prstGeom>
        </p:spPr>
      </p:pic>
    </p:spTree>
    <p:extLst>
      <p:ext uri="{BB962C8B-B14F-4D97-AF65-F5344CB8AC3E}">
        <p14:creationId xmlns:p14="http://schemas.microsoft.com/office/powerpoint/2010/main" val="27745762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9_Title Slide">
    <p:bg>
      <p:bgPr>
        <a:solidFill>
          <a:srgbClr val="ECECEC"/>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066CA2-5C58-5921-60E9-D28ADA36826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1B693D0-9E80-C772-133E-7B4CB57CE3B3}"/>
              </a:ext>
            </a:extLst>
          </p:cNvPr>
          <p:cNvSpPr/>
          <p:nvPr userDrawn="1"/>
        </p:nvSpPr>
        <p:spPr>
          <a:xfrm>
            <a:off x="0" y="5354320"/>
            <a:ext cx="12191999" cy="1503680"/>
          </a:xfrm>
          <a:prstGeom prst="rect">
            <a:avLst/>
          </a:prstGeom>
          <a:gradFill>
            <a:gsLst>
              <a:gs pos="0">
                <a:schemeClr val="accent1">
                  <a:lumMod val="5000"/>
                  <a:lumOff val="95000"/>
                  <a:alpha val="0"/>
                </a:schemeClr>
              </a:gs>
              <a:gs pos="25000">
                <a:schemeClr val="tx1">
                  <a:alpha val="57854"/>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C9A4477-F31B-0306-040E-CDEC1DD0B3C6}"/>
              </a:ext>
            </a:extLst>
          </p:cNvPr>
          <p:cNvSpPr txBox="1"/>
          <p:nvPr userDrawn="1"/>
        </p:nvSpPr>
        <p:spPr>
          <a:xfrm>
            <a:off x="3341038" y="6708625"/>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pic>
        <p:nvPicPr>
          <p:cNvPr id="7" name="Picture 6">
            <a:extLst>
              <a:ext uri="{FF2B5EF4-FFF2-40B4-BE49-F238E27FC236}">
                <a16:creationId xmlns:a16="http://schemas.microsoft.com/office/drawing/2014/main" id="{FC76220B-EB3D-736A-703B-9D5C9AC0506B}"/>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97803" y="5191335"/>
            <a:ext cx="3097618" cy="1425798"/>
          </a:xfrm>
          <a:prstGeom prst="rect">
            <a:avLst/>
          </a:prstGeom>
        </p:spPr>
      </p:pic>
      <p:sp>
        <p:nvSpPr>
          <p:cNvPr id="2" name="Rectangle 1">
            <a:extLst>
              <a:ext uri="{FF2B5EF4-FFF2-40B4-BE49-F238E27FC236}">
                <a16:creationId xmlns:a16="http://schemas.microsoft.com/office/drawing/2014/main" id="{EEB389DE-8018-324D-9427-78B74469B8FA}"/>
              </a:ext>
            </a:extLst>
          </p:cNvPr>
          <p:cNvSpPr/>
          <p:nvPr userDrawn="1"/>
        </p:nvSpPr>
        <p:spPr>
          <a:xfrm rot="10800000">
            <a:off x="0" y="0"/>
            <a:ext cx="12191999" cy="2769326"/>
          </a:xfrm>
          <a:prstGeom prst="rect">
            <a:avLst/>
          </a:prstGeom>
          <a:gradFill>
            <a:gsLst>
              <a:gs pos="0">
                <a:schemeClr val="accent1">
                  <a:lumMod val="5000"/>
                  <a:lumOff val="95000"/>
                  <a:alpha val="0"/>
                </a:schemeClr>
              </a:gs>
              <a:gs pos="25000">
                <a:schemeClr val="tx1">
                  <a:alpha val="2174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544572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5EED0-7B04-EAF4-1F53-51D4DEE3CEC9}"/>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631177F8-3650-5A2E-A2E0-5BADADAC79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F4DA1B7-5ED6-795D-141F-0F3272F9AEDD}"/>
              </a:ext>
            </a:extLst>
          </p:cNvPr>
          <p:cNvSpPr>
            <a:spLocks noGrp="1"/>
          </p:cNvSpPr>
          <p:nvPr>
            <p:ph type="dt" sz="half" idx="10"/>
          </p:nvPr>
        </p:nvSpPr>
        <p:spPr/>
        <p:txBody>
          <a:bodyPr/>
          <a:lstStyle/>
          <a:p>
            <a:fld id="{3F528615-D86D-44D9-8D2B-244F1DA6DF99}" type="datetimeFigureOut">
              <a:rPr lang="en-AU" smtClean="0"/>
              <a:t>7/03/2025</a:t>
            </a:fld>
            <a:endParaRPr lang="en-AU"/>
          </a:p>
        </p:txBody>
      </p:sp>
      <p:sp>
        <p:nvSpPr>
          <p:cNvPr id="5" name="Footer Placeholder 4">
            <a:extLst>
              <a:ext uri="{FF2B5EF4-FFF2-40B4-BE49-F238E27FC236}">
                <a16:creationId xmlns:a16="http://schemas.microsoft.com/office/drawing/2014/main" id="{B069159E-68B1-BAAB-5C88-896E7D65F47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08D57A4-5C81-1592-9BB2-4E3A6B75D5C9}"/>
              </a:ext>
            </a:extLst>
          </p:cNvPr>
          <p:cNvSpPr>
            <a:spLocks noGrp="1"/>
          </p:cNvSpPr>
          <p:nvPr>
            <p:ph type="sldNum" sz="quarter" idx="12"/>
          </p:nvPr>
        </p:nvSpPr>
        <p:spPr/>
        <p:txBody>
          <a:bodyPr/>
          <a:lstStyle/>
          <a:p>
            <a:fld id="{225B9568-9CAF-4287-B18A-262278716716}" type="slidenum">
              <a:rPr lang="en-AU" smtClean="0"/>
              <a:t>‹#›</a:t>
            </a:fld>
            <a:endParaRPr lang="en-AU"/>
          </a:p>
        </p:txBody>
      </p:sp>
    </p:spTree>
    <p:extLst>
      <p:ext uri="{BB962C8B-B14F-4D97-AF65-F5344CB8AC3E}">
        <p14:creationId xmlns:p14="http://schemas.microsoft.com/office/powerpoint/2010/main" val="351973356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F4FD54-D143-8544-8A0E-C449B851C5F4}"/>
              </a:ext>
            </a:extLst>
          </p:cNvPr>
          <p:cNvSpPr>
            <a:spLocks noGrp="1"/>
          </p:cNvSpPr>
          <p:nvPr>
            <p:ph type="title"/>
          </p:nvPr>
        </p:nvSpPr>
        <p:spPr>
          <a:xfrm>
            <a:off x="365760" y="350838"/>
            <a:ext cx="11436772"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876B6D7-1BFF-2D47-9B38-9CF11F641FED}"/>
              </a:ext>
            </a:extLst>
          </p:cNvPr>
          <p:cNvSpPr>
            <a:spLocks noGrp="1"/>
          </p:cNvSpPr>
          <p:nvPr>
            <p:ph type="body" idx="1"/>
          </p:nvPr>
        </p:nvSpPr>
        <p:spPr>
          <a:xfrm>
            <a:off x="365759" y="1393825"/>
            <a:ext cx="11436773" cy="457517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2817484"/>
      </p:ext>
    </p:extLst>
  </p:cSld>
  <p:clrMap bg1="lt1" tx1="dk1" bg2="lt2" tx2="dk2" accent1="accent1" accent2="accent2" accent3="accent3" accent4="accent4" accent5="accent5" accent6="accent6" hlink="hlink" folHlink="folHlink"/>
  <p:sldLayoutIdLst>
    <p:sldLayoutId id="2147483649" r:id="rId1"/>
    <p:sldLayoutId id="2147483705" r:id="rId2"/>
    <p:sldLayoutId id="2147483706" r:id="rId3"/>
    <p:sldLayoutId id="2147483650" r:id="rId4"/>
    <p:sldLayoutId id="2147483710" r:id="rId5"/>
    <p:sldLayoutId id="2147483702" r:id="rId6"/>
    <p:sldLayoutId id="2147483709" r:id="rId7"/>
    <p:sldLayoutId id="2147483658" r:id="rId8"/>
    <p:sldLayoutId id="2147483693" r:id="rId9"/>
    <p:sldLayoutId id="2147483694" r:id="rId10"/>
    <p:sldLayoutId id="2147483692" r:id="rId11"/>
    <p:sldLayoutId id="2147483686" r:id="rId12"/>
    <p:sldLayoutId id="2147483667" r:id="rId13"/>
    <p:sldLayoutId id="2147483652" r:id="rId14"/>
    <p:sldLayoutId id="2147483698" r:id="rId15"/>
    <p:sldLayoutId id="2147483695" r:id="rId16"/>
    <p:sldLayoutId id="2147483696" r:id="rId17"/>
    <p:sldLayoutId id="2147483680" r:id="rId18"/>
    <p:sldLayoutId id="2147483656" r:id="rId19"/>
    <p:sldLayoutId id="2147483657" r:id="rId20"/>
    <p:sldLayoutId id="2147483681" r:id="rId21"/>
    <p:sldLayoutId id="2147483653" r:id="rId22"/>
    <p:sldLayoutId id="2147483682" r:id="rId23"/>
    <p:sldLayoutId id="2147483676" r:id="rId24"/>
    <p:sldLayoutId id="2147483666" r:id="rId25"/>
    <p:sldLayoutId id="2147483708" r:id="rId26"/>
    <p:sldLayoutId id="2147483683" r:id="rId27"/>
    <p:sldLayoutId id="2147483707" r:id="rId28"/>
    <p:sldLayoutId id="2147483663" r:id="rId29"/>
    <p:sldLayoutId id="2147483700" r:id="rId30"/>
    <p:sldLayoutId id="2147483697" r:id="rId31"/>
    <p:sldLayoutId id="2147483699" r:id="rId32"/>
    <p:sldLayoutId id="2147483701" r:id="rId33"/>
    <p:sldLayoutId id="2147483661" r:id="rId34"/>
    <p:sldLayoutId id="2147483669" r:id="rId35"/>
    <p:sldLayoutId id="2147483690" r:id="rId36"/>
    <p:sldLayoutId id="2147483691" r:id="rId37"/>
    <p:sldLayoutId id="2147483703" r:id="rId38"/>
    <p:sldLayoutId id="2147483704" r:id="rId39"/>
    <p:sldLayoutId id="2147483711" r:id="rId40"/>
    <p:sldLayoutId id="2147483712" r:id="rId41"/>
    <p:sldLayoutId id="2147483713" r:id="rId42"/>
  </p:sldLayoutIdLst>
  <p:hf sldNum="0" hdr="0" dt="0"/>
  <p:txStyles>
    <p:title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p:titleStyle>
    <p:bodyStyle>
      <a:lvl1pPr marL="287986"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2000" b="1" i="0" kern="1200">
          <a:solidFill>
            <a:schemeClr val="tx1"/>
          </a:solidFill>
          <a:latin typeface="Arial" panose="020B0604020202020204" pitchFamily="34" charset="0"/>
          <a:ea typeface="+mn-ea"/>
          <a:cs typeface="Arial" panose="020B0604020202020204" pitchFamily="34" charset="0"/>
        </a:defRPr>
      </a:lvl1pPr>
      <a:lvl2pPr marL="575972"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800" b="0" i="0" kern="1200">
          <a:solidFill>
            <a:schemeClr val="tx1"/>
          </a:solidFill>
          <a:latin typeface="Arial" panose="020B0604020202020204" pitchFamily="34" charset="0"/>
          <a:ea typeface="+mn-ea"/>
          <a:cs typeface="Arial" panose="020B0604020202020204" pitchFamily="34" charset="0"/>
        </a:defRPr>
      </a:lvl2pPr>
      <a:lvl3pPr marL="863957"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600" b="1" i="0" kern="1200">
          <a:solidFill>
            <a:schemeClr val="tx1"/>
          </a:solidFill>
          <a:latin typeface="Arial" panose="020B0604020202020204" pitchFamily="34" charset="0"/>
          <a:ea typeface="+mn-ea"/>
          <a:cs typeface="Arial" panose="020B0604020202020204" pitchFamily="34" charset="0"/>
        </a:defRPr>
      </a:lvl3pPr>
      <a:lvl4pPr marL="1151942"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400" b="0" i="0" kern="1200">
          <a:solidFill>
            <a:schemeClr val="tx1"/>
          </a:solidFill>
          <a:latin typeface="Arial" panose="020B0604020202020204" pitchFamily="34" charset="0"/>
          <a:ea typeface="+mn-ea"/>
          <a:cs typeface="Arial" panose="020B0604020202020204" pitchFamily="34" charset="0"/>
        </a:defRPr>
      </a:lvl4pPr>
      <a:lvl5pPr marL="1439928"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200" b="1" i="0" kern="1200">
          <a:solidFill>
            <a:schemeClr val="tx1"/>
          </a:solidFill>
          <a:latin typeface="Arial" panose="020B0604020202020204" pitchFamily="34" charset="0"/>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image" Target="../media/image37.jpg"/><Relationship Id="rId1" Type="http://schemas.openxmlformats.org/officeDocument/2006/relationships/slideLayout" Target="../slideLayouts/slideLayout16.xml"/><Relationship Id="rId4" Type="http://schemas.openxmlformats.org/officeDocument/2006/relationships/image" Target="../media/image3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42.xml"/><Relationship Id="rId5" Type="http://schemas.openxmlformats.org/officeDocument/2006/relationships/image" Target="../media/image46.jpg"/><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3" Type="http://schemas.openxmlformats.org/officeDocument/2006/relationships/image" Target="../media/image56.jpg"/><Relationship Id="rId2" Type="http://schemas.openxmlformats.org/officeDocument/2006/relationships/image" Target="../media/image55.jpg"/><Relationship Id="rId1" Type="http://schemas.openxmlformats.org/officeDocument/2006/relationships/slideLayout" Target="../slideLayouts/slideLayout16.xml"/><Relationship Id="rId5" Type="http://schemas.openxmlformats.org/officeDocument/2006/relationships/image" Target="../media/image58.jpg"/><Relationship Id="rId4" Type="http://schemas.openxmlformats.org/officeDocument/2006/relationships/image" Target="../media/image57.jpg"/></Relationships>
</file>

<file path=ppt/slides/_rels/slide31.xml.rels><?xml version="1.0" encoding="UTF-8" standalone="yes"?>
<Relationships xmlns="http://schemas.openxmlformats.org/package/2006/relationships"><Relationship Id="rId3" Type="http://schemas.openxmlformats.org/officeDocument/2006/relationships/image" Target="../media/image60.jpg"/><Relationship Id="rId2" Type="http://schemas.openxmlformats.org/officeDocument/2006/relationships/image" Target="../media/image59.jpg"/><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image" Target="../media/image61.jpg"/><Relationship Id="rId1" Type="http://schemas.openxmlformats.org/officeDocument/2006/relationships/slideLayout" Target="../slideLayouts/slideLayout42.xml"/><Relationship Id="rId4" Type="http://schemas.openxmlformats.org/officeDocument/2006/relationships/image" Target="../media/image63.jpg"/></Relationships>
</file>

<file path=ppt/slides/_rels/slide33.xml.rels><?xml version="1.0" encoding="UTF-8" standalone="yes"?>
<Relationships xmlns="http://schemas.openxmlformats.org/package/2006/relationships"><Relationship Id="rId3" Type="http://schemas.openxmlformats.org/officeDocument/2006/relationships/image" Target="../media/image65.jpg"/><Relationship Id="rId2" Type="http://schemas.openxmlformats.org/officeDocument/2006/relationships/image" Target="../media/image64.jpg"/><Relationship Id="rId1" Type="http://schemas.openxmlformats.org/officeDocument/2006/relationships/slideLayout" Target="../slideLayouts/slideLayout42.xml"/><Relationship Id="rId4" Type="http://schemas.openxmlformats.org/officeDocument/2006/relationships/image" Target="../media/image66.jpg"/></Relationships>
</file>

<file path=ppt/slides/_rels/slide34.xml.rels><?xml version="1.0" encoding="UTF-8" standalone="yes"?>
<Relationships xmlns="http://schemas.openxmlformats.org/package/2006/relationships"><Relationship Id="rId3" Type="http://schemas.openxmlformats.org/officeDocument/2006/relationships/image" Target="../media/image68.jpg"/><Relationship Id="rId2" Type="http://schemas.openxmlformats.org/officeDocument/2006/relationships/image" Target="../media/image67.jpg"/><Relationship Id="rId1" Type="http://schemas.openxmlformats.org/officeDocument/2006/relationships/slideLayout" Target="../slideLayouts/slideLayout42.xml"/><Relationship Id="rId4" Type="http://schemas.openxmlformats.org/officeDocument/2006/relationships/image" Target="../media/image69.jpg"/></Relationships>
</file>

<file path=ppt/slides/_rels/slide35.xml.rels><?xml version="1.0" encoding="UTF-8" standalone="yes"?>
<Relationships xmlns="http://schemas.openxmlformats.org/package/2006/relationships"><Relationship Id="rId3" Type="http://schemas.openxmlformats.org/officeDocument/2006/relationships/hyperlink" Target="https://www.youtube.com/watch?v=bDl91Z3v5RY" TargetMode="External"/><Relationship Id="rId2" Type="http://schemas.openxmlformats.org/officeDocument/2006/relationships/hyperlink" Target="https://www.youtube.com/watch?v=98PALn5XG0U" TargetMode="External"/><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7.xml.rels><?xml version="1.0" encoding="UTF-8" standalone="yes"?>
<Relationships xmlns="http://schemas.openxmlformats.org/package/2006/relationships"><Relationship Id="rId3" Type="http://schemas.openxmlformats.org/officeDocument/2006/relationships/hyperlink" Target="https://www.stevenholl.com/" TargetMode="External"/><Relationship Id="rId2" Type="http://schemas.openxmlformats.org/officeDocument/2006/relationships/hyperlink" Target="https://www.pinterest.com/" TargetMode="External"/><Relationship Id="rId1" Type="http://schemas.openxmlformats.org/officeDocument/2006/relationships/slideLayout" Target="../slideLayouts/slideLayout16.xml"/><Relationship Id="rId4" Type="http://schemas.openxmlformats.org/officeDocument/2006/relationships/hyperlink" Target="https://www.archdaily.com/"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037F766-F5AA-C743-82FA-9221F693F5C7}"/>
              </a:ext>
            </a:extLst>
          </p:cNvPr>
          <p:cNvSpPr>
            <a:spLocks noGrp="1"/>
          </p:cNvSpPr>
          <p:nvPr>
            <p:ph type="ctrTitle"/>
          </p:nvPr>
        </p:nvSpPr>
        <p:spPr>
          <a:xfrm>
            <a:off x="599440" y="1832433"/>
            <a:ext cx="6291512" cy="1479648"/>
          </a:xfrm>
        </p:spPr>
        <p:txBody>
          <a:bodyPr lIns="0" tIns="0" rIns="0" bIns="0"/>
          <a:lstStyle/>
          <a:p>
            <a:r>
              <a:rPr lang="en-US" dirty="0"/>
              <a:t>Session 6</a:t>
            </a:r>
          </a:p>
        </p:txBody>
      </p:sp>
      <p:sp>
        <p:nvSpPr>
          <p:cNvPr id="10" name="Subtitle 2">
            <a:extLst>
              <a:ext uri="{FF2B5EF4-FFF2-40B4-BE49-F238E27FC236}">
                <a16:creationId xmlns:a16="http://schemas.microsoft.com/office/drawing/2014/main" id="{2122BAEA-8E13-DA41-A1A3-099D1631A6AE}"/>
              </a:ext>
            </a:extLst>
          </p:cNvPr>
          <p:cNvSpPr>
            <a:spLocks noGrp="1"/>
          </p:cNvSpPr>
          <p:nvPr>
            <p:ph type="subTitle" idx="1"/>
          </p:nvPr>
        </p:nvSpPr>
        <p:spPr>
          <a:xfrm>
            <a:off x="599441" y="3259667"/>
            <a:ext cx="5069840" cy="990115"/>
          </a:xfrm>
        </p:spPr>
        <p:txBody>
          <a:bodyPr lIns="0" tIns="0" rIns="0" bIns="0"/>
          <a:lstStyle/>
          <a:p>
            <a:r>
              <a:rPr lang="en-US" dirty="0"/>
              <a:t>NAD1001: INTRODUCTION TO ARCHITECTURAL DESIGN</a:t>
            </a:r>
          </a:p>
        </p:txBody>
      </p:sp>
    </p:spTree>
    <p:extLst>
      <p:ext uri="{BB962C8B-B14F-4D97-AF65-F5344CB8AC3E}">
        <p14:creationId xmlns:p14="http://schemas.microsoft.com/office/powerpoint/2010/main" val="26932544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6784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429C25E-60B7-BE46-E6EB-6AAEC01BB7E4}"/>
              </a:ext>
            </a:extLst>
          </p:cNvPr>
          <p:cNvPicPr>
            <a:picLocks noChangeAspect="1"/>
          </p:cNvPicPr>
          <p:nvPr/>
        </p:nvPicPr>
        <p:blipFill>
          <a:blip r:embed="rId2"/>
          <a:stretch>
            <a:fillRect/>
          </a:stretch>
        </p:blipFill>
        <p:spPr>
          <a:xfrm>
            <a:off x="5220826" y="400023"/>
            <a:ext cx="5206218" cy="5277360"/>
          </a:xfrm>
          <a:prstGeom prst="rect">
            <a:avLst/>
          </a:prstGeom>
        </p:spPr>
      </p:pic>
      <p:sp>
        <p:nvSpPr>
          <p:cNvPr id="10" name="TextBox 9">
            <a:extLst>
              <a:ext uri="{FF2B5EF4-FFF2-40B4-BE49-F238E27FC236}">
                <a16:creationId xmlns:a16="http://schemas.microsoft.com/office/drawing/2014/main" id="{18AEE7AE-D6CD-E7F3-826C-0CA3A84BD4E6}"/>
              </a:ext>
            </a:extLst>
          </p:cNvPr>
          <p:cNvSpPr txBox="1"/>
          <p:nvPr/>
        </p:nvSpPr>
        <p:spPr>
          <a:xfrm>
            <a:off x="5007122" y="5746837"/>
            <a:ext cx="6096000" cy="369332"/>
          </a:xfrm>
          <a:prstGeom prst="rect">
            <a:avLst/>
          </a:prstGeom>
          <a:noFill/>
        </p:spPr>
        <p:txBody>
          <a:bodyPr wrap="square">
            <a:spAutoFit/>
          </a:bodyPr>
          <a:lstStyle/>
          <a:p>
            <a:pPr algn="l">
              <a:spcAft>
                <a:spcPts val="375"/>
              </a:spcAft>
            </a:pPr>
            <a:r>
              <a:rPr lang="en-US" sz="1800" i="0" dirty="0">
                <a:solidFill>
                  <a:srgbClr val="000000"/>
                </a:solidFill>
                <a:effectLst/>
                <a:latin typeface="var(--font-geller,&quot;GellerHeadline-Bold&quot;,Georgia-Bold)"/>
              </a:rPr>
              <a:t>Source: Design Drawing by </a:t>
            </a:r>
            <a:r>
              <a:rPr lang="en-US" sz="1800" i="0" u="none" strike="noStrike" dirty="0">
                <a:solidFill>
                  <a:srgbClr val="000000"/>
                </a:solidFill>
                <a:effectLst/>
                <a:latin typeface="var(--font-manrope,&quot;Manrope&quot;,Helvetica)"/>
              </a:rPr>
              <a:t>Francis D. K. Ching</a:t>
            </a:r>
            <a:endParaRPr lang="en-US" sz="1800" i="0" dirty="0">
              <a:solidFill>
                <a:srgbClr val="000000"/>
              </a:solidFill>
              <a:effectLst/>
              <a:latin typeface="__Inter_d65c78"/>
            </a:endParaRPr>
          </a:p>
        </p:txBody>
      </p:sp>
      <p:sp>
        <p:nvSpPr>
          <p:cNvPr id="2" name="Title 1">
            <a:extLst>
              <a:ext uri="{FF2B5EF4-FFF2-40B4-BE49-F238E27FC236}">
                <a16:creationId xmlns:a16="http://schemas.microsoft.com/office/drawing/2014/main" id="{EB643DA9-FFDB-E869-0849-B64D5734C63F}"/>
              </a:ext>
            </a:extLst>
          </p:cNvPr>
          <p:cNvSpPr>
            <a:spLocks noGrp="1"/>
          </p:cNvSpPr>
          <p:nvPr>
            <p:ph type="title"/>
          </p:nvPr>
        </p:nvSpPr>
        <p:spPr>
          <a:xfrm>
            <a:off x="399737" y="343837"/>
            <a:ext cx="4253286" cy="1670158"/>
          </a:xfrm>
        </p:spPr>
        <p:txBody>
          <a:bodyPr/>
          <a:lstStyle/>
          <a:p>
            <a:r>
              <a:rPr lang="en-US" altLang="zh-CN" dirty="0"/>
              <a:t>Elevation View and Other Drawings</a:t>
            </a:r>
            <a:br>
              <a:rPr lang="en-AU" dirty="0"/>
            </a:br>
            <a:endParaRPr lang="en-AU" dirty="0"/>
          </a:p>
        </p:txBody>
      </p:sp>
    </p:spTree>
    <p:extLst>
      <p:ext uri="{BB962C8B-B14F-4D97-AF65-F5344CB8AC3E}">
        <p14:creationId xmlns:p14="http://schemas.microsoft.com/office/powerpoint/2010/main" val="689361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9D5AA1F-78FA-5055-51C7-09C4C2EE513E}"/>
              </a:ext>
            </a:extLst>
          </p:cNvPr>
          <p:cNvPicPr>
            <a:picLocks noChangeAspect="1"/>
          </p:cNvPicPr>
          <p:nvPr/>
        </p:nvPicPr>
        <p:blipFill>
          <a:blip r:embed="rId2"/>
          <a:stretch>
            <a:fillRect/>
          </a:stretch>
        </p:blipFill>
        <p:spPr>
          <a:xfrm>
            <a:off x="2142104" y="167125"/>
            <a:ext cx="7907791" cy="5933441"/>
          </a:xfrm>
          <a:prstGeom prst="rect">
            <a:avLst/>
          </a:prstGeom>
        </p:spPr>
      </p:pic>
      <p:sp>
        <p:nvSpPr>
          <p:cNvPr id="2" name="Title 1">
            <a:extLst>
              <a:ext uri="{FF2B5EF4-FFF2-40B4-BE49-F238E27FC236}">
                <a16:creationId xmlns:a16="http://schemas.microsoft.com/office/drawing/2014/main" id="{186FCB79-7E4E-B99A-DDD5-EB9C52381E07}"/>
              </a:ext>
            </a:extLst>
          </p:cNvPr>
          <p:cNvSpPr>
            <a:spLocks noGrp="1"/>
          </p:cNvSpPr>
          <p:nvPr>
            <p:ph type="title"/>
          </p:nvPr>
        </p:nvSpPr>
        <p:spPr>
          <a:xfrm>
            <a:off x="418318" y="366322"/>
            <a:ext cx="11459535" cy="886397"/>
          </a:xfrm>
        </p:spPr>
        <p:txBody>
          <a:bodyPr/>
          <a:lstStyle/>
          <a:p>
            <a:r>
              <a:rPr lang="en-US" altLang="zh-CN" dirty="0"/>
              <a:t>Projection System</a:t>
            </a:r>
            <a:br>
              <a:rPr lang="en-AU" dirty="0"/>
            </a:br>
            <a:endParaRPr lang="en-AU" dirty="0"/>
          </a:p>
        </p:txBody>
      </p:sp>
    </p:spTree>
    <p:extLst>
      <p:ext uri="{BB962C8B-B14F-4D97-AF65-F5344CB8AC3E}">
        <p14:creationId xmlns:p14="http://schemas.microsoft.com/office/powerpoint/2010/main" val="3656017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C728A-0380-F56E-9573-B5C8BC82F8B0}"/>
              </a:ext>
            </a:extLst>
          </p:cNvPr>
          <p:cNvSpPr>
            <a:spLocks noGrp="1"/>
          </p:cNvSpPr>
          <p:nvPr>
            <p:ph type="title"/>
          </p:nvPr>
        </p:nvSpPr>
        <p:spPr/>
        <p:txBody>
          <a:bodyPr>
            <a:normAutofit fontScale="90000"/>
          </a:bodyPr>
          <a:lstStyle/>
          <a:p>
            <a:r>
              <a:rPr lang="en-US" altLang="zh-CN" dirty="0"/>
              <a:t>Projection System</a:t>
            </a:r>
            <a:br>
              <a:rPr lang="en-AU" dirty="0"/>
            </a:br>
            <a:endParaRPr lang="en-AU" dirty="0"/>
          </a:p>
        </p:txBody>
      </p:sp>
      <p:pic>
        <p:nvPicPr>
          <p:cNvPr id="5" name="Content Placeholder 4">
            <a:extLst>
              <a:ext uri="{FF2B5EF4-FFF2-40B4-BE49-F238E27FC236}">
                <a16:creationId xmlns:a16="http://schemas.microsoft.com/office/drawing/2014/main" id="{25343AB3-614C-E798-8EC2-79756A9EBDD3}"/>
              </a:ext>
            </a:extLst>
          </p:cNvPr>
          <p:cNvPicPr>
            <a:picLocks noGrp="1" noChangeAspect="1"/>
          </p:cNvPicPr>
          <p:nvPr>
            <p:ph idx="4294967295"/>
          </p:nvPr>
        </p:nvPicPr>
        <p:blipFill>
          <a:blip r:embed="rId2"/>
          <a:stretch>
            <a:fillRect/>
          </a:stretch>
        </p:blipFill>
        <p:spPr>
          <a:xfrm>
            <a:off x="3777310" y="0"/>
            <a:ext cx="8081962" cy="6224587"/>
          </a:xfrm>
        </p:spPr>
      </p:pic>
    </p:spTree>
    <p:extLst>
      <p:ext uri="{BB962C8B-B14F-4D97-AF65-F5344CB8AC3E}">
        <p14:creationId xmlns:p14="http://schemas.microsoft.com/office/powerpoint/2010/main" val="4127625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351EF4-9298-60E1-DC3D-4885AD0EB604}"/>
              </a:ext>
            </a:extLst>
          </p:cNvPr>
          <p:cNvSpPr>
            <a:spLocks noGrp="1"/>
          </p:cNvSpPr>
          <p:nvPr>
            <p:ph type="body" sz="half" idx="2"/>
          </p:nvPr>
        </p:nvSpPr>
        <p:spPr>
          <a:xfrm>
            <a:off x="399737" y="1219726"/>
            <a:ext cx="4507929" cy="4619701"/>
          </a:xfrm>
        </p:spPr>
        <p:txBody>
          <a:bodyPr>
            <a:normAutofit/>
          </a:bodyPr>
          <a:lstStyle/>
          <a:p>
            <a:pPr marL="342900" indent="-342900">
              <a:buFont typeface="Arial" panose="020B0604020202020204" pitchFamily="34" charset="0"/>
              <a:buChar char="•"/>
            </a:pPr>
            <a:r>
              <a:rPr lang="en-US" dirty="0"/>
              <a:t>An essential part of the design and drafting process</a:t>
            </a:r>
          </a:p>
          <a:p>
            <a:pPr marL="342900" indent="-342900">
              <a:buFont typeface="Arial" panose="020B0604020202020204" pitchFamily="34" charset="0"/>
              <a:buChar char="•"/>
            </a:pPr>
            <a:r>
              <a:rPr lang="en-US" dirty="0"/>
              <a:t>Elevations are orthographic drawings showing outside/exterior views of the building</a:t>
            </a:r>
          </a:p>
          <a:p>
            <a:pPr marL="342900" indent="-342900">
              <a:buFont typeface="Arial" panose="020B0604020202020204" pitchFamily="34" charset="0"/>
              <a:buChar char="•"/>
            </a:pPr>
            <a:r>
              <a:rPr lang="en-US" dirty="0"/>
              <a:t>Typically four(4) elevations are drafted</a:t>
            </a:r>
          </a:p>
          <a:p>
            <a:pPr marL="342900" indent="-342900">
              <a:buFont typeface="Arial" panose="020B0604020202020204" pitchFamily="34" charset="0"/>
              <a:buChar char="•"/>
            </a:pPr>
            <a:r>
              <a:rPr lang="en-US" dirty="0"/>
              <a:t>Information provided may include: roofing material, roof overhangs/slopes, siding or other exterior materials, chimney heights and materials, grading data, and footing depths</a:t>
            </a:r>
            <a:endParaRPr lang="en-AU" dirty="0"/>
          </a:p>
        </p:txBody>
      </p:sp>
      <p:sp>
        <p:nvSpPr>
          <p:cNvPr id="2" name="Title 1">
            <a:extLst>
              <a:ext uri="{FF2B5EF4-FFF2-40B4-BE49-F238E27FC236}">
                <a16:creationId xmlns:a16="http://schemas.microsoft.com/office/drawing/2014/main" id="{3BE7267A-66AE-00AD-0FB5-0115B2E77790}"/>
              </a:ext>
            </a:extLst>
          </p:cNvPr>
          <p:cNvSpPr>
            <a:spLocks noGrp="1"/>
          </p:cNvSpPr>
          <p:nvPr>
            <p:ph type="title"/>
          </p:nvPr>
        </p:nvSpPr>
        <p:spPr/>
        <p:txBody>
          <a:bodyPr/>
          <a:lstStyle/>
          <a:p>
            <a:r>
              <a:rPr lang="en-AU" dirty="0"/>
              <a:t>Elevation Drawing </a:t>
            </a:r>
          </a:p>
        </p:txBody>
      </p:sp>
      <p:pic>
        <p:nvPicPr>
          <p:cNvPr id="7" name="Picture 6" descr="A diagram of a house&#10;&#10;Description automatically generated">
            <a:extLst>
              <a:ext uri="{FF2B5EF4-FFF2-40B4-BE49-F238E27FC236}">
                <a16:creationId xmlns:a16="http://schemas.microsoft.com/office/drawing/2014/main" id="{F2D60102-AED3-B9DF-F08D-1B3F9EB99B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30168" y="0"/>
            <a:ext cx="5947350" cy="6157732"/>
          </a:xfrm>
          <a:prstGeom prst="rect">
            <a:avLst/>
          </a:prstGeom>
        </p:spPr>
      </p:pic>
      <p:sp>
        <p:nvSpPr>
          <p:cNvPr id="4" name="TextBox 3">
            <a:extLst>
              <a:ext uri="{FF2B5EF4-FFF2-40B4-BE49-F238E27FC236}">
                <a16:creationId xmlns:a16="http://schemas.microsoft.com/office/drawing/2014/main" id="{1D61DFC6-E6C8-4B9C-7842-E715D6111DEF}"/>
              </a:ext>
            </a:extLst>
          </p:cNvPr>
          <p:cNvSpPr txBox="1"/>
          <p:nvPr/>
        </p:nvSpPr>
        <p:spPr>
          <a:xfrm>
            <a:off x="1001787" y="6420908"/>
            <a:ext cx="1972734" cy="369332"/>
          </a:xfrm>
          <a:prstGeom prst="rect">
            <a:avLst/>
          </a:prstGeom>
          <a:noFill/>
        </p:spPr>
        <p:txBody>
          <a:bodyPr wrap="square">
            <a:spAutoFit/>
          </a:bodyPr>
          <a:lstStyle/>
          <a:p>
            <a:pPr algn="l">
              <a:spcAft>
                <a:spcPts val="375"/>
              </a:spcAft>
            </a:pPr>
            <a:r>
              <a:rPr lang="en-US" sz="1800" i="0" dirty="0">
                <a:solidFill>
                  <a:srgbClr val="000000"/>
                </a:solidFill>
                <a:effectLst/>
                <a:latin typeface="var(--font-geller,&quot;GellerHeadline-Bold&quot;,Georgia-Bold)"/>
              </a:rPr>
              <a:t>Source: Pinterest</a:t>
            </a:r>
            <a:endParaRPr lang="en-US" sz="1800" i="0" dirty="0">
              <a:solidFill>
                <a:srgbClr val="000000"/>
              </a:solidFill>
              <a:effectLst/>
              <a:latin typeface="__Inter_d65c78"/>
            </a:endParaRPr>
          </a:p>
        </p:txBody>
      </p:sp>
    </p:spTree>
    <p:extLst>
      <p:ext uri="{BB962C8B-B14F-4D97-AF65-F5344CB8AC3E}">
        <p14:creationId xmlns:p14="http://schemas.microsoft.com/office/powerpoint/2010/main" val="2567949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7FF53A-D3EB-CE41-EDF1-9CAE297C5F04}"/>
              </a:ext>
            </a:extLst>
          </p:cNvPr>
          <p:cNvSpPr>
            <a:spLocks noGrp="1"/>
          </p:cNvSpPr>
          <p:nvPr>
            <p:ph type="body" sz="half" idx="2"/>
          </p:nvPr>
        </p:nvSpPr>
        <p:spPr/>
        <p:txBody>
          <a:bodyPr/>
          <a:lstStyle/>
          <a:p>
            <a:pPr marL="342900" indent="-342900">
              <a:buFont typeface="Arial" panose="020B0604020202020204" pitchFamily="34" charset="0"/>
              <a:buChar char="•"/>
            </a:pPr>
            <a:r>
              <a:rPr lang="en-US" dirty="0"/>
              <a:t>The appearance of a building</a:t>
            </a:r>
          </a:p>
          <a:p>
            <a:pPr marL="342900" indent="-342900">
              <a:buFont typeface="Arial" panose="020B0604020202020204" pitchFamily="34" charset="0"/>
              <a:buChar char="•"/>
            </a:pPr>
            <a:r>
              <a:rPr lang="en-US" dirty="0"/>
              <a:t>Vertical dimensions</a:t>
            </a:r>
          </a:p>
          <a:p>
            <a:pPr marL="342900" indent="-342900">
              <a:buFont typeface="Arial" panose="020B0604020202020204" pitchFamily="34" charset="0"/>
              <a:buChar char="•"/>
            </a:pPr>
            <a:r>
              <a:rPr lang="en-US" dirty="0"/>
              <a:t>Building materials</a:t>
            </a:r>
            <a:endParaRPr lang="en-AU" dirty="0"/>
          </a:p>
        </p:txBody>
      </p:sp>
      <p:sp>
        <p:nvSpPr>
          <p:cNvPr id="2" name="Title 1">
            <a:extLst>
              <a:ext uri="{FF2B5EF4-FFF2-40B4-BE49-F238E27FC236}">
                <a16:creationId xmlns:a16="http://schemas.microsoft.com/office/drawing/2014/main" id="{ED0E10A5-5E31-F65C-1703-3C5F8AD5B6C0}"/>
              </a:ext>
            </a:extLst>
          </p:cNvPr>
          <p:cNvSpPr>
            <a:spLocks noGrp="1"/>
          </p:cNvSpPr>
          <p:nvPr>
            <p:ph type="title"/>
          </p:nvPr>
        </p:nvSpPr>
        <p:spPr/>
        <p:txBody>
          <a:bodyPr/>
          <a:lstStyle/>
          <a:p>
            <a:r>
              <a:rPr lang="en-AU" dirty="0"/>
              <a:t>Information Contained in Elevation </a:t>
            </a:r>
          </a:p>
        </p:txBody>
      </p:sp>
      <p:pic>
        <p:nvPicPr>
          <p:cNvPr id="5" name="Picture 4">
            <a:extLst>
              <a:ext uri="{FF2B5EF4-FFF2-40B4-BE49-F238E27FC236}">
                <a16:creationId xmlns:a16="http://schemas.microsoft.com/office/drawing/2014/main" id="{86F822EC-3F68-6775-E778-F5B4E4F0A348}"/>
              </a:ext>
            </a:extLst>
          </p:cNvPr>
          <p:cNvPicPr>
            <a:picLocks noChangeAspect="1"/>
          </p:cNvPicPr>
          <p:nvPr/>
        </p:nvPicPr>
        <p:blipFill>
          <a:blip r:embed="rId2"/>
          <a:stretch>
            <a:fillRect/>
          </a:stretch>
        </p:blipFill>
        <p:spPr>
          <a:xfrm>
            <a:off x="4794400" y="837001"/>
            <a:ext cx="7188654" cy="5017200"/>
          </a:xfrm>
          <a:prstGeom prst="rect">
            <a:avLst/>
          </a:prstGeom>
        </p:spPr>
      </p:pic>
      <p:sp>
        <p:nvSpPr>
          <p:cNvPr id="4" name="TextBox 3">
            <a:extLst>
              <a:ext uri="{FF2B5EF4-FFF2-40B4-BE49-F238E27FC236}">
                <a16:creationId xmlns:a16="http://schemas.microsoft.com/office/drawing/2014/main" id="{1CC324FA-8618-5A89-2AED-0211F74D4629}"/>
              </a:ext>
            </a:extLst>
          </p:cNvPr>
          <p:cNvSpPr txBox="1"/>
          <p:nvPr/>
        </p:nvSpPr>
        <p:spPr>
          <a:xfrm>
            <a:off x="1001787" y="6420908"/>
            <a:ext cx="1972734" cy="369332"/>
          </a:xfrm>
          <a:prstGeom prst="rect">
            <a:avLst/>
          </a:prstGeom>
          <a:noFill/>
        </p:spPr>
        <p:txBody>
          <a:bodyPr wrap="square">
            <a:spAutoFit/>
          </a:bodyPr>
          <a:lstStyle/>
          <a:p>
            <a:pPr algn="l">
              <a:spcAft>
                <a:spcPts val="375"/>
              </a:spcAft>
            </a:pPr>
            <a:r>
              <a:rPr lang="en-US" sz="1800" i="0" dirty="0">
                <a:solidFill>
                  <a:srgbClr val="000000"/>
                </a:solidFill>
                <a:effectLst/>
                <a:latin typeface="var(--font-geller,&quot;GellerHeadline-Bold&quot;,Georgia-Bold)"/>
              </a:rPr>
              <a:t>Source: Pinterest</a:t>
            </a:r>
            <a:endParaRPr lang="en-US" sz="1800" i="0" dirty="0">
              <a:solidFill>
                <a:srgbClr val="000000"/>
              </a:solidFill>
              <a:effectLst/>
              <a:latin typeface="__Inter_d65c78"/>
            </a:endParaRPr>
          </a:p>
        </p:txBody>
      </p:sp>
    </p:spTree>
    <p:extLst>
      <p:ext uri="{BB962C8B-B14F-4D97-AF65-F5344CB8AC3E}">
        <p14:creationId xmlns:p14="http://schemas.microsoft.com/office/powerpoint/2010/main" val="36921307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CB7D80-81B7-7A93-3704-65D4E6CBB8B4}"/>
              </a:ext>
            </a:extLst>
          </p:cNvPr>
          <p:cNvSpPr>
            <a:spLocks noGrp="1"/>
          </p:cNvSpPr>
          <p:nvPr>
            <p:ph type="body" sz="half" idx="2"/>
          </p:nvPr>
        </p:nvSpPr>
        <p:spPr>
          <a:xfrm>
            <a:off x="399737" y="1503307"/>
            <a:ext cx="4224349" cy="4359270"/>
          </a:xfrm>
        </p:spPr>
        <p:txBody>
          <a:bodyPr/>
          <a:lstStyle/>
          <a:p>
            <a:pPr marL="342900" indent="-342900">
              <a:buFont typeface="Arial" panose="020B0604020202020204" pitchFamily="34" charset="0"/>
              <a:buChar char="•"/>
            </a:pPr>
            <a:r>
              <a:rPr lang="en-US" dirty="0"/>
              <a:t>Mechanical or engineering drafting, the elevations are described as the front, side, and rear.</a:t>
            </a:r>
          </a:p>
          <a:p>
            <a:pPr marL="342900" indent="-342900">
              <a:buFont typeface="Arial" panose="020B0604020202020204" pitchFamily="34" charset="0"/>
              <a:buChar char="•"/>
            </a:pPr>
            <a:r>
              <a:rPr lang="en-US" dirty="0"/>
              <a:t>In architecture, exterior elevations are called North, South, East and West.</a:t>
            </a:r>
            <a:endParaRPr lang="en-AU" dirty="0"/>
          </a:p>
        </p:txBody>
      </p:sp>
      <p:sp>
        <p:nvSpPr>
          <p:cNvPr id="2" name="Title 1">
            <a:extLst>
              <a:ext uri="{FF2B5EF4-FFF2-40B4-BE49-F238E27FC236}">
                <a16:creationId xmlns:a16="http://schemas.microsoft.com/office/drawing/2014/main" id="{67A21D6F-FD4D-E93F-499A-EF3DC90ED58F}"/>
              </a:ext>
            </a:extLst>
          </p:cNvPr>
          <p:cNvSpPr>
            <a:spLocks noGrp="1"/>
          </p:cNvSpPr>
          <p:nvPr>
            <p:ph type="title"/>
          </p:nvPr>
        </p:nvSpPr>
        <p:spPr/>
        <p:txBody>
          <a:bodyPr/>
          <a:lstStyle/>
          <a:p>
            <a:r>
              <a:rPr lang="en-AU"/>
              <a:t>Orientation</a:t>
            </a:r>
            <a:endParaRPr lang="en-AU" dirty="0"/>
          </a:p>
        </p:txBody>
      </p:sp>
      <p:pic>
        <p:nvPicPr>
          <p:cNvPr id="5" name="Picture 4">
            <a:extLst>
              <a:ext uri="{FF2B5EF4-FFF2-40B4-BE49-F238E27FC236}">
                <a16:creationId xmlns:a16="http://schemas.microsoft.com/office/drawing/2014/main" id="{25001C9E-BA78-9EEB-7446-E091F65D3318}"/>
              </a:ext>
            </a:extLst>
          </p:cNvPr>
          <p:cNvPicPr>
            <a:picLocks noChangeAspect="1"/>
          </p:cNvPicPr>
          <p:nvPr/>
        </p:nvPicPr>
        <p:blipFill>
          <a:blip r:embed="rId2"/>
          <a:stretch>
            <a:fillRect/>
          </a:stretch>
        </p:blipFill>
        <p:spPr>
          <a:xfrm>
            <a:off x="5086350" y="416568"/>
            <a:ext cx="7105650" cy="5619750"/>
          </a:xfrm>
          <a:prstGeom prst="rect">
            <a:avLst/>
          </a:prstGeom>
        </p:spPr>
      </p:pic>
      <p:sp>
        <p:nvSpPr>
          <p:cNvPr id="4" name="TextBox 3">
            <a:extLst>
              <a:ext uri="{FF2B5EF4-FFF2-40B4-BE49-F238E27FC236}">
                <a16:creationId xmlns:a16="http://schemas.microsoft.com/office/drawing/2014/main" id="{80645C33-255F-2357-5E1A-F1A967E91379}"/>
              </a:ext>
            </a:extLst>
          </p:cNvPr>
          <p:cNvSpPr txBox="1"/>
          <p:nvPr/>
        </p:nvSpPr>
        <p:spPr>
          <a:xfrm>
            <a:off x="1001787" y="6420908"/>
            <a:ext cx="1972734" cy="369332"/>
          </a:xfrm>
          <a:prstGeom prst="rect">
            <a:avLst/>
          </a:prstGeom>
          <a:noFill/>
        </p:spPr>
        <p:txBody>
          <a:bodyPr wrap="square">
            <a:spAutoFit/>
          </a:bodyPr>
          <a:lstStyle/>
          <a:p>
            <a:pPr algn="l">
              <a:spcAft>
                <a:spcPts val="375"/>
              </a:spcAft>
            </a:pPr>
            <a:r>
              <a:rPr lang="en-US" sz="1800" i="0" dirty="0">
                <a:solidFill>
                  <a:srgbClr val="000000"/>
                </a:solidFill>
                <a:effectLst/>
                <a:latin typeface="var(--font-geller,&quot;GellerHeadline-Bold&quot;,Georgia-Bold)"/>
              </a:rPr>
              <a:t>Source: Pinterest</a:t>
            </a:r>
            <a:endParaRPr lang="en-US" sz="1800" i="0" dirty="0">
              <a:solidFill>
                <a:srgbClr val="000000"/>
              </a:solidFill>
              <a:effectLst/>
              <a:latin typeface="__Inter_d65c78"/>
            </a:endParaRPr>
          </a:p>
        </p:txBody>
      </p:sp>
    </p:spTree>
    <p:extLst>
      <p:ext uri="{BB962C8B-B14F-4D97-AF65-F5344CB8AC3E}">
        <p14:creationId xmlns:p14="http://schemas.microsoft.com/office/powerpoint/2010/main" val="1559594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4FCE73-25CE-A24F-8E79-26CFCC908CC7}"/>
              </a:ext>
            </a:extLst>
          </p:cNvPr>
          <p:cNvSpPr>
            <a:spLocks noGrp="1"/>
          </p:cNvSpPr>
          <p:nvPr>
            <p:ph type="body" sz="half" idx="2"/>
          </p:nvPr>
        </p:nvSpPr>
        <p:spPr>
          <a:xfrm>
            <a:off x="399737" y="1503307"/>
            <a:ext cx="3796086" cy="4168288"/>
          </a:xfrm>
        </p:spPr>
        <p:txBody>
          <a:bodyPr/>
          <a:lstStyle/>
          <a:p>
            <a:pPr marL="342900" indent="-342900">
              <a:buFont typeface="Arial" panose="020B0604020202020204" pitchFamily="34" charset="0"/>
              <a:buChar char="•"/>
            </a:pPr>
            <a:r>
              <a:rPr lang="en-US" dirty="0"/>
              <a:t>You can draft exterior elevations by directly projecting sizes from the plan views or sections.</a:t>
            </a:r>
            <a:endParaRPr lang="en-AU" dirty="0"/>
          </a:p>
        </p:txBody>
      </p:sp>
      <p:sp>
        <p:nvSpPr>
          <p:cNvPr id="2" name="Title 1">
            <a:extLst>
              <a:ext uri="{FF2B5EF4-FFF2-40B4-BE49-F238E27FC236}">
                <a16:creationId xmlns:a16="http://schemas.microsoft.com/office/drawing/2014/main" id="{3C565355-2CC0-1DFC-DDEB-9594F1BB28F3}"/>
              </a:ext>
            </a:extLst>
          </p:cNvPr>
          <p:cNvSpPr>
            <a:spLocks noGrp="1"/>
          </p:cNvSpPr>
          <p:nvPr>
            <p:ph type="title"/>
          </p:nvPr>
        </p:nvSpPr>
        <p:spPr/>
        <p:txBody>
          <a:bodyPr/>
          <a:lstStyle/>
          <a:p>
            <a:r>
              <a:rPr lang="en-US" dirty="0"/>
              <a:t>How to obtain dimensions for elevations?</a:t>
            </a:r>
            <a:endParaRPr lang="en-AU" dirty="0"/>
          </a:p>
        </p:txBody>
      </p:sp>
      <p:pic>
        <p:nvPicPr>
          <p:cNvPr id="5" name="Picture 4">
            <a:extLst>
              <a:ext uri="{FF2B5EF4-FFF2-40B4-BE49-F238E27FC236}">
                <a16:creationId xmlns:a16="http://schemas.microsoft.com/office/drawing/2014/main" id="{EA67B8AF-9B2E-3552-107A-ED612D3B7D72}"/>
              </a:ext>
            </a:extLst>
          </p:cNvPr>
          <p:cNvPicPr>
            <a:picLocks noChangeAspect="1"/>
          </p:cNvPicPr>
          <p:nvPr/>
        </p:nvPicPr>
        <p:blipFill>
          <a:blip r:embed="rId2"/>
          <a:stretch>
            <a:fillRect/>
          </a:stretch>
        </p:blipFill>
        <p:spPr>
          <a:xfrm>
            <a:off x="4489867" y="1148506"/>
            <a:ext cx="7702133" cy="5032375"/>
          </a:xfrm>
          <a:prstGeom prst="rect">
            <a:avLst/>
          </a:prstGeom>
        </p:spPr>
      </p:pic>
    </p:spTree>
    <p:extLst>
      <p:ext uri="{BB962C8B-B14F-4D97-AF65-F5344CB8AC3E}">
        <p14:creationId xmlns:p14="http://schemas.microsoft.com/office/powerpoint/2010/main" val="2590474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B35B8-16F5-F19B-4C35-C2022B97C025}"/>
              </a:ext>
            </a:extLst>
          </p:cNvPr>
          <p:cNvSpPr>
            <a:spLocks noGrp="1"/>
          </p:cNvSpPr>
          <p:nvPr>
            <p:ph type="title"/>
          </p:nvPr>
        </p:nvSpPr>
        <p:spPr/>
        <p:txBody>
          <a:bodyPr/>
          <a:lstStyle/>
          <a:p>
            <a:r>
              <a:rPr lang="en-US" dirty="0"/>
              <a:t>How to obtain dimensions for elevations?</a:t>
            </a:r>
            <a:endParaRPr lang="en-AU" dirty="0"/>
          </a:p>
        </p:txBody>
      </p:sp>
      <p:pic>
        <p:nvPicPr>
          <p:cNvPr id="5" name="Content Placeholder 4">
            <a:extLst>
              <a:ext uri="{FF2B5EF4-FFF2-40B4-BE49-F238E27FC236}">
                <a16:creationId xmlns:a16="http://schemas.microsoft.com/office/drawing/2014/main" id="{9CB0746B-83CE-9938-A100-C9A6A3CAB8F7}"/>
              </a:ext>
            </a:extLst>
          </p:cNvPr>
          <p:cNvPicPr>
            <a:picLocks noGrp="1" noChangeAspect="1"/>
          </p:cNvPicPr>
          <p:nvPr>
            <p:ph idx="4294967295"/>
          </p:nvPr>
        </p:nvPicPr>
        <p:blipFill>
          <a:blip r:embed="rId2"/>
          <a:stretch>
            <a:fillRect/>
          </a:stretch>
        </p:blipFill>
        <p:spPr>
          <a:xfrm>
            <a:off x="717631" y="1711365"/>
            <a:ext cx="3514725" cy="3800475"/>
          </a:xfrm>
        </p:spPr>
      </p:pic>
      <p:pic>
        <p:nvPicPr>
          <p:cNvPr id="7" name="Picture 6">
            <a:extLst>
              <a:ext uri="{FF2B5EF4-FFF2-40B4-BE49-F238E27FC236}">
                <a16:creationId xmlns:a16="http://schemas.microsoft.com/office/drawing/2014/main" id="{8BFDCA09-D22D-EA7D-B50E-3E01BA628F55}"/>
              </a:ext>
            </a:extLst>
          </p:cNvPr>
          <p:cNvPicPr>
            <a:picLocks noChangeAspect="1"/>
          </p:cNvPicPr>
          <p:nvPr/>
        </p:nvPicPr>
        <p:blipFill>
          <a:blip r:embed="rId3"/>
          <a:stretch>
            <a:fillRect/>
          </a:stretch>
        </p:blipFill>
        <p:spPr>
          <a:xfrm>
            <a:off x="5219700" y="1711365"/>
            <a:ext cx="6134100" cy="3238500"/>
          </a:xfrm>
          <a:prstGeom prst="rect">
            <a:avLst/>
          </a:prstGeom>
        </p:spPr>
      </p:pic>
    </p:spTree>
    <p:extLst>
      <p:ext uri="{BB962C8B-B14F-4D97-AF65-F5344CB8AC3E}">
        <p14:creationId xmlns:p14="http://schemas.microsoft.com/office/powerpoint/2010/main" val="42640098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05CE6-B1D5-F4B5-96D1-61CA73F182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A53B54-D8F7-34E0-7BCC-D0A24EBB8500}"/>
              </a:ext>
            </a:extLst>
          </p:cNvPr>
          <p:cNvSpPr>
            <a:spLocks noGrp="1"/>
          </p:cNvSpPr>
          <p:nvPr>
            <p:ph type="title"/>
          </p:nvPr>
        </p:nvSpPr>
        <p:spPr/>
        <p:txBody>
          <a:bodyPr vert="horz" lIns="91440" tIns="45720" rIns="91440" bIns="45720" rtlCol="0" anchor="ctr">
            <a:noAutofit/>
          </a:bodyPr>
          <a:lstStyle/>
          <a:p>
            <a:r>
              <a:rPr lang="en-US" altLang="zh-CN" kern="1200" dirty="0">
                <a:solidFill>
                  <a:schemeClr val="tx1"/>
                </a:solidFill>
                <a:latin typeface="+mj-lt"/>
                <a:ea typeface="+mj-ea"/>
                <a:cs typeface="+mj-cs"/>
              </a:rPr>
              <a:t>Material Detail</a:t>
            </a:r>
            <a:endParaRPr lang="en-US" kern="1200" dirty="0">
              <a:solidFill>
                <a:schemeClr val="tx1"/>
              </a:solidFill>
              <a:latin typeface="+mj-lt"/>
              <a:ea typeface="+mj-ea"/>
              <a:cs typeface="+mj-cs"/>
            </a:endParaRPr>
          </a:p>
        </p:txBody>
      </p:sp>
      <p:pic>
        <p:nvPicPr>
          <p:cNvPr id="8" name="Picture 7" descr="A different types of bricks&#10;&#10;Description automatically generated with medium confidence">
            <a:extLst>
              <a:ext uri="{FF2B5EF4-FFF2-40B4-BE49-F238E27FC236}">
                <a16:creationId xmlns:a16="http://schemas.microsoft.com/office/drawing/2014/main" id="{28595EAC-098F-82A1-3B3C-DC478FF3A40E}"/>
              </a:ext>
            </a:extLst>
          </p:cNvPr>
          <p:cNvPicPr>
            <a:picLocks noChangeAspect="1"/>
          </p:cNvPicPr>
          <p:nvPr/>
        </p:nvPicPr>
        <p:blipFill>
          <a:blip r:embed="rId2"/>
          <a:stretch>
            <a:fillRect/>
          </a:stretch>
        </p:blipFill>
        <p:spPr>
          <a:xfrm>
            <a:off x="399737" y="1454388"/>
            <a:ext cx="5828261" cy="3190972"/>
          </a:xfrm>
          <a:prstGeom prst="rect">
            <a:avLst/>
          </a:prstGeom>
        </p:spPr>
      </p:pic>
      <p:pic>
        <p:nvPicPr>
          <p:cNvPr id="10" name="Picture 9" descr="A diagram of a house&#10;&#10;Description automatically generated">
            <a:extLst>
              <a:ext uri="{FF2B5EF4-FFF2-40B4-BE49-F238E27FC236}">
                <a16:creationId xmlns:a16="http://schemas.microsoft.com/office/drawing/2014/main" id="{EC77673F-9988-A1EC-37CD-0D65E743FEFC}"/>
              </a:ext>
            </a:extLst>
          </p:cNvPr>
          <p:cNvPicPr>
            <a:picLocks noChangeAspect="1"/>
          </p:cNvPicPr>
          <p:nvPr/>
        </p:nvPicPr>
        <p:blipFill>
          <a:blip r:embed="rId3"/>
          <a:stretch>
            <a:fillRect/>
          </a:stretch>
        </p:blipFill>
        <p:spPr>
          <a:xfrm>
            <a:off x="6227998" y="1454388"/>
            <a:ext cx="5828261" cy="3147260"/>
          </a:xfrm>
          <a:prstGeom prst="rect">
            <a:avLst/>
          </a:prstGeom>
        </p:spPr>
      </p:pic>
      <p:sp>
        <p:nvSpPr>
          <p:cNvPr id="3" name="TextBox 2">
            <a:extLst>
              <a:ext uri="{FF2B5EF4-FFF2-40B4-BE49-F238E27FC236}">
                <a16:creationId xmlns:a16="http://schemas.microsoft.com/office/drawing/2014/main" id="{E4C332F1-BB0E-1818-91D3-621F7FC215AA}"/>
              </a:ext>
            </a:extLst>
          </p:cNvPr>
          <p:cNvSpPr txBox="1"/>
          <p:nvPr/>
        </p:nvSpPr>
        <p:spPr>
          <a:xfrm>
            <a:off x="7379931" y="4601648"/>
            <a:ext cx="6096000" cy="369332"/>
          </a:xfrm>
          <a:prstGeom prst="rect">
            <a:avLst/>
          </a:prstGeom>
          <a:noFill/>
        </p:spPr>
        <p:txBody>
          <a:bodyPr wrap="square">
            <a:spAutoFit/>
          </a:bodyPr>
          <a:lstStyle/>
          <a:p>
            <a:pPr algn="l">
              <a:spcAft>
                <a:spcPts val="375"/>
              </a:spcAft>
            </a:pPr>
            <a:r>
              <a:rPr lang="en-US" sz="1800" i="0" dirty="0">
                <a:solidFill>
                  <a:srgbClr val="000000"/>
                </a:solidFill>
                <a:effectLst/>
                <a:latin typeface="var(--font-geller,&quot;GellerHeadline-Bold&quot;,Georgia-Bold)"/>
              </a:rPr>
              <a:t>Source: Design Drawing by </a:t>
            </a:r>
            <a:r>
              <a:rPr lang="en-US" sz="1800" i="0" u="none" strike="noStrike" dirty="0">
                <a:solidFill>
                  <a:srgbClr val="000000"/>
                </a:solidFill>
                <a:effectLst/>
                <a:latin typeface="var(--font-manrope,&quot;Manrope&quot;,Helvetica)"/>
              </a:rPr>
              <a:t>Francis D. K. Ching</a:t>
            </a:r>
            <a:endParaRPr lang="en-US" sz="1800" i="0" dirty="0">
              <a:solidFill>
                <a:srgbClr val="000000"/>
              </a:solidFill>
              <a:effectLst/>
              <a:latin typeface="__Inter_d65c78"/>
            </a:endParaRPr>
          </a:p>
        </p:txBody>
      </p:sp>
    </p:spTree>
    <p:extLst>
      <p:ext uri="{BB962C8B-B14F-4D97-AF65-F5344CB8AC3E}">
        <p14:creationId xmlns:p14="http://schemas.microsoft.com/office/powerpoint/2010/main" val="8474338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0663A-4014-1936-ED32-89E6E6D95F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464136-4E43-3F7E-1AC3-4164F8355B2B}"/>
              </a:ext>
            </a:extLst>
          </p:cNvPr>
          <p:cNvSpPr>
            <a:spLocks noGrp="1"/>
          </p:cNvSpPr>
          <p:nvPr>
            <p:ph type="title"/>
          </p:nvPr>
        </p:nvSpPr>
        <p:spPr/>
        <p:txBody>
          <a:bodyPr vert="horz" lIns="91440" tIns="45720" rIns="91440" bIns="45720" rtlCol="0" anchor="ctr">
            <a:noAutofit/>
          </a:bodyPr>
          <a:lstStyle/>
          <a:p>
            <a:r>
              <a:rPr lang="en-US" altLang="zh-CN" kern="1200" dirty="0">
                <a:solidFill>
                  <a:schemeClr val="tx1"/>
                </a:solidFill>
                <a:latin typeface="+mj-lt"/>
                <a:ea typeface="+mj-ea"/>
                <a:cs typeface="+mj-cs"/>
              </a:rPr>
              <a:t>Material Detail</a:t>
            </a:r>
            <a:endParaRPr lang="en-US" kern="1200" dirty="0">
              <a:solidFill>
                <a:schemeClr val="tx1"/>
              </a:solidFill>
              <a:latin typeface="+mj-lt"/>
              <a:ea typeface="+mj-ea"/>
              <a:cs typeface="+mj-cs"/>
            </a:endParaRPr>
          </a:p>
        </p:txBody>
      </p:sp>
      <p:pic>
        <p:nvPicPr>
          <p:cNvPr id="4" name="Picture 3">
            <a:extLst>
              <a:ext uri="{FF2B5EF4-FFF2-40B4-BE49-F238E27FC236}">
                <a16:creationId xmlns:a16="http://schemas.microsoft.com/office/drawing/2014/main" id="{9007A721-3634-3DF3-A5CB-D16C0BB7E8D3}"/>
              </a:ext>
            </a:extLst>
          </p:cNvPr>
          <p:cNvPicPr>
            <a:picLocks noChangeAspect="1"/>
          </p:cNvPicPr>
          <p:nvPr/>
        </p:nvPicPr>
        <p:blipFill>
          <a:blip r:embed="rId2"/>
          <a:stretch>
            <a:fillRect/>
          </a:stretch>
        </p:blipFill>
        <p:spPr>
          <a:xfrm>
            <a:off x="1604850" y="1308120"/>
            <a:ext cx="8681357" cy="4325813"/>
          </a:xfrm>
          <a:prstGeom prst="rect">
            <a:avLst/>
          </a:prstGeom>
        </p:spPr>
      </p:pic>
      <p:sp>
        <p:nvSpPr>
          <p:cNvPr id="3" name="TextBox 2">
            <a:extLst>
              <a:ext uri="{FF2B5EF4-FFF2-40B4-BE49-F238E27FC236}">
                <a16:creationId xmlns:a16="http://schemas.microsoft.com/office/drawing/2014/main" id="{1E1DF1F8-8BF1-CD5D-3426-9F8BEF0E5A58}"/>
              </a:ext>
            </a:extLst>
          </p:cNvPr>
          <p:cNvSpPr txBox="1"/>
          <p:nvPr/>
        </p:nvSpPr>
        <p:spPr>
          <a:xfrm>
            <a:off x="5666879" y="5449267"/>
            <a:ext cx="6096000" cy="369332"/>
          </a:xfrm>
          <a:prstGeom prst="rect">
            <a:avLst/>
          </a:prstGeom>
          <a:noFill/>
        </p:spPr>
        <p:txBody>
          <a:bodyPr wrap="square">
            <a:spAutoFit/>
          </a:bodyPr>
          <a:lstStyle/>
          <a:p>
            <a:pPr algn="l">
              <a:spcAft>
                <a:spcPts val="375"/>
              </a:spcAft>
            </a:pPr>
            <a:r>
              <a:rPr lang="en-US" sz="1800" i="0" dirty="0">
                <a:solidFill>
                  <a:srgbClr val="000000"/>
                </a:solidFill>
                <a:effectLst/>
                <a:latin typeface="var(--font-geller,&quot;GellerHeadline-Bold&quot;,Georgia-Bold)"/>
              </a:rPr>
              <a:t>Source: Design Drawing by </a:t>
            </a:r>
            <a:r>
              <a:rPr lang="en-US" sz="1800" i="0" u="none" strike="noStrike" dirty="0">
                <a:solidFill>
                  <a:srgbClr val="000000"/>
                </a:solidFill>
                <a:effectLst/>
                <a:latin typeface="var(--font-manrope,&quot;Manrope&quot;,Helvetica)"/>
              </a:rPr>
              <a:t>Francis D. K. Ching</a:t>
            </a:r>
            <a:endParaRPr lang="en-US" sz="1800" i="0" dirty="0">
              <a:solidFill>
                <a:srgbClr val="000000"/>
              </a:solidFill>
              <a:effectLst/>
              <a:latin typeface="__Inter_d65c78"/>
            </a:endParaRPr>
          </a:p>
        </p:txBody>
      </p:sp>
    </p:spTree>
    <p:extLst>
      <p:ext uri="{BB962C8B-B14F-4D97-AF65-F5344CB8AC3E}">
        <p14:creationId xmlns:p14="http://schemas.microsoft.com/office/powerpoint/2010/main" val="12427637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A8E88-1E98-B7A2-536C-939C621CA8A9}"/>
              </a:ext>
            </a:extLst>
          </p:cNvPr>
          <p:cNvSpPr>
            <a:spLocks noGrp="1"/>
          </p:cNvSpPr>
          <p:nvPr>
            <p:ph type="title"/>
          </p:nvPr>
        </p:nvSpPr>
        <p:spPr/>
        <p:txBody>
          <a:bodyPr>
            <a:normAutofit/>
          </a:bodyPr>
          <a:lstStyle/>
          <a:p>
            <a:r>
              <a:rPr lang="en-US" altLang="zh-CN" dirty="0"/>
              <a:t>From Conceptual to Documentation</a:t>
            </a:r>
            <a:endParaRPr lang="en-AU" dirty="0"/>
          </a:p>
        </p:txBody>
      </p:sp>
      <p:pic>
        <p:nvPicPr>
          <p:cNvPr id="5" name="Content Placeholder 4">
            <a:extLst>
              <a:ext uri="{FF2B5EF4-FFF2-40B4-BE49-F238E27FC236}">
                <a16:creationId xmlns:a16="http://schemas.microsoft.com/office/drawing/2014/main" id="{4AD1BB07-F6C0-5E90-2F08-847A541864A8}"/>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3851435" y="852084"/>
            <a:ext cx="3638715" cy="5153832"/>
          </a:xfrm>
        </p:spPr>
      </p:pic>
      <p:sp>
        <p:nvSpPr>
          <p:cNvPr id="3" name="TextBox 2">
            <a:extLst>
              <a:ext uri="{FF2B5EF4-FFF2-40B4-BE49-F238E27FC236}">
                <a16:creationId xmlns:a16="http://schemas.microsoft.com/office/drawing/2014/main" id="{9B8CEDDB-BE79-F601-0A5C-917DC0A535C1}"/>
              </a:ext>
            </a:extLst>
          </p:cNvPr>
          <p:cNvSpPr txBox="1"/>
          <p:nvPr/>
        </p:nvSpPr>
        <p:spPr>
          <a:xfrm>
            <a:off x="1001787" y="6420908"/>
            <a:ext cx="1972734" cy="369332"/>
          </a:xfrm>
          <a:prstGeom prst="rect">
            <a:avLst/>
          </a:prstGeom>
          <a:noFill/>
        </p:spPr>
        <p:txBody>
          <a:bodyPr wrap="square">
            <a:spAutoFit/>
          </a:bodyPr>
          <a:lstStyle/>
          <a:p>
            <a:pPr algn="l">
              <a:spcAft>
                <a:spcPts val="375"/>
              </a:spcAft>
            </a:pPr>
            <a:r>
              <a:rPr lang="en-US" sz="1800" i="0" dirty="0">
                <a:solidFill>
                  <a:srgbClr val="000000"/>
                </a:solidFill>
                <a:effectLst/>
                <a:latin typeface="var(--font-geller,&quot;GellerHeadline-Bold&quot;,Georgia-Bold)"/>
              </a:rPr>
              <a:t>Source: Pinterest</a:t>
            </a:r>
            <a:endParaRPr lang="en-US" sz="1800" i="0" dirty="0">
              <a:solidFill>
                <a:srgbClr val="000000"/>
              </a:solidFill>
              <a:effectLst/>
              <a:latin typeface="__Inter_d65c78"/>
            </a:endParaRPr>
          </a:p>
        </p:txBody>
      </p:sp>
    </p:spTree>
    <p:extLst>
      <p:ext uri="{BB962C8B-B14F-4D97-AF65-F5344CB8AC3E}">
        <p14:creationId xmlns:p14="http://schemas.microsoft.com/office/powerpoint/2010/main" val="39729583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AD9B5-17CA-E4E0-4ABE-FC6B856307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580D69-915D-CAF5-90E9-D7A8033C41CD}"/>
              </a:ext>
            </a:extLst>
          </p:cNvPr>
          <p:cNvSpPr>
            <a:spLocks noGrp="1"/>
          </p:cNvSpPr>
          <p:nvPr>
            <p:ph type="title"/>
          </p:nvPr>
        </p:nvSpPr>
        <p:spPr>
          <a:xfrm>
            <a:off x="399738" y="346221"/>
            <a:ext cx="4954912" cy="2023186"/>
          </a:xfrm>
        </p:spPr>
        <p:txBody>
          <a:bodyPr>
            <a:normAutofit/>
          </a:bodyPr>
          <a:lstStyle/>
          <a:p>
            <a:r>
              <a:rPr lang="en-US" altLang="zh-CN" dirty="0"/>
              <a:t>From Conceptual to Documentation</a:t>
            </a:r>
            <a:endParaRPr lang="en-AU" dirty="0"/>
          </a:p>
        </p:txBody>
      </p:sp>
      <p:pic>
        <p:nvPicPr>
          <p:cNvPr id="7" name="Content Placeholder 6" descr="A drawing of a building&#10;&#10;Description automatically generated">
            <a:extLst>
              <a:ext uri="{FF2B5EF4-FFF2-40B4-BE49-F238E27FC236}">
                <a16:creationId xmlns:a16="http://schemas.microsoft.com/office/drawing/2014/main" id="{2B94751F-9FBC-AF83-D9DD-80255CE96A09}"/>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5907930" y="0"/>
            <a:ext cx="4954912" cy="6101491"/>
          </a:xfrm>
        </p:spPr>
      </p:pic>
      <p:sp>
        <p:nvSpPr>
          <p:cNvPr id="3" name="TextBox 2">
            <a:extLst>
              <a:ext uri="{FF2B5EF4-FFF2-40B4-BE49-F238E27FC236}">
                <a16:creationId xmlns:a16="http://schemas.microsoft.com/office/drawing/2014/main" id="{92504485-43F2-9B88-DD12-DC662045F199}"/>
              </a:ext>
            </a:extLst>
          </p:cNvPr>
          <p:cNvSpPr txBox="1"/>
          <p:nvPr/>
        </p:nvSpPr>
        <p:spPr>
          <a:xfrm>
            <a:off x="1001787" y="6420908"/>
            <a:ext cx="1972734" cy="369332"/>
          </a:xfrm>
          <a:prstGeom prst="rect">
            <a:avLst/>
          </a:prstGeom>
          <a:noFill/>
        </p:spPr>
        <p:txBody>
          <a:bodyPr wrap="square">
            <a:spAutoFit/>
          </a:bodyPr>
          <a:lstStyle/>
          <a:p>
            <a:pPr algn="l">
              <a:spcAft>
                <a:spcPts val="375"/>
              </a:spcAft>
            </a:pPr>
            <a:r>
              <a:rPr lang="en-US" sz="1800" i="0" dirty="0">
                <a:solidFill>
                  <a:srgbClr val="000000"/>
                </a:solidFill>
                <a:effectLst/>
                <a:latin typeface="var(--font-geller,&quot;GellerHeadline-Bold&quot;,Georgia-Bold)"/>
              </a:rPr>
              <a:t>Source: Pinterest</a:t>
            </a:r>
            <a:endParaRPr lang="en-US" sz="1800" i="0" dirty="0">
              <a:solidFill>
                <a:srgbClr val="000000"/>
              </a:solidFill>
              <a:effectLst/>
              <a:latin typeface="__Inter_d65c78"/>
            </a:endParaRPr>
          </a:p>
        </p:txBody>
      </p:sp>
    </p:spTree>
    <p:extLst>
      <p:ext uri="{BB962C8B-B14F-4D97-AF65-F5344CB8AC3E}">
        <p14:creationId xmlns:p14="http://schemas.microsoft.com/office/powerpoint/2010/main" val="29025159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2B515-454F-4C1F-0BCA-50D86F9948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9EAB91-E309-A327-47AF-A041FDAFC7D1}"/>
              </a:ext>
            </a:extLst>
          </p:cNvPr>
          <p:cNvSpPr>
            <a:spLocks noGrp="1"/>
          </p:cNvSpPr>
          <p:nvPr>
            <p:ph type="title"/>
          </p:nvPr>
        </p:nvSpPr>
        <p:spPr>
          <a:xfrm>
            <a:off x="399738" y="346221"/>
            <a:ext cx="4954912" cy="2023186"/>
          </a:xfrm>
        </p:spPr>
        <p:txBody>
          <a:bodyPr>
            <a:normAutofit/>
          </a:bodyPr>
          <a:lstStyle/>
          <a:p>
            <a:r>
              <a:rPr lang="en-US" altLang="zh-CN" dirty="0"/>
              <a:t>From Conceptual to Documentation</a:t>
            </a:r>
            <a:endParaRPr lang="en-AU" dirty="0"/>
          </a:p>
        </p:txBody>
      </p:sp>
      <p:sp>
        <p:nvSpPr>
          <p:cNvPr id="3" name="TextBox 2">
            <a:extLst>
              <a:ext uri="{FF2B5EF4-FFF2-40B4-BE49-F238E27FC236}">
                <a16:creationId xmlns:a16="http://schemas.microsoft.com/office/drawing/2014/main" id="{B35DBEAD-04E5-20E6-4250-C233B17DA0F1}"/>
              </a:ext>
            </a:extLst>
          </p:cNvPr>
          <p:cNvSpPr txBox="1"/>
          <p:nvPr/>
        </p:nvSpPr>
        <p:spPr>
          <a:xfrm>
            <a:off x="1001787" y="6420908"/>
            <a:ext cx="1972734" cy="369332"/>
          </a:xfrm>
          <a:prstGeom prst="rect">
            <a:avLst/>
          </a:prstGeom>
          <a:noFill/>
        </p:spPr>
        <p:txBody>
          <a:bodyPr wrap="square">
            <a:spAutoFit/>
          </a:bodyPr>
          <a:lstStyle/>
          <a:p>
            <a:pPr algn="l">
              <a:spcAft>
                <a:spcPts val="375"/>
              </a:spcAft>
            </a:pPr>
            <a:r>
              <a:rPr lang="en-US" sz="1800" i="0" dirty="0">
                <a:solidFill>
                  <a:srgbClr val="000000"/>
                </a:solidFill>
                <a:effectLst/>
                <a:latin typeface="var(--font-geller,&quot;GellerHeadline-Bold&quot;,Georgia-Bold)"/>
              </a:rPr>
              <a:t>Source: Pinterest</a:t>
            </a:r>
            <a:endParaRPr lang="en-US" sz="1800" i="0" dirty="0">
              <a:solidFill>
                <a:srgbClr val="000000"/>
              </a:solidFill>
              <a:effectLst/>
              <a:latin typeface="__Inter_d65c78"/>
            </a:endParaRPr>
          </a:p>
        </p:txBody>
      </p:sp>
      <p:pic>
        <p:nvPicPr>
          <p:cNvPr id="4" name="Content Placeholder 5" descr="A diagram of a house&#10;&#10;Description automatically generated">
            <a:extLst>
              <a:ext uri="{FF2B5EF4-FFF2-40B4-BE49-F238E27FC236}">
                <a16:creationId xmlns:a16="http://schemas.microsoft.com/office/drawing/2014/main" id="{9A612616-A926-68D0-ADB7-E1C2444ADD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47304" y="243069"/>
            <a:ext cx="4805571" cy="5856790"/>
          </a:xfrm>
          <a:prstGeom prst="rect">
            <a:avLst/>
          </a:prstGeom>
        </p:spPr>
      </p:pic>
    </p:spTree>
    <p:extLst>
      <p:ext uri="{BB962C8B-B14F-4D97-AF65-F5344CB8AC3E}">
        <p14:creationId xmlns:p14="http://schemas.microsoft.com/office/powerpoint/2010/main" val="42577168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9AB9D-E91F-B953-A0B9-62D4C27F87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3EAAF8-8990-BE2E-882F-DEA395CD26E9}"/>
              </a:ext>
            </a:extLst>
          </p:cNvPr>
          <p:cNvSpPr>
            <a:spLocks noGrp="1"/>
          </p:cNvSpPr>
          <p:nvPr>
            <p:ph type="title"/>
          </p:nvPr>
        </p:nvSpPr>
        <p:spPr>
          <a:xfrm>
            <a:off x="399738" y="346221"/>
            <a:ext cx="4954912" cy="2023186"/>
          </a:xfrm>
        </p:spPr>
        <p:txBody>
          <a:bodyPr>
            <a:normAutofit/>
          </a:bodyPr>
          <a:lstStyle/>
          <a:p>
            <a:r>
              <a:rPr lang="en-US" altLang="zh-CN" dirty="0"/>
              <a:t>From Conceptual to Documentation</a:t>
            </a:r>
            <a:endParaRPr lang="en-AU" dirty="0"/>
          </a:p>
        </p:txBody>
      </p:sp>
      <p:sp>
        <p:nvSpPr>
          <p:cNvPr id="3" name="TextBox 2">
            <a:extLst>
              <a:ext uri="{FF2B5EF4-FFF2-40B4-BE49-F238E27FC236}">
                <a16:creationId xmlns:a16="http://schemas.microsoft.com/office/drawing/2014/main" id="{C3735BCA-8F90-CBC5-F537-FCFBA4EDB835}"/>
              </a:ext>
            </a:extLst>
          </p:cNvPr>
          <p:cNvSpPr txBox="1"/>
          <p:nvPr/>
        </p:nvSpPr>
        <p:spPr>
          <a:xfrm>
            <a:off x="1001787" y="6420908"/>
            <a:ext cx="1972734" cy="369332"/>
          </a:xfrm>
          <a:prstGeom prst="rect">
            <a:avLst/>
          </a:prstGeom>
          <a:noFill/>
        </p:spPr>
        <p:txBody>
          <a:bodyPr wrap="square">
            <a:spAutoFit/>
          </a:bodyPr>
          <a:lstStyle/>
          <a:p>
            <a:pPr algn="l">
              <a:spcAft>
                <a:spcPts val="375"/>
              </a:spcAft>
            </a:pPr>
            <a:r>
              <a:rPr lang="en-US" sz="1800" i="0" dirty="0">
                <a:solidFill>
                  <a:srgbClr val="000000"/>
                </a:solidFill>
                <a:effectLst/>
                <a:latin typeface="var(--font-geller,&quot;GellerHeadline-Bold&quot;,Georgia-Bold)"/>
              </a:rPr>
              <a:t>Source: Pinterest</a:t>
            </a:r>
            <a:endParaRPr lang="en-US" sz="1800" i="0" dirty="0">
              <a:solidFill>
                <a:srgbClr val="000000"/>
              </a:solidFill>
              <a:effectLst/>
              <a:latin typeface="__Inter_d65c78"/>
            </a:endParaRPr>
          </a:p>
        </p:txBody>
      </p:sp>
      <p:pic>
        <p:nvPicPr>
          <p:cNvPr id="5" name="Content Placeholder 6" descr="A drawing of a house&#10;&#10;Description automatically generated">
            <a:extLst>
              <a:ext uri="{FF2B5EF4-FFF2-40B4-BE49-F238E27FC236}">
                <a16:creationId xmlns:a16="http://schemas.microsoft.com/office/drawing/2014/main" id="{2CB4F4C5-7B94-FD10-820E-57795C34D5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72587" y="784735"/>
            <a:ext cx="7489535" cy="5288529"/>
          </a:xfrm>
          <a:prstGeom prst="rect">
            <a:avLst/>
          </a:prstGeom>
        </p:spPr>
      </p:pic>
    </p:spTree>
    <p:extLst>
      <p:ext uri="{BB962C8B-B14F-4D97-AF65-F5344CB8AC3E}">
        <p14:creationId xmlns:p14="http://schemas.microsoft.com/office/powerpoint/2010/main" val="33891913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D717F-DA02-4D77-3020-F225734107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6B4BB7-14B5-3477-F222-2ED7DBA5493A}"/>
              </a:ext>
            </a:extLst>
          </p:cNvPr>
          <p:cNvSpPr>
            <a:spLocks noGrp="1"/>
          </p:cNvSpPr>
          <p:nvPr>
            <p:ph type="title"/>
          </p:nvPr>
        </p:nvSpPr>
        <p:spPr>
          <a:xfrm>
            <a:off x="399738" y="346221"/>
            <a:ext cx="4954912" cy="2023186"/>
          </a:xfrm>
        </p:spPr>
        <p:txBody>
          <a:bodyPr>
            <a:normAutofit/>
          </a:bodyPr>
          <a:lstStyle/>
          <a:p>
            <a:r>
              <a:rPr lang="en-US" altLang="zh-CN" dirty="0"/>
              <a:t>From Conceptual to Documentation</a:t>
            </a:r>
            <a:endParaRPr lang="en-AU" dirty="0"/>
          </a:p>
        </p:txBody>
      </p:sp>
      <p:sp>
        <p:nvSpPr>
          <p:cNvPr id="3" name="TextBox 2">
            <a:extLst>
              <a:ext uri="{FF2B5EF4-FFF2-40B4-BE49-F238E27FC236}">
                <a16:creationId xmlns:a16="http://schemas.microsoft.com/office/drawing/2014/main" id="{9C01D207-35B7-447D-0129-577F5CFF4712}"/>
              </a:ext>
            </a:extLst>
          </p:cNvPr>
          <p:cNvSpPr txBox="1"/>
          <p:nvPr/>
        </p:nvSpPr>
        <p:spPr>
          <a:xfrm>
            <a:off x="1001787" y="6420908"/>
            <a:ext cx="1972734" cy="369332"/>
          </a:xfrm>
          <a:prstGeom prst="rect">
            <a:avLst/>
          </a:prstGeom>
          <a:noFill/>
        </p:spPr>
        <p:txBody>
          <a:bodyPr wrap="square">
            <a:spAutoFit/>
          </a:bodyPr>
          <a:lstStyle/>
          <a:p>
            <a:pPr algn="l">
              <a:spcAft>
                <a:spcPts val="375"/>
              </a:spcAft>
            </a:pPr>
            <a:r>
              <a:rPr lang="en-US" sz="1800" i="0" dirty="0">
                <a:solidFill>
                  <a:srgbClr val="000000"/>
                </a:solidFill>
                <a:effectLst/>
                <a:latin typeface="var(--font-geller,&quot;GellerHeadline-Bold&quot;,Georgia-Bold)"/>
              </a:rPr>
              <a:t>Source: Pinterest</a:t>
            </a:r>
            <a:endParaRPr lang="en-US" sz="1800" i="0" dirty="0">
              <a:solidFill>
                <a:srgbClr val="000000"/>
              </a:solidFill>
              <a:effectLst/>
              <a:latin typeface="__Inter_d65c78"/>
            </a:endParaRPr>
          </a:p>
        </p:txBody>
      </p:sp>
      <p:pic>
        <p:nvPicPr>
          <p:cNvPr id="4" name="Content Placeholder 5" descr="A diagram of a house&#10;&#10;Description automatically generated">
            <a:extLst>
              <a:ext uri="{FF2B5EF4-FFF2-40B4-BE49-F238E27FC236}">
                <a16:creationId xmlns:a16="http://schemas.microsoft.com/office/drawing/2014/main" id="{20D426A1-443A-2B19-1A48-9B4866A56F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62624" y="115747"/>
            <a:ext cx="5785251" cy="5989899"/>
          </a:xfrm>
          <a:prstGeom prst="rect">
            <a:avLst/>
          </a:prstGeom>
        </p:spPr>
      </p:pic>
    </p:spTree>
    <p:extLst>
      <p:ext uri="{BB962C8B-B14F-4D97-AF65-F5344CB8AC3E}">
        <p14:creationId xmlns:p14="http://schemas.microsoft.com/office/powerpoint/2010/main" val="21953453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FFBD2-7975-6DF2-7DEF-FC45BB9C76F5}"/>
              </a:ext>
            </a:extLst>
          </p:cNvPr>
          <p:cNvSpPr>
            <a:spLocks noGrp="1"/>
          </p:cNvSpPr>
          <p:nvPr>
            <p:ph type="title"/>
          </p:nvPr>
        </p:nvSpPr>
        <p:spPr>
          <a:xfrm>
            <a:off x="399737" y="343837"/>
            <a:ext cx="5635753" cy="690716"/>
          </a:xfrm>
        </p:spPr>
        <p:txBody>
          <a:bodyPr/>
          <a:lstStyle/>
          <a:p>
            <a:r>
              <a:rPr lang="en-AU" dirty="0"/>
              <a:t>Elevation as a Key Design Driver</a:t>
            </a:r>
          </a:p>
        </p:txBody>
      </p:sp>
      <p:pic>
        <p:nvPicPr>
          <p:cNvPr id="5" name="Content Placeholder 4" descr="A drawing of a blue and white wall&#10;&#10;Description automatically generated">
            <a:extLst>
              <a:ext uri="{FF2B5EF4-FFF2-40B4-BE49-F238E27FC236}">
                <a16:creationId xmlns:a16="http://schemas.microsoft.com/office/drawing/2014/main" id="{C6EF615A-DB08-8FFE-8D98-1E4028CA6450}"/>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572947" y="1507502"/>
            <a:ext cx="4556125" cy="3432175"/>
          </a:xfrm>
        </p:spPr>
      </p:pic>
      <p:pic>
        <p:nvPicPr>
          <p:cNvPr id="7" name="Picture 6" descr="A drawing of a building&#10;&#10;Description automatically generated">
            <a:extLst>
              <a:ext uri="{FF2B5EF4-FFF2-40B4-BE49-F238E27FC236}">
                <a16:creationId xmlns:a16="http://schemas.microsoft.com/office/drawing/2014/main" id="{3531ABB1-15F0-9D1A-E5A3-CF339F1721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7804" y="3845789"/>
            <a:ext cx="6211914" cy="2395728"/>
          </a:xfrm>
          <a:prstGeom prst="rect">
            <a:avLst/>
          </a:prstGeom>
        </p:spPr>
      </p:pic>
      <p:pic>
        <p:nvPicPr>
          <p:cNvPr id="9" name="Picture 8" descr="A building with lights on&#10;&#10;Description automatically generated">
            <a:extLst>
              <a:ext uri="{FF2B5EF4-FFF2-40B4-BE49-F238E27FC236}">
                <a16:creationId xmlns:a16="http://schemas.microsoft.com/office/drawing/2014/main" id="{C119F917-63EC-D3C1-0C81-F3EEE8A0BD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55885" y="40511"/>
            <a:ext cx="5635752" cy="3756229"/>
          </a:xfrm>
          <a:prstGeom prst="rect">
            <a:avLst/>
          </a:prstGeom>
        </p:spPr>
      </p:pic>
      <p:sp>
        <p:nvSpPr>
          <p:cNvPr id="3" name="Title 1">
            <a:extLst>
              <a:ext uri="{FF2B5EF4-FFF2-40B4-BE49-F238E27FC236}">
                <a16:creationId xmlns:a16="http://schemas.microsoft.com/office/drawing/2014/main" id="{4ADDAD27-FA64-3328-2E75-EB03CC9EDCB2}"/>
              </a:ext>
            </a:extLst>
          </p:cNvPr>
          <p:cNvSpPr txBox="1">
            <a:spLocks/>
          </p:cNvSpPr>
          <p:nvPr/>
        </p:nvSpPr>
        <p:spPr>
          <a:xfrm>
            <a:off x="572947" y="4687716"/>
            <a:ext cx="600151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1200" dirty="0"/>
              <a:t>Steven Holl Glassell School of Art</a:t>
            </a:r>
          </a:p>
        </p:txBody>
      </p:sp>
      <p:sp>
        <p:nvSpPr>
          <p:cNvPr id="4" name="TextBox 3">
            <a:extLst>
              <a:ext uri="{FF2B5EF4-FFF2-40B4-BE49-F238E27FC236}">
                <a16:creationId xmlns:a16="http://schemas.microsoft.com/office/drawing/2014/main" id="{D0265557-BC12-393E-8C9F-2806DE51B4AF}"/>
              </a:ext>
            </a:extLst>
          </p:cNvPr>
          <p:cNvSpPr txBox="1"/>
          <p:nvPr/>
        </p:nvSpPr>
        <p:spPr>
          <a:xfrm>
            <a:off x="1001787" y="6420908"/>
            <a:ext cx="3959680" cy="369332"/>
          </a:xfrm>
          <a:prstGeom prst="rect">
            <a:avLst/>
          </a:prstGeom>
          <a:noFill/>
        </p:spPr>
        <p:txBody>
          <a:bodyPr wrap="square">
            <a:spAutoFit/>
          </a:bodyPr>
          <a:lstStyle/>
          <a:p>
            <a:pPr algn="l">
              <a:spcAft>
                <a:spcPts val="375"/>
              </a:spcAft>
            </a:pPr>
            <a:r>
              <a:rPr lang="en-US" sz="1800" i="0" dirty="0">
                <a:solidFill>
                  <a:srgbClr val="000000"/>
                </a:solidFill>
                <a:effectLst/>
                <a:latin typeface="var(--font-geller,&quot;GellerHeadline-Bold&quot;,Georgia-Bold)"/>
              </a:rPr>
              <a:t>Source: Steven</a:t>
            </a:r>
            <a:r>
              <a:rPr lang="en-US" dirty="0">
                <a:solidFill>
                  <a:srgbClr val="000000"/>
                </a:solidFill>
                <a:latin typeface="var(--font-geller,&quot;GellerHeadline-Bold&quot;,Georgia-Bold)"/>
              </a:rPr>
              <a:t> Holl Architects</a:t>
            </a:r>
            <a:endParaRPr lang="en-US" sz="1800" i="0" dirty="0">
              <a:solidFill>
                <a:srgbClr val="000000"/>
              </a:solidFill>
              <a:effectLst/>
              <a:latin typeface="__Inter_d65c78"/>
            </a:endParaRPr>
          </a:p>
        </p:txBody>
      </p:sp>
    </p:spTree>
    <p:extLst>
      <p:ext uri="{BB962C8B-B14F-4D97-AF65-F5344CB8AC3E}">
        <p14:creationId xmlns:p14="http://schemas.microsoft.com/office/powerpoint/2010/main" val="23883281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86850-7365-41FE-E3C6-083280E19D5C}"/>
            </a:ext>
          </a:extLst>
        </p:cNvPr>
        <p:cNvGrpSpPr/>
        <p:nvPr/>
      </p:nvGrpSpPr>
      <p:grpSpPr>
        <a:xfrm>
          <a:off x="0" y="0"/>
          <a:ext cx="0" cy="0"/>
          <a:chOff x="0" y="0"/>
          <a:chExt cx="0" cy="0"/>
        </a:xfrm>
      </p:grpSpPr>
      <p:sp>
        <p:nvSpPr>
          <p:cNvPr id="7" name="Title 5">
            <a:extLst>
              <a:ext uri="{FF2B5EF4-FFF2-40B4-BE49-F238E27FC236}">
                <a16:creationId xmlns:a16="http://schemas.microsoft.com/office/drawing/2014/main" id="{8D02325E-D21B-9C50-A83E-AC7F17E6BEC0}"/>
              </a:ext>
            </a:extLst>
          </p:cNvPr>
          <p:cNvSpPr txBox="1">
            <a:spLocks/>
          </p:cNvSpPr>
          <p:nvPr/>
        </p:nvSpPr>
        <p:spPr>
          <a:xfrm>
            <a:off x="1831371" y="2985802"/>
            <a:ext cx="10515600" cy="443198"/>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US" dirty="0"/>
              <a:t>Activity: Match the Elevation</a:t>
            </a:r>
          </a:p>
        </p:txBody>
      </p:sp>
    </p:spTree>
    <p:extLst>
      <p:ext uri="{BB962C8B-B14F-4D97-AF65-F5344CB8AC3E}">
        <p14:creationId xmlns:p14="http://schemas.microsoft.com/office/powerpoint/2010/main" val="21657686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A8392C-800F-55A5-4C8A-ACBAB4869B25}"/>
              </a:ext>
            </a:extLst>
          </p:cNvPr>
          <p:cNvSpPr>
            <a:spLocks noGrp="1"/>
          </p:cNvSpPr>
          <p:nvPr>
            <p:ph type="body" sz="half" idx="2"/>
          </p:nvPr>
        </p:nvSpPr>
        <p:spPr>
          <a:xfrm>
            <a:off x="399737" y="1507692"/>
            <a:ext cx="5514926" cy="4532890"/>
          </a:xfrm>
        </p:spPr>
        <p:txBody>
          <a:bodyPr>
            <a:normAutofit/>
          </a:bodyPr>
          <a:lstStyle/>
          <a:p>
            <a:pPr marL="342900" indent="-342900">
              <a:buFont typeface="Arial" panose="020B0604020202020204" pitchFamily="34" charset="0"/>
              <a:buChar char="•"/>
            </a:pPr>
            <a:r>
              <a:rPr lang="en-US" dirty="0"/>
              <a:t>Definition: A section drawing cuts through a portion of a building vertically and is used to view the interior spaces.</a:t>
            </a:r>
          </a:p>
          <a:p>
            <a:pPr marL="342900" indent="-342900">
              <a:buFont typeface="Arial" panose="020B0604020202020204" pitchFamily="34" charset="0"/>
              <a:buChar char="•"/>
            </a:pPr>
            <a:r>
              <a:rPr lang="en-US" dirty="0"/>
              <a:t>Purpose: To show the relationships between different levels of a building, including floor and ceiling heights.</a:t>
            </a:r>
          </a:p>
          <a:p>
            <a:pPr marL="342900" indent="-342900">
              <a:buFont typeface="Arial" panose="020B0604020202020204" pitchFamily="34" charset="0"/>
              <a:buChar char="•"/>
            </a:pPr>
            <a:r>
              <a:rPr lang="en-US" dirty="0"/>
              <a:t>Section drawings provide insight into the vertical dimensions of spaces, helping to understand the scale and connection between different parts of the building.</a:t>
            </a:r>
            <a:endParaRPr lang="en-AU" dirty="0"/>
          </a:p>
        </p:txBody>
      </p:sp>
      <p:sp>
        <p:nvSpPr>
          <p:cNvPr id="2" name="Title 1">
            <a:extLst>
              <a:ext uri="{FF2B5EF4-FFF2-40B4-BE49-F238E27FC236}">
                <a16:creationId xmlns:a16="http://schemas.microsoft.com/office/drawing/2014/main" id="{51A72745-0E59-D6DF-B63C-3E405F849FFE}"/>
              </a:ext>
            </a:extLst>
          </p:cNvPr>
          <p:cNvSpPr>
            <a:spLocks noGrp="1"/>
          </p:cNvSpPr>
          <p:nvPr>
            <p:ph type="title"/>
          </p:nvPr>
        </p:nvSpPr>
        <p:spPr>
          <a:xfrm>
            <a:off x="399738" y="343836"/>
            <a:ext cx="5306582" cy="788437"/>
          </a:xfrm>
        </p:spPr>
        <p:txBody>
          <a:bodyPr/>
          <a:lstStyle/>
          <a:p>
            <a:r>
              <a:rPr lang="en-AU" dirty="0"/>
              <a:t>Cross Section (Section Drawing)</a:t>
            </a:r>
          </a:p>
        </p:txBody>
      </p:sp>
      <p:pic>
        <p:nvPicPr>
          <p:cNvPr id="5" name="Picture 4">
            <a:extLst>
              <a:ext uri="{FF2B5EF4-FFF2-40B4-BE49-F238E27FC236}">
                <a16:creationId xmlns:a16="http://schemas.microsoft.com/office/drawing/2014/main" id="{328F2DA4-CD7A-4051-EC5B-F1A8BA0A34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8105"/>
            <a:ext cx="6094912" cy="6866105"/>
          </a:xfrm>
          <a:prstGeom prst="rect">
            <a:avLst/>
          </a:prstGeom>
        </p:spPr>
      </p:pic>
      <p:sp>
        <p:nvSpPr>
          <p:cNvPr id="6" name="TextBox 5">
            <a:extLst>
              <a:ext uri="{FF2B5EF4-FFF2-40B4-BE49-F238E27FC236}">
                <a16:creationId xmlns:a16="http://schemas.microsoft.com/office/drawing/2014/main" id="{0C2A32B0-94B6-4E7C-243B-8780BD2FD791}"/>
              </a:ext>
            </a:extLst>
          </p:cNvPr>
          <p:cNvSpPr txBox="1"/>
          <p:nvPr/>
        </p:nvSpPr>
        <p:spPr>
          <a:xfrm>
            <a:off x="583557" y="5686089"/>
            <a:ext cx="6096000" cy="375552"/>
          </a:xfrm>
          <a:prstGeom prst="rect">
            <a:avLst/>
          </a:prstGeom>
          <a:noFill/>
        </p:spPr>
        <p:txBody>
          <a:bodyPr wrap="square">
            <a:spAutoFit/>
          </a:bodyPr>
          <a:lstStyle/>
          <a:p>
            <a:pPr>
              <a:lnSpc>
                <a:spcPct val="107000"/>
              </a:lnSpc>
              <a:spcAft>
                <a:spcPts val="800"/>
              </a:spcAft>
            </a:pPr>
            <a:r>
              <a:rPr lang="en-US" sz="1800" kern="100" dirty="0">
                <a:effectLst/>
                <a:latin typeface="Calibri" panose="020F0502020204030204" pitchFamily="34" charset="0"/>
                <a:ea typeface="DengXian" panose="02010600030101010101" pitchFamily="2" charset="-122"/>
                <a:cs typeface="Times New Roman" panose="02020603050405020304" pitchFamily="18" charset="0"/>
              </a:rPr>
              <a:t>Source: </a:t>
            </a:r>
            <a:r>
              <a:rPr lang="en-US" sz="1800" kern="100" dirty="0" err="1">
                <a:effectLst/>
                <a:latin typeface="Calibri" panose="020F0502020204030204" pitchFamily="34" charset="0"/>
                <a:ea typeface="DengXian" panose="02010600030101010101" pitchFamily="2" charset="-122"/>
                <a:cs typeface="Times New Roman" panose="02020603050405020304" pitchFamily="18" charset="0"/>
              </a:rPr>
              <a:t>ArchDaily</a:t>
            </a:r>
            <a:endParaRPr lang="en-AU"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0998813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7D73C-BC6B-E36A-F736-214648B1BFCD}"/>
              </a:ext>
            </a:extLst>
          </p:cNvPr>
          <p:cNvSpPr>
            <a:spLocks noGrp="1"/>
          </p:cNvSpPr>
          <p:nvPr>
            <p:ph type="title"/>
          </p:nvPr>
        </p:nvSpPr>
        <p:spPr/>
        <p:txBody>
          <a:bodyPr/>
          <a:lstStyle/>
          <a:p>
            <a:r>
              <a:rPr lang="en-AU" dirty="0"/>
              <a:t>Section Cut</a:t>
            </a:r>
          </a:p>
        </p:txBody>
      </p:sp>
      <p:pic>
        <p:nvPicPr>
          <p:cNvPr id="5" name="Content Placeholder 4">
            <a:extLst>
              <a:ext uri="{FF2B5EF4-FFF2-40B4-BE49-F238E27FC236}">
                <a16:creationId xmlns:a16="http://schemas.microsoft.com/office/drawing/2014/main" id="{99D1F1C3-5430-66BD-AF2D-48E9F1F6B588}"/>
              </a:ext>
            </a:extLst>
          </p:cNvPr>
          <p:cNvPicPr>
            <a:picLocks noGrp="1" noChangeAspect="1"/>
          </p:cNvPicPr>
          <p:nvPr>
            <p:ph idx="4294967295"/>
          </p:nvPr>
        </p:nvPicPr>
        <p:blipFill>
          <a:blip r:embed="rId2"/>
          <a:stretch>
            <a:fillRect/>
          </a:stretch>
        </p:blipFill>
        <p:spPr>
          <a:xfrm>
            <a:off x="2025570" y="865931"/>
            <a:ext cx="7589838" cy="4686300"/>
          </a:xfrm>
        </p:spPr>
      </p:pic>
    </p:spTree>
    <p:extLst>
      <p:ext uri="{BB962C8B-B14F-4D97-AF65-F5344CB8AC3E}">
        <p14:creationId xmlns:p14="http://schemas.microsoft.com/office/powerpoint/2010/main" val="21633309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E5202-AD6E-782A-A3F8-4BDE54B0DB13}"/>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86622F2C-A645-8A32-2923-5EC08D77AD36}"/>
              </a:ext>
            </a:extLst>
          </p:cNvPr>
          <p:cNvSpPr>
            <a:spLocks noGrp="1"/>
          </p:cNvSpPr>
          <p:nvPr>
            <p:ph type="body" sz="half" idx="2"/>
          </p:nvPr>
        </p:nvSpPr>
        <p:spPr>
          <a:xfrm>
            <a:off x="399738" y="1092406"/>
            <a:ext cx="11459536" cy="4437560"/>
          </a:xfrm>
        </p:spPr>
        <p:txBody>
          <a:bodyPr/>
          <a:lstStyle/>
          <a:p>
            <a:pPr marL="342900" indent="-342900">
              <a:buFont typeface="Arial" panose="020B0604020202020204" pitchFamily="34" charset="0"/>
              <a:buChar char="•"/>
            </a:pPr>
            <a:r>
              <a:rPr lang="en-US" sz="2000" b="0" i="0" u="none" strike="noStrike" baseline="0" dirty="0">
                <a:latin typeface="Calibri" panose="020F0502020204030204" pitchFamily="34" charset="0"/>
              </a:rPr>
              <a:t>a vertical slice cut through a two‐story residence.</a:t>
            </a:r>
            <a:endParaRPr lang="en-AU" dirty="0"/>
          </a:p>
        </p:txBody>
      </p:sp>
      <p:sp>
        <p:nvSpPr>
          <p:cNvPr id="2" name="Title 1">
            <a:extLst>
              <a:ext uri="{FF2B5EF4-FFF2-40B4-BE49-F238E27FC236}">
                <a16:creationId xmlns:a16="http://schemas.microsoft.com/office/drawing/2014/main" id="{97183270-D37C-F31A-452B-8CB9D5C9F2B8}"/>
              </a:ext>
            </a:extLst>
          </p:cNvPr>
          <p:cNvSpPr>
            <a:spLocks noGrp="1"/>
          </p:cNvSpPr>
          <p:nvPr>
            <p:ph type="title"/>
          </p:nvPr>
        </p:nvSpPr>
        <p:spPr>
          <a:xfrm>
            <a:off x="399738" y="343837"/>
            <a:ext cx="11459535" cy="443198"/>
          </a:xfrm>
        </p:spPr>
        <p:txBody>
          <a:bodyPr/>
          <a:lstStyle/>
          <a:p>
            <a:r>
              <a:rPr lang="en-AU" dirty="0"/>
              <a:t>Section Cut</a:t>
            </a:r>
          </a:p>
        </p:txBody>
      </p:sp>
      <p:pic>
        <p:nvPicPr>
          <p:cNvPr id="7" name="Content Placeholder 6">
            <a:extLst>
              <a:ext uri="{FF2B5EF4-FFF2-40B4-BE49-F238E27FC236}">
                <a16:creationId xmlns:a16="http://schemas.microsoft.com/office/drawing/2014/main" id="{F2ED7282-E5FA-8051-F512-C1CEAA4EC30C}"/>
              </a:ext>
            </a:extLst>
          </p:cNvPr>
          <p:cNvPicPr>
            <a:picLocks noGrp="1" noChangeAspect="1"/>
          </p:cNvPicPr>
          <p:nvPr>
            <p:ph idx="4294967295"/>
          </p:nvPr>
        </p:nvPicPr>
        <p:blipFill>
          <a:blip r:embed="rId2"/>
          <a:stretch>
            <a:fillRect/>
          </a:stretch>
        </p:blipFill>
        <p:spPr>
          <a:xfrm>
            <a:off x="838849" y="1895269"/>
            <a:ext cx="11020425" cy="3870325"/>
          </a:xfrm>
        </p:spPr>
      </p:pic>
      <p:sp>
        <p:nvSpPr>
          <p:cNvPr id="3" name="TextBox 2">
            <a:extLst>
              <a:ext uri="{FF2B5EF4-FFF2-40B4-BE49-F238E27FC236}">
                <a16:creationId xmlns:a16="http://schemas.microsoft.com/office/drawing/2014/main" id="{E74610B4-2B61-8E7E-6AAA-21025BD8B4C7}"/>
              </a:ext>
            </a:extLst>
          </p:cNvPr>
          <p:cNvSpPr txBox="1"/>
          <p:nvPr/>
        </p:nvSpPr>
        <p:spPr>
          <a:xfrm>
            <a:off x="890286" y="5765594"/>
            <a:ext cx="6096000" cy="375552"/>
          </a:xfrm>
          <a:prstGeom prst="rect">
            <a:avLst/>
          </a:prstGeom>
          <a:noFill/>
        </p:spPr>
        <p:txBody>
          <a:bodyPr wrap="square">
            <a:spAutoFit/>
          </a:bodyPr>
          <a:lstStyle/>
          <a:p>
            <a:pPr>
              <a:lnSpc>
                <a:spcPct val="107000"/>
              </a:lnSpc>
              <a:spcAft>
                <a:spcPts val="800"/>
              </a:spcAft>
            </a:pPr>
            <a:r>
              <a:rPr lang="en-US" sz="1800" kern="100" dirty="0">
                <a:effectLst/>
                <a:latin typeface="Calibri" panose="020F0502020204030204" pitchFamily="34" charset="0"/>
                <a:ea typeface="DengXian" panose="02010600030101010101" pitchFamily="2" charset="-122"/>
                <a:cs typeface="Times New Roman" panose="02020603050405020304" pitchFamily="18" charset="0"/>
              </a:rPr>
              <a:t>Source: </a:t>
            </a:r>
            <a:r>
              <a:rPr lang="en-US" sz="1800" kern="100" dirty="0" err="1">
                <a:effectLst/>
                <a:latin typeface="Calibri" panose="020F0502020204030204" pitchFamily="34" charset="0"/>
                <a:ea typeface="DengXian" panose="02010600030101010101" pitchFamily="2" charset="-122"/>
                <a:cs typeface="Times New Roman" panose="02020603050405020304" pitchFamily="18" charset="0"/>
              </a:rPr>
              <a:t>ArchDaily</a:t>
            </a:r>
            <a:endParaRPr lang="en-AU"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5763308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22C0B-4FEA-AE4C-D973-457526204A82}"/>
              </a:ext>
            </a:extLst>
          </p:cNvPr>
          <p:cNvSpPr>
            <a:spLocks noGrp="1"/>
          </p:cNvSpPr>
          <p:nvPr>
            <p:ph type="title"/>
          </p:nvPr>
        </p:nvSpPr>
        <p:spPr/>
        <p:txBody>
          <a:bodyPr/>
          <a:lstStyle/>
          <a:p>
            <a:r>
              <a:rPr lang="en-AU" dirty="0"/>
              <a:t>Identification of sections</a:t>
            </a:r>
          </a:p>
        </p:txBody>
      </p:sp>
      <p:pic>
        <p:nvPicPr>
          <p:cNvPr id="5" name="Content Placeholder 4">
            <a:extLst>
              <a:ext uri="{FF2B5EF4-FFF2-40B4-BE49-F238E27FC236}">
                <a16:creationId xmlns:a16="http://schemas.microsoft.com/office/drawing/2014/main" id="{E7786A85-B137-0BCD-2A7B-3BE4BE122076}"/>
              </a:ext>
            </a:extLst>
          </p:cNvPr>
          <p:cNvPicPr>
            <a:picLocks noGrp="1" noChangeAspect="1"/>
          </p:cNvPicPr>
          <p:nvPr>
            <p:ph idx="1"/>
          </p:nvPr>
        </p:nvPicPr>
        <p:blipFill>
          <a:blip r:embed="rId2"/>
          <a:stretch>
            <a:fillRect/>
          </a:stretch>
        </p:blipFill>
        <p:spPr>
          <a:xfrm>
            <a:off x="516052" y="1690688"/>
            <a:ext cx="5390804" cy="2053262"/>
          </a:xfrm>
        </p:spPr>
      </p:pic>
      <p:pic>
        <p:nvPicPr>
          <p:cNvPr id="7" name="Picture 6">
            <a:extLst>
              <a:ext uri="{FF2B5EF4-FFF2-40B4-BE49-F238E27FC236}">
                <a16:creationId xmlns:a16="http://schemas.microsoft.com/office/drawing/2014/main" id="{DDC39FB9-24A6-6204-E0C1-71C57CC54838}"/>
              </a:ext>
            </a:extLst>
          </p:cNvPr>
          <p:cNvPicPr>
            <a:picLocks noChangeAspect="1"/>
          </p:cNvPicPr>
          <p:nvPr/>
        </p:nvPicPr>
        <p:blipFill>
          <a:blip r:embed="rId3"/>
          <a:stretch>
            <a:fillRect/>
          </a:stretch>
        </p:blipFill>
        <p:spPr>
          <a:xfrm>
            <a:off x="516052" y="3762375"/>
            <a:ext cx="5390804" cy="2291480"/>
          </a:xfrm>
          <a:prstGeom prst="rect">
            <a:avLst/>
          </a:prstGeom>
        </p:spPr>
      </p:pic>
      <p:pic>
        <p:nvPicPr>
          <p:cNvPr id="9" name="Picture 8">
            <a:extLst>
              <a:ext uri="{FF2B5EF4-FFF2-40B4-BE49-F238E27FC236}">
                <a16:creationId xmlns:a16="http://schemas.microsoft.com/office/drawing/2014/main" id="{DDD75844-FA33-14F0-C6D6-4E002D5B91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65412" y="4118123"/>
            <a:ext cx="5126588" cy="2656845"/>
          </a:xfrm>
          <a:prstGeom prst="rect">
            <a:avLst/>
          </a:prstGeom>
        </p:spPr>
      </p:pic>
      <p:pic>
        <p:nvPicPr>
          <p:cNvPr id="11" name="Picture 10">
            <a:extLst>
              <a:ext uri="{FF2B5EF4-FFF2-40B4-BE49-F238E27FC236}">
                <a16:creationId xmlns:a16="http://schemas.microsoft.com/office/drawing/2014/main" id="{AAABBF54-9B81-5EDB-DEEE-410D638AA6D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23188" y="39218"/>
            <a:ext cx="3530612" cy="3752999"/>
          </a:xfrm>
          <a:prstGeom prst="rect">
            <a:avLst/>
          </a:prstGeom>
        </p:spPr>
      </p:pic>
    </p:spTree>
    <p:extLst>
      <p:ext uri="{BB962C8B-B14F-4D97-AF65-F5344CB8AC3E}">
        <p14:creationId xmlns:p14="http://schemas.microsoft.com/office/powerpoint/2010/main" val="28922793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0EEB66-707D-F6E7-DF36-D4A545C25275}"/>
              </a:ext>
            </a:extLst>
          </p:cNvPr>
          <p:cNvSpPr>
            <a:spLocks noGrp="1"/>
          </p:cNvSpPr>
          <p:nvPr>
            <p:ph type="body" sz="half" idx="2"/>
          </p:nvPr>
        </p:nvSpPr>
        <p:spPr>
          <a:xfrm>
            <a:off x="399737" y="1503307"/>
            <a:ext cx="3026369" cy="3948369"/>
          </a:xfrm>
        </p:spPr>
        <p:txBody>
          <a:bodyPr/>
          <a:lstStyle/>
          <a:p>
            <a:r>
              <a:rPr lang="en-US" dirty="0"/>
              <a:t>To further examine the various roof, floor, and wall conditions found at the location of that particular slice, we can enlarge th</a:t>
            </a:r>
            <a:r>
              <a:rPr lang="en-US" altLang="zh-CN" dirty="0"/>
              <a:t>e </a:t>
            </a:r>
            <a:r>
              <a:rPr lang="en-US" dirty="0"/>
              <a:t>elements and then call it a detail.</a:t>
            </a:r>
            <a:endParaRPr lang="en-AU" dirty="0"/>
          </a:p>
        </p:txBody>
      </p:sp>
      <p:sp>
        <p:nvSpPr>
          <p:cNvPr id="2" name="Title 1">
            <a:extLst>
              <a:ext uri="{FF2B5EF4-FFF2-40B4-BE49-F238E27FC236}">
                <a16:creationId xmlns:a16="http://schemas.microsoft.com/office/drawing/2014/main" id="{59989324-7509-7301-9AB8-D6CD70CDD9AE}"/>
              </a:ext>
            </a:extLst>
          </p:cNvPr>
          <p:cNvSpPr>
            <a:spLocks noGrp="1"/>
          </p:cNvSpPr>
          <p:nvPr>
            <p:ph type="title"/>
          </p:nvPr>
        </p:nvSpPr>
        <p:spPr/>
        <p:txBody>
          <a:bodyPr/>
          <a:lstStyle/>
          <a:p>
            <a:r>
              <a:rPr lang="en-AU" dirty="0"/>
              <a:t>Section and Architectural Details</a:t>
            </a:r>
          </a:p>
        </p:txBody>
      </p:sp>
      <p:pic>
        <p:nvPicPr>
          <p:cNvPr id="5" name="Picture 4">
            <a:extLst>
              <a:ext uri="{FF2B5EF4-FFF2-40B4-BE49-F238E27FC236}">
                <a16:creationId xmlns:a16="http://schemas.microsoft.com/office/drawing/2014/main" id="{66D9D74B-4E33-F952-23F4-3D40C3C90673}"/>
              </a:ext>
            </a:extLst>
          </p:cNvPr>
          <p:cNvPicPr>
            <a:picLocks noChangeAspect="1"/>
          </p:cNvPicPr>
          <p:nvPr/>
        </p:nvPicPr>
        <p:blipFill>
          <a:blip r:embed="rId2"/>
          <a:stretch>
            <a:fillRect/>
          </a:stretch>
        </p:blipFill>
        <p:spPr>
          <a:xfrm>
            <a:off x="5046561" y="1030030"/>
            <a:ext cx="6668121" cy="5019942"/>
          </a:xfrm>
          <a:prstGeom prst="rect">
            <a:avLst/>
          </a:prstGeom>
        </p:spPr>
      </p:pic>
      <p:sp>
        <p:nvSpPr>
          <p:cNvPr id="4" name="TextBox 3">
            <a:extLst>
              <a:ext uri="{FF2B5EF4-FFF2-40B4-BE49-F238E27FC236}">
                <a16:creationId xmlns:a16="http://schemas.microsoft.com/office/drawing/2014/main" id="{717EDD13-A65D-7F0D-F5CC-684DF95DE041}"/>
              </a:ext>
            </a:extLst>
          </p:cNvPr>
          <p:cNvSpPr txBox="1"/>
          <p:nvPr/>
        </p:nvSpPr>
        <p:spPr>
          <a:xfrm>
            <a:off x="838200" y="6311900"/>
            <a:ext cx="6096000" cy="375552"/>
          </a:xfrm>
          <a:prstGeom prst="rect">
            <a:avLst/>
          </a:prstGeom>
          <a:noFill/>
        </p:spPr>
        <p:txBody>
          <a:bodyPr wrap="square">
            <a:spAutoFit/>
          </a:bodyPr>
          <a:lstStyle/>
          <a:p>
            <a:pPr>
              <a:lnSpc>
                <a:spcPct val="107000"/>
              </a:lnSpc>
              <a:spcAft>
                <a:spcPts val="800"/>
              </a:spcAft>
            </a:pPr>
            <a:r>
              <a:rPr lang="en-US" sz="1800" kern="100" dirty="0">
                <a:effectLst/>
                <a:latin typeface="Calibri" panose="020F0502020204030204" pitchFamily="34" charset="0"/>
                <a:ea typeface="DengXian" panose="02010600030101010101" pitchFamily="2" charset="-122"/>
                <a:cs typeface="Times New Roman" panose="02020603050405020304" pitchFamily="18" charset="0"/>
              </a:rPr>
              <a:t>Source: </a:t>
            </a:r>
            <a:r>
              <a:rPr lang="en-US" sz="1800" kern="100" dirty="0" err="1">
                <a:effectLst/>
                <a:latin typeface="Calibri" panose="020F0502020204030204" pitchFamily="34" charset="0"/>
                <a:ea typeface="DengXian" panose="02010600030101010101" pitchFamily="2" charset="-122"/>
                <a:cs typeface="Times New Roman" panose="02020603050405020304" pitchFamily="18" charset="0"/>
              </a:rPr>
              <a:t>ArchDaily</a:t>
            </a:r>
            <a:endParaRPr lang="en-AU"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1751939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9799C-F3DE-D65B-F93E-182C7AB811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BA1C95-0C85-A4EC-506F-2AF067FCAA65}"/>
              </a:ext>
            </a:extLst>
          </p:cNvPr>
          <p:cNvSpPr>
            <a:spLocks noGrp="1"/>
          </p:cNvSpPr>
          <p:nvPr>
            <p:ph type="title"/>
          </p:nvPr>
        </p:nvSpPr>
        <p:spPr/>
        <p:txBody>
          <a:bodyPr/>
          <a:lstStyle/>
          <a:p>
            <a:r>
              <a:rPr lang="en-AU" dirty="0"/>
              <a:t>Section and Architectural Details</a:t>
            </a:r>
          </a:p>
        </p:txBody>
      </p:sp>
      <p:pic>
        <p:nvPicPr>
          <p:cNvPr id="8" name="Content Placeholder 7">
            <a:extLst>
              <a:ext uri="{FF2B5EF4-FFF2-40B4-BE49-F238E27FC236}">
                <a16:creationId xmlns:a16="http://schemas.microsoft.com/office/drawing/2014/main" id="{9922AF0C-D11F-58BE-EDBC-59C777991002}"/>
              </a:ext>
            </a:extLst>
          </p:cNvPr>
          <p:cNvPicPr>
            <a:picLocks noGrp="1" noChangeAspect="1"/>
          </p:cNvPicPr>
          <p:nvPr>
            <p:ph idx="4294967295"/>
          </p:nvPr>
        </p:nvPicPr>
        <p:blipFill>
          <a:blip r:embed="rId2"/>
          <a:stretch>
            <a:fillRect/>
          </a:stretch>
        </p:blipFill>
        <p:spPr>
          <a:xfrm>
            <a:off x="324092" y="1488131"/>
            <a:ext cx="7821613" cy="4391025"/>
          </a:xfrm>
        </p:spPr>
      </p:pic>
      <p:pic>
        <p:nvPicPr>
          <p:cNvPr id="10" name="Picture 9">
            <a:extLst>
              <a:ext uri="{FF2B5EF4-FFF2-40B4-BE49-F238E27FC236}">
                <a16:creationId xmlns:a16="http://schemas.microsoft.com/office/drawing/2014/main" id="{DE875E8E-BDA1-AC21-8820-6ECBD91FEFAF}"/>
              </a:ext>
            </a:extLst>
          </p:cNvPr>
          <p:cNvPicPr>
            <a:picLocks noChangeAspect="1"/>
          </p:cNvPicPr>
          <p:nvPr/>
        </p:nvPicPr>
        <p:blipFill>
          <a:blip r:embed="rId3"/>
          <a:stretch>
            <a:fillRect/>
          </a:stretch>
        </p:blipFill>
        <p:spPr>
          <a:xfrm>
            <a:off x="8186942" y="2118537"/>
            <a:ext cx="3848799" cy="3534455"/>
          </a:xfrm>
          <a:prstGeom prst="rect">
            <a:avLst/>
          </a:prstGeom>
        </p:spPr>
      </p:pic>
      <p:sp>
        <p:nvSpPr>
          <p:cNvPr id="3" name="TextBox 2">
            <a:extLst>
              <a:ext uri="{FF2B5EF4-FFF2-40B4-BE49-F238E27FC236}">
                <a16:creationId xmlns:a16="http://schemas.microsoft.com/office/drawing/2014/main" id="{B19925C1-675E-0A0B-9F2A-F0DD65D0EF7B}"/>
              </a:ext>
            </a:extLst>
          </p:cNvPr>
          <p:cNvSpPr txBox="1"/>
          <p:nvPr/>
        </p:nvSpPr>
        <p:spPr>
          <a:xfrm>
            <a:off x="3081504" y="5785251"/>
            <a:ext cx="6096000" cy="375552"/>
          </a:xfrm>
          <a:prstGeom prst="rect">
            <a:avLst/>
          </a:prstGeom>
          <a:noFill/>
        </p:spPr>
        <p:txBody>
          <a:bodyPr wrap="square">
            <a:spAutoFit/>
          </a:bodyPr>
          <a:lstStyle/>
          <a:p>
            <a:pPr>
              <a:lnSpc>
                <a:spcPct val="107000"/>
              </a:lnSpc>
              <a:spcAft>
                <a:spcPts val="800"/>
              </a:spcAft>
            </a:pPr>
            <a:r>
              <a:rPr lang="en-US" sz="1800" kern="100" dirty="0">
                <a:effectLst/>
                <a:latin typeface="Calibri" panose="020F0502020204030204" pitchFamily="34" charset="0"/>
                <a:ea typeface="DengXian" panose="02010600030101010101" pitchFamily="2" charset="-122"/>
                <a:cs typeface="Times New Roman" panose="02020603050405020304" pitchFamily="18" charset="0"/>
              </a:rPr>
              <a:t>Source: </a:t>
            </a:r>
            <a:r>
              <a:rPr lang="en-US" sz="1800" kern="100" dirty="0" err="1">
                <a:effectLst/>
                <a:latin typeface="Calibri" panose="020F0502020204030204" pitchFamily="34" charset="0"/>
                <a:ea typeface="DengXian" panose="02010600030101010101" pitchFamily="2" charset="-122"/>
                <a:cs typeface="Times New Roman" panose="02020603050405020304" pitchFamily="18" charset="0"/>
              </a:rPr>
              <a:t>ArchDaily</a:t>
            </a:r>
            <a:endParaRPr lang="en-AU"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9148980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352D1-3470-44BC-EDB7-B4C4A4E0CD4E}"/>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FD25FA5-8FFE-7CB5-692E-7BA4E34E08E8}"/>
              </a:ext>
            </a:extLst>
          </p:cNvPr>
          <p:cNvSpPr>
            <a:spLocks noGrp="1"/>
          </p:cNvSpPr>
          <p:nvPr>
            <p:ph type="body" sz="half" idx="2"/>
          </p:nvPr>
        </p:nvSpPr>
        <p:spPr/>
        <p:txBody>
          <a:bodyPr>
            <a:normAutofit fontScale="77500" lnSpcReduction="20000"/>
          </a:bodyPr>
          <a:lstStyle/>
          <a:p>
            <a:r>
              <a:rPr lang="en-US" dirty="0"/>
              <a:t>1. Type of foundation</a:t>
            </a:r>
          </a:p>
          <a:p>
            <a:r>
              <a:rPr lang="en-US" dirty="0"/>
              <a:t>2. Floor system</a:t>
            </a:r>
          </a:p>
          <a:p>
            <a:r>
              <a:rPr lang="en-US" dirty="0"/>
              <a:t>3. Exterior and interior wall construction</a:t>
            </a:r>
          </a:p>
          <a:p>
            <a:r>
              <a:rPr lang="en-US" dirty="0"/>
              <a:t>4. Beam and column sizes and their material</a:t>
            </a:r>
          </a:p>
          <a:p>
            <a:r>
              <a:rPr lang="en-US" dirty="0"/>
              <a:t>5. Plate or wall heights</a:t>
            </a:r>
          </a:p>
          <a:p>
            <a:r>
              <a:rPr lang="en-US" dirty="0"/>
              <a:t>6. Floor elevations</a:t>
            </a:r>
          </a:p>
          <a:p>
            <a:r>
              <a:rPr lang="en-US" dirty="0"/>
              <a:t>7. Floor members, size, and spacing</a:t>
            </a:r>
          </a:p>
          <a:p>
            <a:r>
              <a:rPr lang="en-US" dirty="0"/>
              <a:t>8. Floor sheathing, material, and size</a:t>
            </a:r>
          </a:p>
          <a:p>
            <a:r>
              <a:rPr lang="en-US" dirty="0"/>
              <a:t>9. Ceiling members, size, and spacing</a:t>
            </a:r>
          </a:p>
          <a:p>
            <a:r>
              <a:rPr lang="en-US" dirty="0"/>
              <a:t>10. Roof pitch</a:t>
            </a:r>
          </a:p>
          <a:p>
            <a:r>
              <a:rPr lang="en-US" dirty="0"/>
              <a:t>11. Roof sheathing, material, and size</a:t>
            </a:r>
          </a:p>
          <a:p>
            <a:r>
              <a:rPr lang="en-US" dirty="0"/>
              <a:t>12. Insulation requirements</a:t>
            </a:r>
          </a:p>
          <a:p>
            <a:r>
              <a:rPr lang="en-US" dirty="0"/>
              <a:t>13. Finished roof material</a:t>
            </a:r>
          </a:p>
          <a:p>
            <a:r>
              <a:rPr lang="en-US" dirty="0"/>
              <a:t>14. Ceiling heights</a:t>
            </a:r>
            <a:endParaRPr lang="en-AU" dirty="0"/>
          </a:p>
        </p:txBody>
      </p:sp>
      <p:sp>
        <p:nvSpPr>
          <p:cNvPr id="2" name="Title 1">
            <a:extLst>
              <a:ext uri="{FF2B5EF4-FFF2-40B4-BE49-F238E27FC236}">
                <a16:creationId xmlns:a16="http://schemas.microsoft.com/office/drawing/2014/main" id="{0FB7DA29-1D8E-878A-D232-7EAE61A307D9}"/>
              </a:ext>
            </a:extLst>
          </p:cNvPr>
          <p:cNvSpPr>
            <a:spLocks noGrp="1"/>
          </p:cNvSpPr>
          <p:nvPr>
            <p:ph type="title"/>
          </p:nvPr>
        </p:nvSpPr>
        <p:spPr/>
        <p:txBody>
          <a:bodyPr/>
          <a:lstStyle/>
          <a:p>
            <a:r>
              <a:rPr lang="en-AU" dirty="0"/>
              <a:t>Information in Section Drawing</a:t>
            </a:r>
          </a:p>
        </p:txBody>
      </p:sp>
      <p:pic>
        <p:nvPicPr>
          <p:cNvPr id="6" name="Picture 5">
            <a:extLst>
              <a:ext uri="{FF2B5EF4-FFF2-40B4-BE49-F238E27FC236}">
                <a16:creationId xmlns:a16="http://schemas.microsoft.com/office/drawing/2014/main" id="{0AE958C4-DA40-659F-3ED7-253F2F49534C}"/>
              </a:ext>
            </a:extLst>
          </p:cNvPr>
          <p:cNvPicPr>
            <a:picLocks noChangeAspect="1"/>
          </p:cNvPicPr>
          <p:nvPr/>
        </p:nvPicPr>
        <p:blipFill>
          <a:blip r:embed="rId2"/>
          <a:stretch>
            <a:fillRect/>
          </a:stretch>
        </p:blipFill>
        <p:spPr>
          <a:xfrm>
            <a:off x="4771247" y="1825625"/>
            <a:ext cx="7168049" cy="3938361"/>
          </a:xfrm>
          <a:prstGeom prst="rect">
            <a:avLst/>
          </a:prstGeom>
        </p:spPr>
      </p:pic>
      <p:sp>
        <p:nvSpPr>
          <p:cNvPr id="3" name="TextBox 2">
            <a:extLst>
              <a:ext uri="{FF2B5EF4-FFF2-40B4-BE49-F238E27FC236}">
                <a16:creationId xmlns:a16="http://schemas.microsoft.com/office/drawing/2014/main" id="{54443B11-3C00-AB19-7678-87B9800F9157}"/>
              </a:ext>
            </a:extLst>
          </p:cNvPr>
          <p:cNvSpPr txBox="1"/>
          <p:nvPr/>
        </p:nvSpPr>
        <p:spPr>
          <a:xfrm>
            <a:off x="9322443" y="5753091"/>
            <a:ext cx="6096000" cy="375552"/>
          </a:xfrm>
          <a:prstGeom prst="rect">
            <a:avLst/>
          </a:prstGeom>
          <a:noFill/>
        </p:spPr>
        <p:txBody>
          <a:bodyPr wrap="square">
            <a:spAutoFit/>
          </a:bodyPr>
          <a:lstStyle/>
          <a:p>
            <a:pPr>
              <a:lnSpc>
                <a:spcPct val="107000"/>
              </a:lnSpc>
              <a:spcAft>
                <a:spcPts val="800"/>
              </a:spcAft>
            </a:pPr>
            <a:r>
              <a:rPr lang="en-US" sz="1800" kern="100" dirty="0">
                <a:effectLst/>
                <a:latin typeface="Calibri" panose="020F0502020204030204" pitchFamily="34" charset="0"/>
                <a:ea typeface="DengXian" panose="02010600030101010101" pitchFamily="2" charset="-122"/>
                <a:cs typeface="Times New Roman" panose="02020603050405020304" pitchFamily="18" charset="0"/>
              </a:rPr>
              <a:t>Source: </a:t>
            </a:r>
            <a:r>
              <a:rPr lang="en-US" sz="1800" kern="100" dirty="0" err="1">
                <a:effectLst/>
                <a:latin typeface="Calibri" panose="020F0502020204030204" pitchFamily="34" charset="0"/>
                <a:ea typeface="DengXian" panose="02010600030101010101" pitchFamily="2" charset="-122"/>
                <a:cs typeface="Times New Roman" panose="02020603050405020304" pitchFamily="18" charset="0"/>
              </a:rPr>
              <a:t>ArchDaily</a:t>
            </a:r>
            <a:endParaRPr lang="en-AU"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207583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30AE5-EB55-DEFC-4927-DFCAC23287AE}"/>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2785F9D-A7E6-86EB-838C-9414AEDE8860}"/>
              </a:ext>
            </a:extLst>
          </p:cNvPr>
          <p:cNvSpPr>
            <a:spLocks noGrp="1"/>
          </p:cNvSpPr>
          <p:nvPr>
            <p:ph type="body" sz="half" idx="2"/>
          </p:nvPr>
        </p:nvSpPr>
        <p:spPr/>
        <p:txBody>
          <a:bodyPr>
            <a:normAutofit fontScale="77500" lnSpcReduction="20000"/>
          </a:bodyPr>
          <a:lstStyle/>
          <a:p>
            <a:r>
              <a:rPr lang="en-US"/>
              <a:t>1. Type of foundation</a:t>
            </a:r>
          </a:p>
          <a:p>
            <a:r>
              <a:rPr lang="en-US"/>
              <a:t>2. Floor system</a:t>
            </a:r>
          </a:p>
          <a:p>
            <a:r>
              <a:rPr lang="en-US"/>
              <a:t>3. Exterior and interior wall construction</a:t>
            </a:r>
          </a:p>
          <a:p>
            <a:r>
              <a:rPr lang="en-US"/>
              <a:t>4. Beam and column sizes and their material</a:t>
            </a:r>
          </a:p>
          <a:p>
            <a:r>
              <a:rPr lang="en-US"/>
              <a:t>5. Plate or wall heights</a:t>
            </a:r>
          </a:p>
          <a:p>
            <a:r>
              <a:rPr lang="en-US"/>
              <a:t>6. Floor elevations</a:t>
            </a:r>
          </a:p>
          <a:p>
            <a:r>
              <a:rPr lang="en-US"/>
              <a:t>7. Floor members, size, and spacing</a:t>
            </a:r>
          </a:p>
          <a:p>
            <a:r>
              <a:rPr lang="en-US"/>
              <a:t>8. Floor sheathing, material, and size</a:t>
            </a:r>
          </a:p>
          <a:p>
            <a:r>
              <a:rPr lang="en-US"/>
              <a:t>9. Ceiling members, size, and spacing</a:t>
            </a:r>
          </a:p>
          <a:p>
            <a:r>
              <a:rPr lang="en-US"/>
              <a:t>10. Roof pitch</a:t>
            </a:r>
          </a:p>
          <a:p>
            <a:r>
              <a:rPr lang="en-US"/>
              <a:t>11. Roof sheathing, material, and size</a:t>
            </a:r>
          </a:p>
          <a:p>
            <a:r>
              <a:rPr lang="en-US"/>
              <a:t>12. Insulation requirements</a:t>
            </a:r>
          </a:p>
          <a:p>
            <a:r>
              <a:rPr lang="en-US"/>
              <a:t>13. Finished roof material</a:t>
            </a:r>
          </a:p>
          <a:p>
            <a:r>
              <a:rPr lang="en-US"/>
              <a:t>14. Ceiling heights</a:t>
            </a:r>
            <a:endParaRPr lang="en-AU" dirty="0"/>
          </a:p>
        </p:txBody>
      </p:sp>
      <p:sp>
        <p:nvSpPr>
          <p:cNvPr id="2" name="Title 1">
            <a:extLst>
              <a:ext uri="{FF2B5EF4-FFF2-40B4-BE49-F238E27FC236}">
                <a16:creationId xmlns:a16="http://schemas.microsoft.com/office/drawing/2014/main" id="{C3ADE4B7-E7EC-6D52-01B9-476C0A125920}"/>
              </a:ext>
            </a:extLst>
          </p:cNvPr>
          <p:cNvSpPr>
            <a:spLocks noGrp="1"/>
          </p:cNvSpPr>
          <p:nvPr>
            <p:ph type="title"/>
          </p:nvPr>
        </p:nvSpPr>
        <p:spPr/>
        <p:txBody>
          <a:bodyPr/>
          <a:lstStyle/>
          <a:p>
            <a:r>
              <a:rPr lang="en-AU" dirty="0"/>
              <a:t>Information in Section Drawing</a:t>
            </a:r>
          </a:p>
        </p:txBody>
      </p:sp>
      <p:pic>
        <p:nvPicPr>
          <p:cNvPr id="5" name="Picture 4">
            <a:extLst>
              <a:ext uri="{FF2B5EF4-FFF2-40B4-BE49-F238E27FC236}">
                <a16:creationId xmlns:a16="http://schemas.microsoft.com/office/drawing/2014/main" id="{FE120217-7486-47CF-CB59-C23F9E60FA31}"/>
              </a:ext>
            </a:extLst>
          </p:cNvPr>
          <p:cNvPicPr>
            <a:picLocks noChangeAspect="1"/>
          </p:cNvPicPr>
          <p:nvPr/>
        </p:nvPicPr>
        <p:blipFill>
          <a:blip r:embed="rId2"/>
          <a:stretch>
            <a:fillRect/>
          </a:stretch>
        </p:blipFill>
        <p:spPr>
          <a:xfrm>
            <a:off x="4827236" y="1998207"/>
            <a:ext cx="7131297" cy="3577695"/>
          </a:xfrm>
          <a:prstGeom prst="rect">
            <a:avLst/>
          </a:prstGeom>
        </p:spPr>
      </p:pic>
    </p:spTree>
    <p:extLst>
      <p:ext uri="{BB962C8B-B14F-4D97-AF65-F5344CB8AC3E}">
        <p14:creationId xmlns:p14="http://schemas.microsoft.com/office/powerpoint/2010/main" val="7755093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DD5BB-535B-2551-B2E2-A72DE9150F5A}"/>
              </a:ext>
            </a:extLst>
          </p:cNvPr>
          <p:cNvSpPr>
            <a:spLocks noGrp="1"/>
          </p:cNvSpPr>
          <p:nvPr>
            <p:ph type="title"/>
          </p:nvPr>
        </p:nvSpPr>
        <p:spPr/>
        <p:txBody>
          <a:bodyPr/>
          <a:lstStyle/>
          <a:p>
            <a:r>
              <a:rPr lang="en-AU" dirty="0"/>
              <a:t>Other Information from Sections</a:t>
            </a:r>
          </a:p>
        </p:txBody>
      </p:sp>
      <p:pic>
        <p:nvPicPr>
          <p:cNvPr id="5" name="Content Placeholder 4" descr="A screenshot of a computer&#10;&#10;Description automatically generated">
            <a:extLst>
              <a:ext uri="{FF2B5EF4-FFF2-40B4-BE49-F238E27FC236}">
                <a16:creationId xmlns:a16="http://schemas.microsoft.com/office/drawing/2014/main" id="{FFD75C72-FC72-76DD-D947-C6CD6003B5B8}"/>
              </a:ext>
            </a:extLst>
          </p:cNvPr>
          <p:cNvPicPr>
            <a:picLocks noGrp="1" noChangeAspect="1"/>
          </p:cNvPicPr>
          <p:nvPr>
            <p:ph idx="4294967295"/>
          </p:nvPr>
        </p:nvPicPr>
        <p:blipFill>
          <a:blip r:embed="rId2"/>
          <a:stretch>
            <a:fillRect/>
          </a:stretch>
        </p:blipFill>
        <p:spPr>
          <a:xfrm>
            <a:off x="336484" y="1543301"/>
            <a:ext cx="6162675" cy="3562350"/>
          </a:xfrm>
        </p:spPr>
      </p:pic>
      <p:pic>
        <p:nvPicPr>
          <p:cNvPr id="7" name="Picture 6" descr="A close-up of a house&#10;&#10;Description automatically generated">
            <a:extLst>
              <a:ext uri="{FF2B5EF4-FFF2-40B4-BE49-F238E27FC236}">
                <a16:creationId xmlns:a16="http://schemas.microsoft.com/office/drawing/2014/main" id="{2A011CED-3A86-1F93-DCCF-8E7731B818A5}"/>
              </a:ext>
            </a:extLst>
          </p:cNvPr>
          <p:cNvPicPr>
            <a:picLocks noChangeAspect="1"/>
          </p:cNvPicPr>
          <p:nvPr/>
        </p:nvPicPr>
        <p:blipFill>
          <a:blip r:embed="rId3"/>
          <a:stretch>
            <a:fillRect/>
          </a:stretch>
        </p:blipFill>
        <p:spPr>
          <a:xfrm>
            <a:off x="6603623" y="1543301"/>
            <a:ext cx="5419725" cy="4371975"/>
          </a:xfrm>
          <a:prstGeom prst="rect">
            <a:avLst/>
          </a:prstGeom>
        </p:spPr>
      </p:pic>
    </p:spTree>
    <p:extLst>
      <p:ext uri="{BB962C8B-B14F-4D97-AF65-F5344CB8AC3E}">
        <p14:creationId xmlns:p14="http://schemas.microsoft.com/office/powerpoint/2010/main" val="22555056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5231F-0CC1-854E-A2C5-C6D0821AD3C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C214683-E73A-4DB3-92A5-70E8A94B0360}"/>
              </a:ext>
            </a:extLst>
          </p:cNvPr>
          <p:cNvSpPr>
            <a:spLocks noGrp="1"/>
          </p:cNvSpPr>
          <p:nvPr>
            <p:ph type="body" sz="half" idx="2"/>
          </p:nvPr>
        </p:nvSpPr>
        <p:spPr>
          <a:xfrm>
            <a:off x="399737" y="1503307"/>
            <a:ext cx="5312369" cy="4437560"/>
          </a:xfrm>
        </p:spPr>
        <p:txBody>
          <a:bodyPr/>
          <a:lstStyle/>
          <a:p>
            <a:r>
              <a:rPr lang="en-US" altLang="zh-CN" sz="2000" dirty="0"/>
              <a:t>The number of sections required varies, depending on the design and structural complexity of the building.</a:t>
            </a:r>
            <a:endParaRPr lang="en-AU" dirty="0"/>
          </a:p>
        </p:txBody>
      </p:sp>
      <p:sp>
        <p:nvSpPr>
          <p:cNvPr id="2" name="Title 1">
            <a:extLst>
              <a:ext uri="{FF2B5EF4-FFF2-40B4-BE49-F238E27FC236}">
                <a16:creationId xmlns:a16="http://schemas.microsoft.com/office/drawing/2014/main" id="{4CCC2FC2-0112-543D-CFD4-EC3EDFDF1ED1}"/>
              </a:ext>
            </a:extLst>
          </p:cNvPr>
          <p:cNvSpPr>
            <a:spLocks noGrp="1"/>
          </p:cNvSpPr>
          <p:nvPr>
            <p:ph type="title"/>
          </p:nvPr>
        </p:nvSpPr>
        <p:spPr>
          <a:xfrm>
            <a:off x="399738" y="343837"/>
            <a:ext cx="5954764" cy="1392366"/>
          </a:xfrm>
        </p:spPr>
        <p:txBody>
          <a:bodyPr>
            <a:normAutofit/>
          </a:bodyPr>
          <a:lstStyle/>
          <a:p>
            <a:r>
              <a:rPr lang="en-US" altLang="zh-CN" dirty="0"/>
              <a:t>Section Scale V.S. Section Detail Scale</a:t>
            </a:r>
            <a:endParaRPr lang="en-AU" dirty="0"/>
          </a:p>
        </p:txBody>
      </p:sp>
      <p:pic>
        <p:nvPicPr>
          <p:cNvPr id="8" name="Picture 7">
            <a:extLst>
              <a:ext uri="{FF2B5EF4-FFF2-40B4-BE49-F238E27FC236}">
                <a16:creationId xmlns:a16="http://schemas.microsoft.com/office/drawing/2014/main" id="{66927896-9B27-A5B2-8500-D6B0332C42D5}"/>
              </a:ext>
            </a:extLst>
          </p:cNvPr>
          <p:cNvPicPr>
            <a:picLocks noChangeAspect="1"/>
          </p:cNvPicPr>
          <p:nvPr/>
        </p:nvPicPr>
        <p:blipFill>
          <a:blip r:embed="rId2"/>
          <a:stretch>
            <a:fillRect/>
          </a:stretch>
        </p:blipFill>
        <p:spPr>
          <a:xfrm>
            <a:off x="5781591" y="0"/>
            <a:ext cx="6410409" cy="6858000"/>
          </a:xfrm>
          <a:prstGeom prst="rect">
            <a:avLst/>
          </a:prstGeom>
        </p:spPr>
      </p:pic>
      <p:sp>
        <p:nvSpPr>
          <p:cNvPr id="4" name="TextBox 3">
            <a:extLst>
              <a:ext uri="{FF2B5EF4-FFF2-40B4-BE49-F238E27FC236}">
                <a16:creationId xmlns:a16="http://schemas.microsoft.com/office/drawing/2014/main" id="{70212F52-F49F-B9FD-BF30-30BCD295D54D}"/>
              </a:ext>
            </a:extLst>
          </p:cNvPr>
          <p:cNvSpPr txBox="1"/>
          <p:nvPr/>
        </p:nvSpPr>
        <p:spPr>
          <a:xfrm>
            <a:off x="399738" y="5836525"/>
            <a:ext cx="6096000" cy="375552"/>
          </a:xfrm>
          <a:prstGeom prst="rect">
            <a:avLst/>
          </a:prstGeom>
          <a:noFill/>
        </p:spPr>
        <p:txBody>
          <a:bodyPr wrap="square">
            <a:spAutoFit/>
          </a:bodyPr>
          <a:lstStyle/>
          <a:p>
            <a:pPr>
              <a:lnSpc>
                <a:spcPct val="107000"/>
              </a:lnSpc>
              <a:spcAft>
                <a:spcPts val="800"/>
              </a:spcAft>
            </a:pP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Source: VCE Technical Drawing Speciﬁcations</a:t>
            </a:r>
          </a:p>
        </p:txBody>
      </p:sp>
    </p:spTree>
    <p:extLst>
      <p:ext uri="{BB962C8B-B14F-4D97-AF65-F5344CB8AC3E}">
        <p14:creationId xmlns:p14="http://schemas.microsoft.com/office/powerpoint/2010/main" val="18756171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1D53F-288B-C723-1D2F-8D69355C2497}"/>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5E56A01-5905-1D0D-236F-09F7DA6F025C}"/>
              </a:ext>
            </a:extLst>
          </p:cNvPr>
          <p:cNvSpPr>
            <a:spLocks noGrp="1"/>
          </p:cNvSpPr>
          <p:nvPr>
            <p:ph type="body" sz="half" idx="2"/>
          </p:nvPr>
        </p:nvSpPr>
        <p:spPr/>
        <p:txBody>
          <a:bodyPr>
            <a:normAutofit/>
          </a:bodyPr>
          <a:lstStyle/>
          <a:p>
            <a:r>
              <a:rPr lang="en-US" dirty="0"/>
              <a:t>Match the type of section drawing </a:t>
            </a:r>
          </a:p>
          <a:p>
            <a:r>
              <a:rPr lang="en-US" dirty="0"/>
              <a:t>1. 2D section</a:t>
            </a:r>
          </a:p>
          <a:p>
            <a:r>
              <a:rPr lang="en-US" dirty="0"/>
              <a:t>2. Rendered section</a:t>
            </a:r>
          </a:p>
          <a:p>
            <a:r>
              <a:rPr lang="en-US" dirty="0"/>
              <a:t>3. Section perspective</a:t>
            </a:r>
          </a:p>
          <a:p>
            <a:r>
              <a:rPr lang="en-US" dirty="0"/>
              <a:t>4. Section detail (construction drawing)</a:t>
            </a:r>
            <a:endParaRPr lang="en-AU" dirty="0"/>
          </a:p>
        </p:txBody>
      </p:sp>
      <p:sp>
        <p:nvSpPr>
          <p:cNvPr id="2" name="Title 1">
            <a:extLst>
              <a:ext uri="{FF2B5EF4-FFF2-40B4-BE49-F238E27FC236}">
                <a16:creationId xmlns:a16="http://schemas.microsoft.com/office/drawing/2014/main" id="{23FB0B63-2481-98FD-2670-6B309C1E671F}"/>
              </a:ext>
            </a:extLst>
          </p:cNvPr>
          <p:cNvSpPr>
            <a:spLocks noGrp="1"/>
          </p:cNvSpPr>
          <p:nvPr>
            <p:ph type="title"/>
          </p:nvPr>
        </p:nvSpPr>
        <p:spPr/>
        <p:txBody>
          <a:bodyPr/>
          <a:lstStyle/>
          <a:p>
            <a:r>
              <a:rPr lang="en-AU" dirty="0"/>
              <a:t>Section Typology</a:t>
            </a:r>
          </a:p>
        </p:txBody>
      </p:sp>
      <p:pic>
        <p:nvPicPr>
          <p:cNvPr id="8" name="Picture 7" descr="A diagram of a building&#10;&#10;Description automatically generated">
            <a:extLst>
              <a:ext uri="{FF2B5EF4-FFF2-40B4-BE49-F238E27FC236}">
                <a16:creationId xmlns:a16="http://schemas.microsoft.com/office/drawing/2014/main" id="{35494881-4F27-11FF-885B-359B78FBC2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80431" y="3429000"/>
            <a:ext cx="3931556" cy="3216728"/>
          </a:xfrm>
          <a:prstGeom prst="rect">
            <a:avLst/>
          </a:prstGeom>
        </p:spPr>
      </p:pic>
      <p:pic>
        <p:nvPicPr>
          <p:cNvPr id="10" name="Picture 9" descr="A drawing of a house&#10;&#10;Description automatically generated">
            <a:extLst>
              <a:ext uri="{FF2B5EF4-FFF2-40B4-BE49-F238E27FC236}">
                <a16:creationId xmlns:a16="http://schemas.microsoft.com/office/drawing/2014/main" id="{4483543A-9E29-D559-DD54-4FEF5C8400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11988" y="27954"/>
            <a:ext cx="3352801" cy="3325468"/>
          </a:xfrm>
          <a:prstGeom prst="rect">
            <a:avLst/>
          </a:prstGeom>
        </p:spPr>
      </p:pic>
      <p:pic>
        <p:nvPicPr>
          <p:cNvPr id="12" name="Picture 11" descr="A diagram of a house&#10;&#10;Description automatically generated">
            <a:extLst>
              <a:ext uri="{FF2B5EF4-FFF2-40B4-BE49-F238E27FC236}">
                <a16:creationId xmlns:a16="http://schemas.microsoft.com/office/drawing/2014/main" id="{358F895A-5E41-4359-BA35-7A816350AD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80431" y="27954"/>
            <a:ext cx="3931557" cy="2777731"/>
          </a:xfrm>
          <a:prstGeom prst="rect">
            <a:avLst/>
          </a:prstGeom>
        </p:spPr>
      </p:pic>
      <p:pic>
        <p:nvPicPr>
          <p:cNvPr id="14" name="Picture 13">
            <a:extLst>
              <a:ext uri="{FF2B5EF4-FFF2-40B4-BE49-F238E27FC236}">
                <a16:creationId xmlns:a16="http://schemas.microsoft.com/office/drawing/2014/main" id="{A59E46C9-D1A0-3DE8-C98B-7BEBD0E7383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20708" y="3592285"/>
            <a:ext cx="2335360" cy="3053443"/>
          </a:xfrm>
          <a:prstGeom prst="rect">
            <a:avLst/>
          </a:prstGeom>
        </p:spPr>
      </p:pic>
      <p:sp>
        <p:nvSpPr>
          <p:cNvPr id="5" name="TextBox 4">
            <a:extLst>
              <a:ext uri="{FF2B5EF4-FFF2-40B4-BE49-F238E27FC236}">
                <a16:creationId xmlns:a16="http://schemas.microsoft.com/office/drawing/2014/main" id="{5680A0DE-5435-AF9D-05F7-4853D5E1C40C}"/>
              </a:ext>
            </a:extLst>
          </p:cNvPr>
          <p:cNvSpPr txBox="1"/>
          <p:nvPr/>
        </p:nvSpPr>
        <p:spPr>
          <a:xfrm>
            <a:off x="745170" y="5870234"/>
            <a:ext cx="2091267" cy="375552"/>
          </a:xfrm>
          <a:prstGeom prst="rect">
            <a:avLst/>
          </a:prstGeom>
          <a:noFill/>
        </p:spPr>
        <p:txBody>
          <a:bodyPr wrap="square">
            <a:spAutoFit/>
          </a:bodyPr>
          <a:lstStyle/>
          <a:p>
            <a:pPr>
              <a:lnSpc>
                <a:spcPct val="107000"/>
              </a:lnSpc>
              <a:spcAft>
                <a:spcPts val="800"/>
              </a:spcAft>
            </a:pP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Source: </a:t>
            </a:r>
            <a:r>
              <a:rPr lang="en-AU" sz="1800" kern="100" dirty="0" err="1">
                <a:effectLst/>
                <a:latin typeface="Calibri" panose="020F0502020204030204" pitchFamily="34" charset="0"/>
                <a:ea typeface="DengXian" panose="02010600030101010101" pitchFamily="2" charset="-122"/>
                <a:cs typeface="Times New Roman" panose="02020603050405020304" pitchFamily="18" charset="0"/>
              </a:rPr>
              <a:t>ArchDaily</a:t>
            </a:r>
            <a:endParaRPr lang="en-AU"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5031315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2CB302-3455-2EF5-7133-E0D1CAB7C0CC}"/>
              </a:ext>
            </a:extLst>
          </p:cNvPr>
          <p:cNvSpPr>
            <a:spLocks noGrp="1"/>
          </p:cNvSpPr>
          <p:nvPr>
            <p:ph type="body" sz="half" idx="2"/>
          </p:nvPr>
        </p:nvSpPr>
        <p:spPr/>
        <p:txBody>
          <a:bodyPr/>
          <a:lstStyle/>
          <a:p>
            <a:r>
              <a:rPr lang="en-AU" dirty="0"/>
              <a:t>Section can also be a design method.</a:t>
            </a:r>
          </a:p>
        </p:txBody>
      </p:sp>
      <p:sp>
        <p:nvSpPr>
          <p:cNvPr id="2" name="Title 1">
            <a:extLst>
              <a:ext uri="{FF2B5EF4-FFF2-40B4-BE49-F238E27FC236}">
                <a16:creationId xmlns:a16="http://schemas.microsoft.com/office/drawing/2014/main" id="{FEEB653F-C699-28B1-EBA4-27B38F82591D}"/>
              </a:ext>
            </a:extLst>
          </p:cNvPr>
          <p:cNvSpPr>
            <a:spLocks noGrp="1"/>
          </p:cNvSpPr>
          <p:nvPr>
            <p:ph type="title"/>
          </p:nvPr>
        </p:nvSpPr>
        <p:spPr/>
        <p:txBody>
          <a:bodyPr/>
          <a:lstStyle/>
          <a:p>
            <a:r>
              <a:rPr lang="en-AU" dirty="0"/>
              <a:t>Design with </a:t>
            </a:r>
            <a:r>
              <a:rPr lang="en-US" altLang="zh-CN" dirty="0"/>
              <a:t>Section</a:t>
            </a:r>
            <a:endParaRPr lang="en-AU" dirty="0"/>
          </a:p>
        </p:txBody>
      </p:sp>
      <p:pic>
        <p:nvPicPr>
          <p:cNvPr id="5" name="Picture 4" descr="A diagram of a building&#10;&#10;Description automatically generated">
            <a:extLst>
              <a:ext uri="{FF2B5EF4-FFF2-40B4-BE49-F238E27FC236}">
                <a16:creationId xmlns:a16="http://schemas.microsoft.com/office/drawing/2014/main" id="{9CF1E7C9-F255-4E02-1A7C-76FE22F903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580" y="2364910"/>
            <a:ext cx="4876305" cy="3575957"/>
          </a:xfrm>
          <a:prstGeom prst="rect">
            <a:avLst/>
          </a:prstGeom>
        </p:spPr>
      </p:pic>
      <p:pic>
        <p:nvPicPr>
          <p:cNvPr id="11" name="Picture 10">
            <a:extLst>
              <a:ext uri="{FF2B5EF4-FFF2-40B4-BE49-F238E27FC236}">
                <a16:creationId xmlns:a16="http://schemas.microsoft.com/office/drawing/2014/main" id="{1E341CE6-290E-C6BB-548D-EE2BBACF32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5728" y="1551214"/>
            <a:ext cx="6145481" cy="3755572"/>
          </a:xfrm>
          <a:prstGeom prst="rect">
            <a:avLst/>
          </a:prstGeom>
        </p:spPr>
      </p:pic>
      <p:sp>
        <p:nvSpPr>
          <p:cNvPr id="4" name="TextBox 3">
            <a:extLst>
              <a:ext uri="{FF2B5EF4-FFF2-40B4-BE49-F238E27FC236}">
                <a16:creationId xmlns:a16="http://schemas.microsoft.com/office/drawing/2014/main" id="{D3D66C72-13B7-E799-E547-91BFA47E54DD}"/>
              </a:ext>
            </a:extLst>
          </p:cNvPr>
          <p:cNvSpPr txBox="1"/>
          <p:nvPr/>
        </p:nvSpPr>
        <p:spPr>
          <a:xfrm>
            <a:off x="7532006" y="6305099"/>
            <a:ext cx="3737127" cy="375552"/>
          </a:xfrm>
          <a:prstGeom prst="rect">
            <a:avLst/>
          </a:prstGeom>
          <a:noFill/>
        </p:spPr>
        <p:txBody>
          <a:bodyPr wrap="square">
            <a:spAutoFit/>
          </a:bodyPr>
          <a:lstStyle/>
          <a:p>
            <a:pPr>
              <a:lnSpc>
                <a:spcPct val="107000"/>
              </a:lnSpc>
              <a:spcAft>
                <a:spcPts val="800"/>
              </a:spcAft>
            </a:pP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Source: Manual of Section</a:t>
            </a:r>
          </a:p>
        </p:txBody>
      </p:sp>
    </p:spTree>
    <p:extLst>
      <p:ext uri="{BB962C8B-B14F-4D97-AF65-F5344CB8AC3E}">
        <p14:creationId xmlns:p14="http://schemas.microsoft.com/office/powerpoint/2010/main" val="33821486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AFEAB-6F08-025F-AE38-3A998085BB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2AF357-0846-7AA0-FE3D-20AE36D63BC8}"/>
              </a:ext>
            </a:extLst>
          </p:cNvPr>
          <p:cNvSpPr>
            <a:spLocks noGrp="1"/>
          </p:cNvSpPr>
          <p:nvPr>
            <p:ph type="title"/>
          </p:nvPr>
        </p:nvSpPr>
        <p:spPr/>
        <p:txBody>
          <a:bodyPr/>
          <a:lstStyle/>
          <a:p>
            <a:r>
              <a:rPr lang="en-AU" dirty="0"/>
              <a:t>Design with </a:t>
            </a:r>
            <a:r>
              <a:rPr lang="en-US" altLang="zh-CN" dirty="0"/>
              <a:t>Section</a:t>
            </a:r>
            <a:endParaRPr lang="en-AU" dirty="0"/>
          </a:p>
        </p:txBody>
      </p:sp>
      <p:sp>
        <p:nvSpPr>
          <p:cNvPr id="3" name="Content Placeholder 2">
            <a:extLst>
              <a:ext uri="{FF2B5EF4-FFF2-40B4-BE49-F238E27FC236}">
                <a16:creationId xmlns:a16="http://schemas.microsoft.com/office/drawing/2014/main" id="{AE387C07-6A8D-63B7-D626-BAF4A7A66ECC}"/>
              </a:ext>
            </a:extLst>
          </p:cNvPr>
          <p:cNvSpPr>
            <a:spLocks noGrp="1"/>
          </p:cNvSpPr>
          <p:nvPr>
            <p:ph idx="1"/>
          </p:nvPr>
        </p:nvSpPr>
        <p:spPr>
          <a:xfrm>
            <a:off x="253678" y="1113574"/>
            <a:ext cx="6077673" cy="790253"/>
          </a:xfrm>
        </p:spPr>
        <p:txBody>
          <a:bodyPr/>
          <a:lstStyle/>
          <a:p>
            <a:r>
              <a:rPr lang="en-AU" b="0" dirty="0"/>
              <a:t>Section can also be a design method.</a:t>
            </a:r>
          </a:p>
        </p:txBody>
      </p:sp>
      <p:pic>
        <p:nvPicPr>
          <p:cNvPr id="9" name="Picture 8" descr="A drawing of a building&#10;&#10;Description automatically generated">
            <a:extLst>
              <a:ext uri="{FF2B5EF4-FFF2-40B4-BE49-F238E27FC236}">
                <a16:creationId xmlns:a16="http://schemas.microsoft.com/office/drawing/2014/main" id="{AC58DF95-3DF1-9EC9-0F86-F191779A27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0895" y="2007512"/>
            <a:ext cx="5094634" cy="3736914"/>
          </a:xfrm>
          <a:prstGeom prst="rect">
            <a:avLst/>
          </a:prstGeom>
        </p:spPr>
      </p:pic>
      <p:pic>
        <p:nvPicPr>
          <p:cNvPr id="6" name="Picture 5">
            <a:extLst>
              <a:ext uri="{FF2B5EF4-FFF2-40B4-BE49-F238E27FC236}">
                <a16:creationId xmlns:a16="http://schemas.microsoft.com/office/drawing/2014/main" id="{03E79D1A-A1A1-FF87-8CCB-44369DF69B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97365" y="3528844"/>
            <a:ext cx="5094634" cy="3328428"/>
          </a:xfrm>
          <a:prstGeom prst="rect">
            <a:avLst/>
          </a:prstGeom>
        </p:spPr>
      </p:pic>
      <p:pic>
        <p:nvPicPr>
          <p:cNvPr id="10" name="Picture 9">
            <a:extLst>
              <a:ext uri="{FF2B5EF4-FFF2-40B4-BE49-F238E27FC236}">
                <a16:creationId xmlns:a16="http://schemas.microsoft.com/office/drawing/2014/main" id="{A7AD853D-0040-C5BB-195F-B9FC0DDC3F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97366" y="0"/>
            <a:ext cx="5094634" cy="3387932"/>
          </a:xfrm>
          <a:prstGeom prst="rect">
            <a:avLst/>
          </a:prstGeom>
        </p:spPr>
      </p:pic>
      <p:sp>
        <p:nvSpPr>
          <p:cNvPr id="4" name="TextBox 3">
            <a:extLst>
              <a:ext uri="{FF2B5EF4-FFF2-40B4-BE49-F238E27FC236}">
                <a16:creationId xmlns:a16="http://schemas.microsoft.com/office/drawing/2014/main" id="{C23A14DF-787A-7093-C285-CD11C35742EA}"/>
              </a:ext>
            </a:extLst>
          </p:cNvPr>
          <p:cNvSpPr txBox="1"/>
          <p:nvPr/>
        </p:nvSpPr>
        <p:spPr>
          <a:xfrm>
            <a:off x="3955220" y="6223751"/>
            <a:ext cx="2743200" cy="375552"/>
          </a:xfrm>
          <a:prstGeom prst="rect">
            <a:avLst/>
          </a:prstGeom>
          <a:noFill/>
        </p:spPr>
        <p:txBody>
          <a:bodyPr wrap="square">
            <a:spAutoFit/>
          </a:bodyPr>
          <a:lstStyle/>
          <a:p>
            <a:pPr>
              <a:lnSpc>
                <a:spcPct val="107000"/>
              </a:lnSpc>
              <a:spcAft>
                <a:spcPts val="800"/>
              </a:spcAft>
            </a:pP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Source: Manual of Section</a:t>
            </a:r>
          </a:p>
        </p:txBody>
      </p:sp>
    </p:spTree>
    <p:extLst>
      <p:ext uri="{BB962C8B-B14F-4D97-AF65-F5344CB8AC3E}">
        <p14:creationId xmlns:p14="http://schemas.microsoft.com/office/powerpoint/2010/main" val="27518425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AAE82-723A-DDD2-4E8A-900CF47EEF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46AACF-3B33-2177-87AE-3DCCC4223A2B}"/>
              </a:ext>
            </a:extLst>
          </p:cNvPr>
          <p:cNvSpPr>
            <a:spLocks noGrp="1"/>
          </p:cNvSpPr>
          <p:nvPr>
            <p:ph type="title"/>
          </p:nvPr>
        </p:nvSpPr>
        <p:spPr/>
        <p:txBody>
          <a:bodyPr/>
          <a:lstStyle/>
          <a:p>
            <a:r>
              <a:rPr lang="en-AU" dirty="0"/>
              <a:t>Design with </a:t>
            </a:r>
            <a:r>
              <a:rPr lang="en-US" altLang="zh-CN" dirty="0"/>
              <a:t>Section</a:t>
            </a:r>
            <a:endParaRPr lang="en-AU" dirty="0"/>
          </a:p>
        </p:txBody>
      </p:sp>
      <p:sp>
        <p:nvSpPr>
          <p:cNvPr id="3" name="Content Placeholder 2">
            <a:extLst>
              <a:ext uri="{FF2B5EF4-FFF2-40B4-BE49-F238E27FC236}">
                <a16:creationId xmlns:a16="http://schemas.microsoft.com/office/drawing/2014/main" id="{5DBE7CCF-1BFB-E54A-20B2-548A03946D37}"/>
              </a:ext>
            </a:extLst>
          </p:cNvPr>
          <p:cNvSpPr>
            <a:spLocks noGrp="1"/>
          </p:cNvSpPr>
          <p:nvPr>
            <p:ph idx="1"/>
          </p:nvPr>
        </p:nvSpPr>
        <p:spPr>
          <a:xfrm>
            <a:off x="838200" y="1825625"/>
            <a:ext cx="3374571" cy="4351338"/>
          </a:xfrm>
        </p:spPr>
        <p:txBody>
          <a:bodyPr/>
          <a:lstStyle/>
          <a:p>
            <a:r>
              <a:rPr lang="en-AU" dirty="0"/>
              <a:t>Section can also be a design method.</a:t>
            </a:r>
          </a:p>
        </p:txBody>
      </p:sp>
      <p:pic>
        <p:nvPicPr>
          <p:cNvPr id="7" name="Picture 6" descr="A drawing of a building&#10;&#10;Description automatically generated">
            <a:extLst>
              <a:ext uri="{FF2B5EF4-FFF2-40B4-BE49-F238E27FC236}">
                <a16:creationId xmlns:a16="http://schemas.microsoft.com/office/drawing/2014/main" id="{A323D300-76FF-1334-1D0B-D3C22F9089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3437346"/>
            <a:ext cx="4664529" cy="3420654"/>
          </a:xfrm>
          <a:prstGeom prst="rect">
            <a:avLst/>
          </a:prstGeom>
        </p:spPr>
      </p:pic>
      <p:pic>
        <p:nvPicPr>
          <p:cNvPr id="6" name="Picture 5">
            <a:extLst>
              <a:ext uri="{FF2B5EF4-FFF2-40B4-BE49-F238E27FC236}">
                <a16:creationId xmlns:a16="http://schemas.microsoft.com/office/drawing/2014/main" id="{134176E1-57AF-8C59-3395-D6F9F8B1B3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11388" y="3782349"/>
            <a:ext cx="5611091" cy="3058824"/>
          </a:xfrm>
          <a:prstGeom prst="rect">
            <a:avLst/>
          </a:prstGeom>
        </p:spPr>
      </p:pic>
      <p:pic>
        <p:nvPicPr>
          <p:cNvPr id="10" name="Picture 9">
            <a:extLst>
              <a:ext uri="{FF2B5EF4-FFF2-40B4-BE49-F238E27FC236}">
                <a16:creationId xmlns:a16="http://schemas.microsoft.com/office/drawing/2014/main" id="{8C11A112-46E6-9471-FAA9-571E19633D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11389" y="0"/>
            <a:ext cx="5611091" cy="3429000"/>
          </a:xfrm>
          <a:prstGeom prst="rect">
            <a:avLst/>
          </a:prstGeom>
        </p:spPr>
      </p:pic>
      <p:sp>
        <p:nvSpPr>
          <p:cNvPr id="4" name="TextBox 3">
            <a:extLst>
              <a:ext uri="{FF2B5EF4-FFF2-40B4-BE49-F238E27FC236}">
                <a16:creationId xmlns:a16="http://schemas.microsoft.com/office/drawing/2014/main" id="{C5E0A4AC-CD52-8B4F-0BFA-D9CFF50FF70E}"/>
              </a:ext>
            </a:extLst>
          </p:cNvPr>
          <p:cNvSpPr txBox="1"/>
          <p:nvPr/>
        </p:nvSpPr>
        <p:spPr>
          <a:xfrm>
            <a:off x="3903134" y="2797645"/>
            <a:ext cx="2743200" cy="375552"/>
          </a:xfrm>
          <a:prstGeom prst="rect">
            <a:avLst/>
          </a:prstGeom>
          <a:noFill/>
        </p:spPr>
        <p:txBody>
          <a:bodyPr wrap="square">
            <a:spAutoFit/>
          </a:bodyPr>
          <a:lstStyle/>
          <a:p>
            <a:pPr>
              <a:lnSpc>
                <a:spcPct val="107000"/>
              </a:lnSpc>
              <a:spcAft>
                <a:spcPts val="800"/>
              </a:spcAft>
            </a:pP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Source: Manual of Section</a:t>
            </a:r>
          </a:p>
        </p:txBody>
      </p:sp>
    </p:spTree>
    <p:extLst>
      <p:ext uri="{BB962C8B-B14F-4D97-AF65-F5344CB8AC3E}">
        <p14:creationId xmlns:p14="http://schemas.microsoft.com/office/powerpoint/2010/main" val="33487539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00766-8AC1-895D-D7BF-6737A82590A1}"/>
              </a:ext>
            </a:extLst>
          </p:cNvPr>
          <p:cNvSpPr>
            <a:spLocks noGrp="1"/>
          </p:cNvSpPr>
          <p:nvPr>
            <p:ph type="title"/>
          </p:nvPr>
        </p:nvSpPr>
        <p:spPr/>
        <p:txBody>
          <a:bodyPr/>
          <a:lstStyle/>
          <a:p>
            <a:r>
              <a:rPr lang="en-AU" dirty="0"/>
              <a:t>Section Showcase</a:t>
            </a:r>
          </a:p>
        </p:txBody>
      </p:sp>
      <p:sp>
        <p:nvSpPr>
          <p:cNvPr id="3" name="Content Placeholder 2">
            <a:extLst>
              <a:ext uri="{FF2B5EF4-FFF2-40B4-BE49-F238E27FC236}">
                <a16:creationId xmlns:a16="http://schemas.microsoft.com/office/drawing/2014/main" id="{B7FB64C3-91F8-09C9-768B-7DAC9D75E4CD}"/>
              </a:ext>
            </a:extLst>
          </p:cNvPr>
          <p:cNvSpPr>
            <a:spLocks noGrp="1"/>
          </p:cNvSpPr>
          <p:nvPr>
            <p:ph idx="1"/>
          </p:nvPr>
        </p:nvSpPr>
        <p:spPr>
          <a:xfrm>
            <a:off x="838200" y="1825625"/>
            <a:ext cx="10515600" cy="411389"/>
          </a:xfrm>
        </p:spPr>
        <p:txBody>
          <a:bodyPr>
            <a:normAutofit/>
          </a:bodyPr>
          <a:lstStyle/>
          <a:p>
            <a:r>
              <a:rPr lang="en-US" dirty="0"/>
              <a:t>Intesa Sanpaolo Office Building – Renzo Piano</a:t>
            </a:r>
            <a:endParaRPr lang="en-AU" dirty="0"/>
          </a:p>
        </p:txBody>
      </p:sp>
      <p:pic>
        <p:nvPicPr>
          <p:cNvPr id="5" name="Picture 4">
            <a:extLst>
              <a:ext uri="{FF2B5EF4-FFF2-40B4-BE49-F238E27FC236}">
                <a16:creationId xmlns:a16="http://schemas.microsoft.com/office/drawing/2014/main" id="{339E954E-B20B-02FD-0D66-7E7938A315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8325" y="3016864"/>
            <a:ext cx="6499118" cy="3841135"/>
          </a:xfrm>
          <a:prstGeom prst="rect">
            <a:avLst/>
          </a:prstGeom>
        </p:spPr>
      </p:pic>
      <p:pic>
        <p:nvPicPr>
          <p:cNvPr id="7" name="Picture 6" descr="A group of people outside of a building&#10;&#10;Description automatically generated">
            <a:extLst>
              <a:ext uri="{FF2B5EF4-FFF2-40B4-BE49-F238E27FC236}">
                <a16:creationId xmlns:a16="http://schemas.microsoft.com/office/drawing/2014/main" id="{CE62EC44-621B-6A32-4A85-459D4927AA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3979" y="2977569"/>
            <a:ext cx="5504346" cy="3841135"/>
          </a:xfrm>
          <a:prstGeom prst="rect">
            <a:avLst/>
          </a:prstGeom>
        </p:spPr>
      </p:pic>
      <p:pic>
        <p:nvPicPr>
          <p:cNvPr id="9" name="Picture 8" descr="A tall building with people walking on a path&#10;&#10;Description automatically generated">
            <a:extLst>
              <a:ext uri="{FF2B5EF4-FFF2-40B4-BE49-F238E27FC236}">
                <a16:creationId xmlns:a16="http://schemas.microsoft.com/office/drawing/2014/main" id="{0823327E-B350-2296-CE7B-85838544606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89174" y="19647"/>
            <a:ext cx="2221266" cy="2977569"/>
          </a:xfrm>
          <a:prstGeom prst="rect">
            <a:avLst/>
          </a:prstGeom>
        </p:spPr>
      </p:pic>
      <p:sp>
        <p:nvSpPr>
          <p:cNvPr id="4" name="TextBox 3">
            <a:extLst>
              <a:ext uri="{FF2B5EF4-FFF2-40B4-BE49-F238E27FC236}">
                <a16:creationId xmlns:a16="http://schemas.microsoft.com/office/drawing/2014/main" id="{4F6757CA-77F9-831C-AAB7-097831A2ED3C}"/>
              </a:ext>
            </a:extLst>
          </p:cNvPr>
          <p:cNvSpPr txBox="1"/>
          <p:nvPr/>
        </p:nvSpPr>
        <p:spPr>
          <a:xfrm>
            <a:off x="838200" y="2439163"/>
            <a:ext cx="2743200" cy="375552"/>
          </a:xfrm>
          <a:prstGeom prst="rect">
            <a:avLst/>
          </a:prstGeom>
          <a:noFill/>
        </p:spPr>
        <p:txBody>
          <a:bodyPr wrap="square">
            <a:spAutoFit/>
          </a:bodyPr>
          <a:lstStyle/>
          <a:p>
            <a:pPr>
              <a:lnSpc>
                <a:spcPct val="107000"/>
              </a:lnSpc>
              <a:spcAft>
                <a:spcPts val="800"/>
              </a:spcAft>
            </a:pP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Source: </a:t>
            </a:r>
            <a:r>
              <a:rPr lang="en-AU" sz="1800" kern="100" dirty="0" err="1">
                <a:effectLst/>
                <a:latin typeface="Calibri" panose="020F0502020204030204" pitchFamily="34" charset="0"/>
                <a:ea typeface="DengXian" panose="02010600030101010101" pitchFamily="2" charset="-122"/>
                <a:cs typeface="Times New Roman" panose="02020603050405020304" pitchFamily="18" charset="0"/>
              </a:rPr>
              <a:t>ArchDaily</a:t>
            </a:r>
            <a:endParaRPr lang="en-AU"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2069252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07EC4B-DB7C-7A4B-A445-57F4389F5C95}"/>
              </a:ext>
            </a:extLst>
          </p:cNvPr>
          <p:cNvSpPr>
            <a:spLocks noGrp="1"/>
          </p:cNvSpPr>
          <p:nvPr>
            <p:ph type="body" sz="half" idx="2"/>
          </p:nvPr>
        </p:nvSpPr>
        <p:spPr/>
        <p:txBody>
          <a:bodyPr>
            <a:normAutofit/>
          </a:bodyPr>
          <a:lstStyle/>
          <a:p>
            <a:r>
              <a:rPr lang="en-AU" dirty="0"/>
              <a:t>Hand Sketch </a:t>
            </a:r>
          </a:p>
          <a:p>
            <a:pPr marL="342900" indent="-342900">
              <a:buFont typeface="Arial" panose="020B0604020202020204" pitchFamily="34" charset="0"/>
              <a:buChar char="•"/>
            </a:pPr>
            <a:r>
              <a:rPr lang="en-AU" dirty="0">
                <a:hlinkClick r:id="rId2"/>
              </a:rPr>
              <a:t>https://www.youtube.com/watch?v=98PALn5XG0U</a:t>
            </a:r>
            <a:endParaRPr lang="en-AU" dirty="0"/>
          </a:p>
          <a:p>
            <a:endParaRPr lang="en-AU" dirty="0"/>
          </a:p>
          <a:p>
            <a:r>
              <a:rPr lang="en-AU" dirty="0"/>
              <a:t>3</a:t>
            </a:r>
            <a:r>
              <a:rPr lang="en-US" altLang="zh-CN" dirty="0"/>
              <a:t>D Modeling or 2D Modeling then </a:t>
            </a:r>
            <a:r>
              <a:rPr lang="en-AU" dirty="0"/>
              <a:t>Photoshop (standard workflow)</a:t>
            </a:r>
          </a:p>
          <a:p>
            <a:pPr marL="342900" indent="-342900">
              <a:buFont typeface="Arial" panose="020B0604020202020204" pitchFamily="34" charset="0"/>
              <a:buChar char="•"/>
            </a:pPr>
            <a:r>
              <a:rPr lang="en-AU" dirty="0">
                <a:hlinkClick r:id="rId3"/>
              </a:rPr>
              <a:t>https://www.youtube.com/watch?v=bDl91Z3v5RY</a:t>
            </a:r>
            <a:endParaRPr lang="en-AU" dirty="0"/>
          </a:p>
          <a:p>
            <a:pPr marL="342900" indent="-342900">
              <a:buFont typeface="Arial" panose="020B0604020202020204" pitchFamily="34" charset="0"/>
              <a:buChar char="•"/>
            </a:pPr>
            <a:r>
              <a:rPr lang="en-AU" dirty="0"/>
              <a:t>We will learn this when we use REVIT.</a:t>
            </a:r>
          </a:p>
          <a:p>
            <a:endParaRPr lang="en-AU" dirty="0"/>
          </a:p>
          <a:p>
            <a:r>
              <a:rPr lang="en-AU" b="1" dirty="0"/>
              <a:t>More discussions will come when we talk about documentation in week 3. Australian standard does address section and elevation drawings.</a:t>
            </a:r>
          </a:p>
          <a:p>
            <a:endParaRPr lang="en-AU" dirty="0"/>
          </a:p>
        </p:txBody>
      </p:sp>
      <p:sp>
        <p:nvSpPr>
          <p:cNvPr id="2" name="Title 1">
            <a:extLst>
              <a:ext uri="{FF2B5EF4-FFF2-40B4-BE49-F238E27FC236}">
                <a16:creationId xmlns:a16="http://schemas.microsoft.com/office/drawing/2014/main" id="{2806F4DB-C60B-D12B-D904-1D6DB34111BF}"/>
              </a:ext>
            </a:extLst>
          </p:cNvPr>
          <p:cNvSpPr>
            <a:spLocks noGrp="1"/>
          </p:cNvSpPr>
          <p:nvPr>
            <p:ph type="title"/>
          </p:nvPr>
        </p:nvSpPr>
        <p:spPr/>
        <p:txBody>
          <a:bodyPr/>
          <a:lstStyle/>
          <a:p>
            <a:r>
              <a:rPr lang="en-AU" dirty="0"/>
              <a:t>Now to the technical – Ways to Produce Section Drawing</a:t>
            </a:r>
          </a:p>
        </p:txBody>
      </p:sp>
    </p:spTree>
    <p:extLst>
      <p:ext uri="{BB962C8B-B14F-4D97-AF65-F5344CB8AC3E}">
        <p14:creationId xmlns:p14="http://schemas.microsoft.com/office/powerpoint/2010/main" val="4191708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6E059-94AF-0CB2-8532-22BDC9D99D67}"/>
            </a:ext>
          </a:extLst>
        </p:cNvPr>
        <p:cNvGrpSpPr/>
        <p:nvPr/>
      </p:nvGrpSpPr>
      <p:grpSpPr>
        <a:xfrm>
          <a:off x="0" y="0"/>
          <a:ext cx="0" cy="0"/>
          <a:chOff x="0" y="0"/>
          <a:chExt cx="0" cy="0"/>
        </a:xfrm>
      </p:grpSpPr>
      <p:sp>
        <p:nvSpPr>
          <p:cNvPr id="7" name="Title 5">
            <a:extLst>
              <a:ext uri="{FF2B5EF4-FFF2-40B4-BE49-F238E27FC236}">
                <a16:creationId xmlns:a16="http://schemas.microsoft.com/office/drawing/2014/main" id="{12787D9D-4526-5FCB-F644-F47D7DB07DBD}"/>
              </a:ext>
            </a:extLst>
          </p:cNvPr>
          <p:cNvSpPr txBox="1">
            <a:spLocks/>
          </p:cNvSpPr>
          <p:nvPr/>
        </p:nvSpPr>
        <p:spPr>
          <a:xfrm>
            <a:off x="1970267" y="2985802"/>
            <a:ext cx="10515600" cy="443198"/>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AU" dirty="0"/>
              <a:t>Activity: Section Exercise</a:t>
            </a:r>
            <a:endParaRPr lang="en-US" dirty="0"/>
          </a:p>
        </p:txBody>
      </p:sp>
    </p:spTree>
    <p:extLst>
      <p:ext uri="{BB962C8B-B14F-4D97-AF65-F5344CB8AC3E}">
        <p14:creationId xmlns:p14="http://schemas.microsoft.com/office/powerpoint/2010/main" val="4210330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F9916F8-77B9-0744-B45D-3456AE466A59}"/>
              </a:ext>
            </a:extLst>
          </p:cNvPr>
          <p:cNvSpPr>
            <a:spLocks noGrp="1"/>
          </p:cNvSpPr>
          <p:nvPr>
            <p:ph type="body" sz="half" idx="2"/>
          </p:nvPr>
        </p:nvSpPr>
        <p:spPr>
          <a:xfrm>
            <a:off x="358243" y="1464476"/>
            <a:ext cx="11456485" cy="4437560"/>
          </a:xfrm>
        </p:spPr>
        <p:txBody>
          <a:bodyPr/>
          <a:lstStyle/>
          <a:p>
            <a:pPr marL="342900" indent="-342900">
              <a:lnSpc>
                <a:spcPct val="107000"/>
              </a:lnSpc>
              <a:spcAft>
                <a:spcPts val="800"/>
              </a:spcAft>
              <a:buFont typeface="Arial" panose="020B0604020202020204" pitchFamily="34" charset="0"/>
              <a:buChar char="•"/>
            </a:pPr>
            <a:r>
              <a:rPr lang="en-AU" sz="2000" kern="100" dirty="0">
                <a:effectLst/>
                <a:latin typeface="Calibri" panose="020F0502020204030204" pitchFamily="34" charset="0"/>
                <a:ea typeface="DengXian" panose="02010600030101010101" pitchFamily="2" charset="-122"/>
                <a:cs typeface="Times New Roman" panose="02020603050405020304" pitchFamily="18" charset="0"/>
              </a:rPr>
              <a:t>Pinterest. (2025). </a:t>
            </a:r>
            <a:r>
              <a:rPr lang="en-AU" sz="2000" i="1" kern="100" dirty="0">
                <a:effectLst/>
                <a:latin typeface="Calibri" panose="020F0502020204030204" pitchFamily="34" charset="0"/>
                <a:ea typeface="DengXian" panose="02010600030101010101" pitchFamily="2" charset="-122"/>
                <a:cs typeface="Times New Roman" panose="02020603050405020304" pitchFamily="18" charset="0"/>
              </a:rPr>
              <a:t>Pinterest Image. </a:t>
            </a:r>
            <a:r>
              <a:rPr lang="en-AU" sz="2000" kern="100" dirty="0">
                <a:effectLst/>
                <a:latin typeface="Calibri" panose="020F0502020204030204" pitchFamily="34" charset="0"/>
                <a:ea typeface="DengXian" panose="02010600030101010101" pitchFamily="2" charset="-122"/>
                <a:cs typeface="Times New Roman" panose="02020603050405020304" pitchFamily="18" charset="0"/>
                <a:hlinkClick r:id="rId2"/>
              </a:rPr>
              <a:t>https://www.pinterest.com/</a:t>
            </a:r>
            <a:endParaRPr lang="en-AU" sz="20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indent="-342900">
              <a:lnSpc>
                <a:spcPct val="107000"/>
              </a:lnSpc>
              <a:spcAft>
                <a:spcPts val="800"/>
              </a:spcAft>
              <a:buFont typeface="Arial" panose="020B0604020202020204" pitchFamily="34" charset="0"/>
              <a:buChar char="•"/>
            </a:pPr>
            <a:r>
              <a:rPr lang="en-AU" sz="2000" kern="100" dirty="0">
                <a:effectLst/>
                <a:latin typeface="Calibri" panose="020F0502020204030204" pitchFamily="34" charset="0"/>
                <a:ea typeface="DengXian" panose="02010600030101010101" pitchFamily="2" charset="-122"/>
                <a:cs typeface="Times New Roman" panose="02020603050405020304" pitchFamily="18" charset="0"/>
              </a:rPr>
              <a:t>Steven Holl Architects. (2025). </a:t>
            </a:r>
            <a:r>
              <a:rPr lang="en-AU" sz="2000" i="1" kern="100" dirty="0">
                <a:effectLst/>
                <a:latin typeface="Calibri" panose="020F0502020204030204" pitchFamily="34" charset="0"/>
                <a:ea typeface="DengXian" panose="02010600030101010101" pitchFamily="2" charset="-122"/>
                <a:cs typeface="Times New Roman" panose="02020603050405020304" pitchFamily="18" charset="0"/>
              </a:rPr>
              <a:t>Steven Holl Projects.</a:t>
            </a:r>
            <a:r>
              <a:rPr lang="en-AU" sz="2000" kern="100" dirty="0">
                <a:effectLst/>
                <a:latin typeface="Calibri" panose="020F0502020204030204" pitchFamily="34" charset="0"/>
                <a:ea typeface="DengXian" panose="02010600030101010101" pitchFamily="2" charset="-122"/>
                <a:cs typeface="Times New Roman" panose="02020603050405020304" pitchFamily="18" charset="0"/>
              </a:rPr>
              <a:t> </a:t>
            </a:r>
            <a:r>
              <a:rPr lang="en-AU" sz="2000" kern="100" dirty="0">
                <a:effectLst/>
                <a:latin typeface="Calibri" panose="020F0502020204030204" pitchFamily="34" charset="0"/>
                <a:ea typeface="DengXian" panose="02010600030101010101" pitchFamily="2" charset="-122"/>
                <a:cs typeface="Times New Roman" panose="02020603050405020304" pitchFamily="18" charset="0"/>
                <a:hlinkClick r:id="rId3"/>
              </a:rPr>
              <a:t>https://www.stevenholl.com/</a:t>
            </a:r>
            <a:endParaRPr lang="en-AU" sz="20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indent="-342900">
              <a:lnSpc>
                <a:spcPct val="107000"/>
              </a:lnSpc>
              <a:spcAft>
                <a:spcPts val="800"/>
              </a:spcAft>
              <a:buFont typeface="Arial" panose="020B0604020202020204" pitchFamily="34" charset="0"/>
              <a:buChar char="•"/>
            </a:pPr>
            <a:r>
              <a:rPr lang="en-AU" sz="2000" kern="100" dirty="0">
                <a:effectLst/>
                <a:latin typeface="Calibri" panose="020F0502020204030204" pitchFamily="34" charset="0"/>
                <a:ea typeface="DengXian" panose="02010600030101010101" pitchFamily="2" charset="-122"/>
                <a:cs typeface="Times New Roman" panose="02020603050405020304" pitchFamily="18" charset="0"/>
              </a:rPr>
              <a:t>Ching, F. (2023). </a:t>
            </a:r>
            <a:r>
              <a:rPr lang="en-AU" sz="2000" i="1" kern="100" dirty="0">
                <a:effectLst/>
                <a:latin typeface="Calibri" panose="020F0502020204030204" pitchFamily="34" charset="0"/>
                <a:ea typeface="DengXian" panose="02010600030101010101" pitchFamily="2" charset="-122"/>
                <a:cs typeface="Times New Roman" panose="02020603050405020304" pitchFamily="18" charset="0"/>
              </a:rPr>
              <a:t>Design Drawing</a:t>
            </a:r>
            <a:r>
              <a:rPr lang="en-AU" sz="2000" kern="100" dirty="0">
                <a:effectLst/>
                <a:latin typeface="Calibri" panose="020F0502020204030204" pitchFamily="34" charset="0"/>
                <a:ea typeface="DengXian" panose="02010600030101010101" pitchFamily="2" charset="-122"/>
                <a:cs typeface="Times New Roman" panose="02020603050405020304" pitchFamily="18" charset="0"/>
              </a:rPr>
              <a:t>. Wiley</a:t>
            </a:r>
          </a:p>
          <a:p>
            <a:pPr marL="342900" indent="-342900">
              <a:lnSpc>
                <a:spcPct val="107000"/>
              </a:lnSpc>
              <a:spcAft>
                <a:spcPts val="800"/>
              </a:spcAft>
              <a:buFont typeface="Arial" panose="020B0604020202020204" pitchFamily="34" charset="0"/>
              <a:buChar char="•"/>
            </a:pPr>
            <a:r>
              <a:rPr lang="en-AU" sz="2000" kern="100" dirty="0">
                <a:effectLst/>
                <a:latin typeface="Calibri" panose="020F0502020204030204" pitchFamily="34" charset="0"/>
                <a:ea typeface="DengXian" panose="02010600030101010101" pitchFamily="2" charset="-122"/>
                <a:cs typeface="Times New Roman" panose="02020603050405020304" pitchFamily="18" charset="0"/>
              </a:rPr>
              <a:t>Pinterest. (2025). </a:t>
            </a:r>
            <a:r>
              <a:rPr lang="en-AU" sz="2000" i="1" kern="100" dirty="0">
                <a:effectLst/>
                <a:latin typeface="Calibri" panose="020F0502020204030204" pitchFamily="34" charset="0"/>
                <a:ea typeface="DengXian" panose="02010600030101010101" pitchFamily="2" charset="-122"/>
                <a:cs typeface="Times New Roman" panose="02020603050405020304" pitchFamily="18" charset="0"/>
              </a:rPr>
              <a:t>Pinterest Image. </a:t>
            </a:r>
            <a:r>
              <a:rPr lang="en-AU" sz="2000" kern="100" dirty="0">
                <a:effectLst/>
                <a:latin typeface="Calibri" panose="020F0502020204030204" pitchFamily="34" charset="0"/>
                <a:ea typeface="DengXian" panose="02010600030101010101" pitchFamily="2" charset="-122"/>
                <a:cs typeface="Times New Roman" panose="02020603050405020304" pitchFamily="18" charset="0"/>
                <a:hlinkClick r:id="rId2"/>
              </a:rPr>
              <a:t>https://www.pinterest.com/</a:t>
            </a:r>
            <a:endParaRPr lang="en-AU" sz="20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indent="-342900">
              <a:lnSpc>
                <a:spcPct val="107000"/>
              </a:lnSpc>
              <a:spcAft>
                <a:spcPts val="800"/>
              </a:spcAft>
              <a:buFont typeface="Arial" panose="020B0604020202020204" pitchFamily="34" charset="0"/>
              <a:buChar char="•"/>
            </a:pPr>
            <a:r>
              <a:rPr lang="en-AU" sz="2000" kern="100" dirty="0">
                <a:effectLst/>
                <a:latin typeface="Calibri" panose="020F0502020204030204" pitchFamily="34" charset="0"/>
                <a:ea typeface="DengXian" panose="02010600030101010101" pitchFamily="2" charset="-122"/>
                <a:cs typeface="Times New Roman" panose="02020603050405020304" pitchFamily="18" charset="0"/>
              </a:rPr>
              <a:t>Arch Daily. (2025). </a:t>
            </a:r>
            <a:r>
              <a:rPr lang="en-AU" sz="2000" i="1" kern="100" dirty="0">
                <a:effectLst/>
                <a:latin typeface="Calibri" panose="020F0502020204030204" pitchFamily="34" charset="0"/>
                <a:ea typeface="DengXian" panose="02010600030101010101" pitchFamily="2" charset="-122"/>
                <a:cs typeface="Times New Roman" panose="02020603050405020304" pitchFamily="18" charset="0"/>
              </a:rPr>
              <a:t>Arch Daily Image</a:t>
            </a:r>
            <a:r>
              <a:rPr lang="en-AU" sz="2000" kern="100" dirty="0">
                <a:effectLst/>
                <a:latin typeface="Calibri" panose="020F0502020204030204" pitchFamily="34" charset="0"/>
                <a:ea typeface="DengXian" panose="02010600030101010101" pitchFamily="2" charset="-122"/>
                <a:cs typeface="Times New Roman" panose="02020603050405020304" pitchFamily="18" charset="0"/>
              </a:rPr>
              <a:t>. </a:t>
            </a:r>
            <a:r>
              <a:rPr lang="en-AU" sz="2000" kern="100" dirty="0">
                <a:effectLst/>
                <a:latin typeface="Calibri" panose="020F0502020204030204" pitchFamily="34" charset="0"/>
                <a:ea typeface="DengXian" panose="02010600030101010101" pitchFamily="2" charset="-122"/>
                <a:cs typeface="Times New Roman" panose="02020603050405020304" pitchFamily="18" charset="0"/>
                <a:hlinkClick r:id="rId4"/>
              </a:rPr>
              <a:t>https://www.archdaily.com/</a:t>
            </a:r>
            <a:endParaRPr lang="en-AU" sz="20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indent="-342900">
              <a:lnSpc>
                <a:spcPct val="107000"/>
              </a:lnSpc>
              <a:spcAft>
                <a:spcPts val="800"/>
              </a:spcAft>
              <a:buFont typeface="Arial" panose="020B0604020202020204" pitchFamily="34" charset="0"/>
              <a:buChar char="•"/>
            </a:pPr>
            <a:r>
              <a:rPr lang="en-AU" sz="2000" kern="100" dirty="0">
                <a:effectLst/>
                <a:latin typeface="Calibri" panose="020F0502020204030204" pitchFamily="34" charset="0"/>
                <a:ea typeface="DengXian" panose="02010600030101010101" pitchFamily="2" charset="-122"/>
                <a:cs typeface="Times New Roman" panose="02020603050405020304" pitchFamily="18" charset="0"/>
              </a:rPr>
              <a:t>Lewis, P. (2016). </a:t>
            </a:r>
            <a:r>
              <a:rPr lang="en-AU" sz="2000" i="1" kern="100" dirty="0">
                <a:effectLst/>
                <a:latin typeface="Calibri" panose="020F0502020204030204" pitchFamily="34" charset="0"/>
                <a:ea typeface="DengXian" panose="02010600030101010101" pitchFamily="2" charset="-122"/>
                <a:cs typeface="Times New Roman" panose="02020603050405020304" pitchFamily="18" charset="0"/>
              </a:rPr>
              <a:t>Manual of Section.</a:t>
            </a:r>
            <a:r>
              <a:rPr lang="en-AU" sz="2000" kern="100" dirty="0">
                <a:effectLst/>
                <a:latin typeface="Calibri" panose="020F0502020204030204" pitchFamily="34" charset="0"/>
                <a:ea typeface="DengXian" panose="02010600030101010101" pitchFamily="2" charset="-122"/>
                <a:cs typeface="Times New Roman" panose="02020603050405020304" pitchFamily="18" charset="0"/>
              </a:rPr>
              <a:t> Princeton Architectural Press </a:t>
            </a:r>
          </a:p>
          <a:p>
            <a:pPr marL="342900" indent="-342900">
              <a:lnSpc>
                <a:spcPct val="107000"/>
              </a:lnSpc>
              <a:spcAft>
                <a:spcPts val="800"/>
              </a:spcAft>
              <a:buFont typeface="Arial" panose="020B0604020202020204" pitchFamily="34" charset="0"/>
              <a:buChar char="•"/>
            </a:pPr>
            <a:r>
              <a:rPr lang="en-AU" sz="2000" kern="100" dirty="0">
                <a:effectLst/>
                <a:latin typeface="Calibri" panose="020F0502020204030204" pitchFamily="34" charset="0"/>
                <a:ea typeface="DengXian" panose="02010600030101010101" pitchFamily="2" charset="-122"/>
                <a:cs typeface="Times New Roman" panose="02020603050405020304" pitchFamily="18" charset="0"/>
              </a:rPr>
              <a:t>Victorian Curriculum and Assessment Authority. (2018). </a:t>
            </a:r>
            <a:r>
              <a:rPr lang="en-AU" sz="2000" i="1" kern="100" dirty="0">
                <a:effectLst/>
                <a:latin typeface="Calibri" panose="020F0502020204030204" pitchFamily="34" charset="0"/>
                <a:ea typeface="DengXian" panose="02010600030101010101" pitchFamily="2" charset="-122"/>
                <a:cs typeface="Times New Roman" panose="02020603050405020304" pitchFamily="18" charset="0"/>
              </a:rPr>
              <a:t>Technical Drawing Specifications Resource: A guide to support VCE Visual Communication Design study design 2018–22. </a:t>
            </a:r>
            <a:r>
              <a:rPr lang="en-AU" sz="2000" kern="100" dirty="0">
                <a:effectLst/>
                <a:latin typeface="Calibri" panose="020F0502020204030204" pitchFamily="34" charset="0"/>
                <a:ea typeface="DengXian" panose="02010600030101010101" pitchFamily="2" charset="-122"/>
                <a:cs typeface="Times New Roman" panose="02020603050405020304" pitchFamily="18" charset="0"/>
              </a:rPr>
              <a:t>https://www.scribd.com/document/383339569/VCE-Technical-Drawing-Specs</a:t>
            </a:r>
          </a:p>
          <a:p>
            <a:pPr marL="342900" indent="-342900">
              <a:lnSpc>
                <a:spcPct val="107000"/>
              </a:lnSpc>
              <a:spcAft>
                <a:spcPts val="800"/>
              </a:spcAft>
              <a:buFont typeface="Arial" panose="020B0604020202020204" pitchFamily="34" charset="0"/>
              <a:buChar char="•"/>
            </a:pPr>
            <a:endParaRPr lang="en-AU" sz="20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indent="-342900">
              <a:lnSpc>
                <a:spcPct val="107000"/>
              </a:lnSpc>
              <a:spcAft>
                <a:spcPts val="800"/>
              </a:spcAft>
              <a:buFont typeface="Arial" panose="020B0604020202020204" pitchFamily="34" charset="0"/>
              <a:buChar char="•"/>
            </a:pPr>
            <a:endParaRPr lang="en-AU" sz="2000" kern="100" dirty="0">
              <a:effectLst/>
              <a:latin typeface="Calibri" panose="020F0502020204030204" pitchFamily="34" charset="0"/>
              <a:ea typeface="DengXian" panose="02010600030101010101" pitchFamily="2" charset="-122"/>
              <a:cs typeface="Times New Roman" panose="02020603050405020304" pitchFamily="18" charset="0"/>
            </a:endParaRPr>
          </a:p>
          <a:p>
            <a:pPr>
              <a:lnSpc>
                <a:spcPct val="100000"/>
              </a:lnSpc>
            </a:pPr>
            <a:endParaRPr lang="en-US" dirty="0"/>
          </a:p>
        </p:txBody>
      </p:sp>
      <p:sp>
        <p:nvSpPr>
          <p:cNvPr id="5" name="Title 1">
            <a:extLst>
              <a:ext uri="{FF2B5EF4-FFF2-40B4-BE49-F238E27FC236}">
                <a16:creationId xmlns:a16="http://schemas.microsoft.com/office/drawing/2014/main" id="{E377CE3D-477D-2F7B-FA12-986682D89A8E}"/>
              </a:ext>
            </a:extLst>
          </p:cNvPr>
          <p:cNvSpPr txBox="1">
            <a:spLocks/>
          </p:cNvSpPr>
          <p:nvPr/>
        </p:nvSpPr>
        <p:spPr>
          <a:xfrm>
            <a:off x="358244" y="310620"/>
            <a:ext cx="8536374" cy="443198"/>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US" dirty="0"/>
              <a:t>References </a:t>
            </a:r>
          </a:p>
        </p:txBody>
      </p:sp>
    </p:spTree>
    <p:extLst>
      <p:ext uri="{BB962C8B-B14F-4D97-AF65-F5344CB8AC3E}">
        <p14:creationId xmlns:p14="http://schemas.microsoft.com/office/powerpoint/2010/main" val="22118193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2A4B707-13BF-4B4F-A3D8-BB605AB10BC5}"/>
              </a:ext>
            </a:extLst>
          </p:cNvPr>
          <p:cNvSpPr>
            <a:spLocks noGrp="1"/>
          </p:cNvSpPr>
          <p:nvPr>
            <p:ph type="ctrTitle" idx="4294967295"/>
          </p:nvPr>
        </p:nvSpPr>
        <p:spPr>
          <a:xfrm>
            <a:off x="1196322" y="1680966"/>
            <a:ext cx="5077440" cy="1052596"/>
          </a:xfrm>
        </p:spPr>
        <p:txBody>
          <a:bodyPr/>
          <a:lstStyle/>
          <a:p>
            <a:r>
              <a:rPr lang="en-US" sz="4400" dirty="0"/>
              <a:t>Thank you</a:t>
            </a:r>
            <a:br>
              <a:rPr lang="en-US" dirty="0"/>
            </a:br>
            <a:r>
              <a:rPr lang="en-US" b="0" dirty="0"/>
              <a:t>Questions?</a:t>
            </a:r>
            <a:endParaRPr lang="en-US" dirty="0"/>
          </a:p>
        </p:txBody>
      </p:sp>
    </p:spTree>
    <p:extLst>
      <p:ext uri="{BB962C8B-B14F-4D97-AF65-F5344CB8AC3E}">
        <p14:creationId xmlns:p14="http://schemas.microsoft.com/office/powerpoint/2010/main" val="1915363159"/>
      </p:ext>
    </p:extLst>
  </p:cSld>
  <p:clrMapOvr>
    <a:masterClrMapping/>
  </p:clrMapOvr>
</p:sld>
</file>

<file path=ppt/theme/theme1.xml><?xml version="1.0" encoding="utf-8"?>
<a:theme xmlns:a="http://schemas.openxmlformats.org/drawingml/2006/main" name="Office Theme">
  <a:themeElements>
    <a:clrScheme name="VU 2024">
      <a:dk1>
        <a:srgbClr val="000000"/>
      </a:dk1>
      <a:lt1>
        <a:srgbClr val="FFFFFF"/>
      </a:lt1>
      <a:dk2>
        <a:srgbClr val="262626"/>
      </a:dk2>
      <a:lt2>
        <a:srgbClr val="FFFFFF"/>
      </a:lt2>
      <a:accent1>
        <a:srgbClr val="5BC2E7"/>
      </a:accent1>
      <a:accent2>
        <a:srgbClr val="1E1248"/>
      </a:accent2>
      <a:accent3>
        <a:srgbClr val="ED6B5E"/>
      </a:accent3>
      <a:accent4>
        <a:srgbClr val="B39AD2"/>
      </a:accent4>
      <a:accent5>
        <a:srgbClr val="EEEEEE"/>
      </a:accent5>
      <a:accent6>
        <a:srgbClr val="6E6E6E"/>
      </a:accent6>
      <a:hlink>
        <a:srgbClr val="0C71AC"/>
      </a:hlink>
      <a:folHlink>
        <a:srgbClr val="6E6E6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7FCAF70F-E073-BF40-A79D-4081DC7CE9D1}" vid="{806BC320-17C3-6546-81D5-5AF729563D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a9cb1d79-f99f-49bb-8e2a-e2312126c491">
      <UserInfo>
        <DisplayName>Kate Hitchins</DisplayName>
        <AccountId>727</AccountId>
        <AccountType/>
      </UserInfo>
    </SharedWithUsers>
    <MediaLengthInSeconds xmlns="f38d7cb2-8266-40dc-9c80-5a14c72951d4" xsi:nil="true"/>
    <_activity xmlns="f38d7cb2-8266-40dc-9c80-5a14c72951d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9F76110527CE0478E6091AB5EC74898" ma:contentTypeVersion="15" ma:contentTypeDescription="Create a new document." ma:contentTypeScope="" ma:versionID="c1c5edefc9e02eae2714aa09383da356">
  <xsd:schema xmlns:xsd="http://www.w3.org/2001/XMLSchema" xmlns:xs="http://www.w3.org/2001/XMLSchema" xmlns:p="http://schemas.microsoft.com/office/2006/metadata/properties" xmlns:ns3="f38d7cb2-8266-40dc-9c80-5a14c72951d4" xmlns:ns4="a9cb1d79-f99f-49bb-8e2a-e2312126c491" targetNamespace="http://schemas.microsoft.com/office/2006/metadata/properties" ma:root="true" ma:fieldsID="843b90cf4550736d6ca05ee9401f6042" ns3:_="" ns4:_="">
    <xsd:import namespace="f38d7cb2-8266-40dc-9c80-5a14c72951d4"/>
    <xsd:import namespace="a9cb1d79-f99f-49bb-8e2a-e2312126c491"/>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ObjectDetectorVersions" minOccurs="0"/>
                <xsd:element ref="ns3:MediaServiceAutoTags" minOccurs="0"/>
                <xsd:element ref="ns3:MediaServiceOCR" minOccurs="0"/>
                <xsd:element ref="ns3:MediaServiceGenerationTime" minOccurs="0"/>
                <xsd:element ref="ns3:MediaServiceEventHashCode" minOccurs="0"/>
                <xsd:element ref="ns3:_activity" minOccurs="0"/>
                <xsd:element ref="ns3:MediaLengthInSeconds" minOccurs="0"/>
                <xsd:element ref="ns3:MediaServiceSearchProperties" minOccurs="0"/>
                <xsd:element ref="ns3:MediaServiceSystemTag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38d7cb2-8266-40dc-9c80-5a14c72951d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_activity" ma:index="18" nillable="true" ma:displayName="_activity" ma:hidden="true" ma:internalName="_activity">
      <xsd:simpleType>
        <xsd:restriction base="dms:Note"/>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DateTaken" ma:index="22"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9cb1d79-f99f-49bb-8e2a-e2312126c491"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9109AC-3400-4D6C-BF7D-EE9E1DA1F086}">
  <ds:schemaRefs>
    <ds:schemaRef ds:uri="http://schemas.microsoft.com/sharepoint/v3/contenttype/forms"/>
  </ds:schemaRefs>
</ds:datastoreItem>
</file>

<file path=customXml/itemProps2.xml><?xml version="1.0" encoding="utf-8"?>
<ds:datastoreItem xmlns:ds="http://schemas.openxmlformats.org/officeDocument/2006/customXml" ds:itemID="{FA9BFBAB-54D8-4D2B-81F7-50E6F7501764}">
  <ds:schemaRefs>
    <ds:schemaRef ds:uri="http://purl.org/dc/elements/1.1/"/>
    <ds:schemaRef ds:uri="http://purl.org/dc/terms/"/>
    <ds:schemaRef ds:uri="f38d7cb2-8266-40dc-9c80-5a14c72951d4"/>
    <ds:schemaRef ds:uri="a9cb1d79-f99f-49bb-8e2a-e2312126c491"/>
    <ds:schemaRef ds:uri="http://schemas.microsoft.com/office/2006/documentManagement/types"/>
    <ds:schemaRef ds:uri="http://schemas.microsoft.com/office/infopath/2007/PartnerControls"/>
    <ds:schemaRef ds:uri="http://www.w3.org/XML/1998/namespace"/>
    <ds:schemaRef ds:uri="http://schemas.openxmlformats.org/package/2006/metadata/core-properties"/>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9744AE7C-1058-4C5F-8244-E3C6339272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38d7cb2-8266-40dc-9c80-5a14c72951d4"/>
    <ds:schemaRef ds:uri="a9cb1d79-f99f-49bb-8e2a-e2312126c4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VU_PPT Template</Template>
  <TotalTime>68</TotalTime>
  <Words>943</Words>
  <Application>Microsoft Office PowerPoint</Application>
  <PresentationFormat>Widescreen</PresentationFormat>
  <Paragraphs>131</Paragraphs>
  <Slides>38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38</vt:i4>
      </vt:variant>
    </vt:vector>
  </HeadingPairs>
  <TitlesOfParts>
    <vt:vector size="46" baseType="lpstr">
      <vt:lpstr>.Lucida Grande UI Regular</vt:lpstr>
      <vt:lpstr>__Inter_d65c78</vt:lpstr>
      <vt:lpstr>Helvetica Neue</vt:lpstr>
      <vt:lpstr>var(--font-geller,"GellerHeadline-Bold",Georgia-Bold)</vt:lpstr>
      <vt:lpstr>var(--font-manrope,"Manrope",Helvetica)</vt:lpstr>
      <vt:lpstr>Arial</vt:lpstr>
      <vt:lpstr>Calibri</vt:lpstr>
      <vt:lpstr>Office Theme</vt:lpstr>
      <vt:lpstr>Session 6</vt:lpstr>
      <vt:lpstr>PowerPoint Presentation</vt:lpstr>
      <vt:lpstr>Elevation View and Other Drawings </vt:lpstr>
      <vt:lpstr>Projection System </vt:lpstr>
      <vt:lpstr>Projection System </vt:lpstr>
      <vt:lpstr>Elevation Drawing </vt:lpstr>
      <vt:lpstr>Information Contained in Elevation </vt:lpstr>
      <vt:lpstr>Orientation</vt:lpstr>
      <vt:lpstr>How to obtain dimensions for elevations?</vt:lpstr>
      <vt:lpstr>How to obtain dimensions for elevations?</vt:lpstr>
      <vt:lpstr>Material Detail</vt:lpstr>
      <vt:lpstr>Material Detail</vt:lpstr>
      <vt:lpstr>From Conceptual to Documentation</vt:lpstr>
      <vt:lpstr>From Conceptual to Documentation</vt:lpstr>
      <vt:lpstr>From Conceptual to Documentation</vt:lpstr>
      <vt:lpstr>From Conceptual to Documentation</vt:lpstr>
      <vt:lpstr>From Conceptual to Documentation</vt:lpstr>
      <vt:lpstr>Elevation as a Key Design Driver</vt:lpstr>
      <vt:lpstr>PowerPoint Presentation</vt:lpstr>
      <vt:lpstr>Cross Section (Section Drawing)</vt:lpstr>
      <vt:lpstr>Section Cut</vt:lpstr>
      <vt:lpstr>Section Cut</vt:lpstr>
      <vt:lpstr>Identification of sections</vt:lpstr>
      <vt:lpstr>Section and Architectural Details</vt:lpstr>
      <vt:lpstr>Section and Architectural Details</vt:lpstr>
      <vt:lpstr>Information in Section Drawing</vt:lpstr>
      <vt:lpstr>Information in Section Drawing</vt:lpstr>
      <vt:lpstr>Other Information from Sections</vt:lpstr>
      <vt:lpstr>Section Scale V.S. Section Detail Scale</vt:lpstr>
      <vt:lpstr>Section Typology</vt:lpstr>
      <vt:lpstr>Design with Section</vt:lpstr>
      <vt:lpstr>Design with Section</vt:lpstr>
      <vt:lpstr>Design with Section</vt:lpstr>
      <vt:lpstr>Section Showcase</vt:lpstr>
      <vt:lpstr>Now to the technical – Ways to Produce Section Drawing</vt:lpstr>
      <vt:lpstr>PowerPoint Presentation</vt:lpstr>
      <vt:lpstr>PowerPoint Presentation</vt:lpstr>
      <vt:lpstr>Thank you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Axnick</dc:creator>
  <cp:lastModifiedBy>Shiran Geng</cp:lastModifiedBy>
  <cp:revision>5</cp:revision>
  <dcterms:created xsi:type="dcterms:W3CDTF">2025-01-30T23:38:47Z</dcterms:created>
  <dcterms:modified xsi:type="dcterms:W3CDTF">2025-03-06T23:25:08Z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0x010100D9F76110527CE0478E6091AB5EC74898</vt:lpwstr>
  </property>
  <property fmtid="{D5CDD505-2E9C-101B-9397-08002B2CF9AE}" pid="4" name="_dlc_DocIdItemGuid">
    <vt:lpwstr>c455dfeb-16d0-4085-bac7-566eeb3c23ee</vt:lpwstr>
  </property>
  <property fmtid="{D5CDD505-2E9C-101B-9397-08002B2CF9AE}" pid="5" name="MSIP_Label_d7dc88d9-fa17-47eb-a208-3e66f59d50e5_Enabled">
    <vt:lpwstr>true</vt:lpwstr>
  </property>
  <property fmtid="{D5CDD505-2E9C-101B-9397-08002B2CF9AE}" pid="6" name="MSIP_Label_d7dc88d9-fa17-47eb-a208-3e66f59d50e5_SetDate">
    <vt:lpwstr>2023-08-16T02:10:42Z</vt:lpwstr>
  </property>
  <property fmtid="{D5CDD505-2E9C-101B-9397-08002B2CF9AE}" pid="7" name="MSIP_Label_d7dc88d9-fa17-47eb-a208-3e66f59d50e5_Method">
    <vt:lpwstr>Standard</vt:lpwstr>
  </property>
  <property fmtid="{D5CDD505-2E9C-101B-9397-08002B2CF9AE}" pid="8" name="MSIP_Label_d7dc88d9-fa17-47eb-a208-3e66f59d50e5_Name">
    <vt:lpwstr>Internal</vt:lpwstr>
  </property>
  <property fmtid="{D5CDD505-2E9C-101B-9397-08002B2CF9AE}" pid="9" name="MSIP_Label_d7dc88d9-fa17-47eb-a208-3e66f59d50e5_SiteId">
    <vt:lpwstr>d51ba343-9258-4ea6-9907-426d8c84ec12</vt:lpwstr>
  </property>
  <property fmtid="{D5CDD505-2E9C-101B-9397-08002B2CF9AE}" pid="10" name="MSIP_Label_d7dc88d9-fa17-47eb-a208-3e66f59d50e5_ActionId">
    <vt:lpwstr>988a31dd-b6e9-4136-86c0-f7d1a748cb73</vt:lpwstr>
  </property>
  <property fmtid="{D5CDD505-2E9C-101B-9397-08002B2CF9AE}" pid="11" name="MSIP_Label_d7dc88d9-fa17-47eb-a208-3e66f59d50e5_ContentBits">
    <vt:lpwstr>0</vt:lpwstr>
  </property>
  <property fmtid="{D5CDD505-2E9C-101B-9397-08002B2CF9AE}" pid="12" name="Order">
    <vt:lpwstr>20776600.0000000</vt:lpwstr>
  </property>
  <property fmtid="{D5CDD505-2E9C-101B-9397-08002B2CF9AE}" pid="13" name="xd_ProgID">
    <vt:lpwstr/>
  </property>
  <property fmtid="{D5CDD505-2E9C-101B-9397-08002B2CF9AE}" pid="14" name="ComplianceAssetId">
    <vt:lpwstr/>
  </property>
  <property fmtid="{D5CDD505-2E9C-101B-9397-08002B2CF9AE}" pid="15" name="TemplateUrl">
    <vt:lpwstr/>
  </property>
  <property fmtid="{D5CDD505-2E9C-101B-9397-08002B2CF9AE}" pid="16" name="_ExtendedDescription">
    <vt:lpwstr/>
  </property>
  <property fmtid="{D5CDD505-2E9C-101B-9397-08002B2CF9AE}" pid="17" name="TriggerFlowInfo">
    <vt:lpwstr/>
  </property>
  <property fmtid="{D5CDD505-2E9C-101B-9397-08002B2CF9AE}" pid="18" name="xd_Signature">
    <vt:lpwstr/>
  </property>
</Properties>
</file>