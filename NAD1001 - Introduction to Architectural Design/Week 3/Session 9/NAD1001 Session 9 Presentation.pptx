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0"/>
  </p:notesMasterIdLst>
  <p:sldIdLst>
    <p:sldId id="257" r:id="rId5"/>
    <p:sldId id="329" r:id="rId6"/>
    <p:sldId id="259" r:id="rId7"/>
    <p:sldId id="264" r:id="rId8"/>
    <p:sldId id="260" r:id="rId9"/>
    <p:sldId id="261" r:id="rId10"/>
    <p:sldId id="262" r:id="rId11"/>
    <p:sldId id="263" r:id="rId12"/>
    <p:sldId id="265" r:id="rId13"/>
    <p:sldId id="267" r:id="rId14"/>
    <p:sldId id="266" r:id="rId15"/>
    <p:sldId id="330" r:id="rId16"/>
    <p:sldId id="331" r:id="rId17"/>
    <p:sldId id="332" r:id="rId18"/>
    <p:sldId id="333" r:id="rId19"/>
    <p:sldId id="334" r:id="rId20"/>
    <p:sldId id="335" r:id="rId21"/>
    <p:sldId id="336" r:id="rId22"/>
    <p:sldId id="337" r:id="rId23"/>
    <p:sldId id="338" r:id="rId24"/>
    <p:sldId id="339" r:id="rId25"/>
    <p:sldId id="258" r:id="rId26"/>
    <p:sldId id="340" r:id="rId27"/>
    <p:sldId id="268" r:id="rId28"/>
    <p:sldId id="318" r:id="rId29"/>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9AD2"/>
    <a:srgbClr val="ED6B5E"/>
    <a:srgbClr val="0C71AC"/>
    <a:srgbClr val="5BC2E7"/>
    <a:srgbClr val="D9D9D9"/>
    <a:srgbClr val="B8B1E5"/>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310"/>
    <p:restoredTop sz="96327"/>
  </p:normalViewPr>
  <p:slideViewPr>
    <p:cSldViewPr snapToGrid="0" snapToObjects="1">
      <p:cViewPr varScale="1">
        <p:scale>
          <a:sx n="165" d="100"/>
          <a:sy n="165" d="100"/>
        </p:scale>
        <p:origin x="34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C2B7137-6CE1-F74D-80B1-E1939CF18C0B}" type="datetimeFigureOut">
              <a:rPr lang="en-US" smtClean="0"/>
              <a:pPr/>
              <a:t>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448FA329-FEDE-3F45-9805-68CDC9FBB0EA}" type="slidenum">
              <a:rPr lang="en-US" smtClean="0"/>
              <a:pPr/>
              <a:t>‹#›</a:t>
            </a:fld>
            <a:endParaRPr lang="en-US" dirty="0"/>
          </a:p>
        </p:txBody>
      </p:sp>
    </p:spTree>
    <p:extLst>
      <p:ext uri="{BB962C8B-B14F-4D97-AF65-F5344CB8AC3E}">
        <p14:creationId xmlns:p14="http://schemas.microsoft.com/office/powerpoint/2010/main" val="377891344"/>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CEC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5D83670-F2E4-4145-A4CC-4F7098D5447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pic>
        <p:nvPicPr>
          <p:cNvPr id="7" name="Picture 6">
            <a:extLst>
              <a:ext uri="{FF2B5EF4-FFF2-40B4-BE49-F238E27FC236}">
                <a16:creationId xmlns:a16="http://schemas.microsoft.com/office/drawing/2014/main" id="{7AA79F56-8623-DA4F-9154-E92CAF0C59E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591369" y="3801838"/>
            <a:ext cx="8058151" cy="976841"/>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sp>
        <p:nvSpPr>
          <p:cNvPr id="8" name="TextBox 7">
            <a:extLst>
              <a:ext uri="{FF2B5EF4-FFF2-40B4-BE49-F238E27FC236}">
                <a16:creationId xmlns:a16="http://schemas.microsoft.com/office/drawing/2014/main" id="{EE004D8A-8ABC-6449-97E3-3B37B30C175B}"/>
              </a:ext>
            </a:extLst>
          </p:cNvPr>
          <p:cNvSpPr txBox="1"/>
          <p:nvPr userDrawn="1"/>
        </p:nvSpPr>
        <p:spPr>
          <a:xfrm>
            <a:off x="591367" y="6698538"/>
            <a:ext cx="9647031" cy="159462"/>
          </a:xfrm>
          <a:prstGeom prst="rect">
            <a:avLst/>
          </a:prstGeom>
          <a:noFill/>
        </p:spPr>
        <p:txBody>
          <a:bodyPr wrap="square" lIns="0" tIns="0" rIns="0" bIns="36000" rtlCol="0">
            <a:spAutoFit/>
          </a:bodyPr>
          <a:lstStyle/>
          <a:p>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086613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9C34E-6C23-7664-A6FF-A520EB5C657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199199"/>
            <a:ext cx="3097618" cy="1425800"/>
          </a:xfrm>
          <a:prstGeom prst="rect">
            <a:avLst/>
          </a:prstGeom>
        </p:spPr>
      </p:pic>
      <p:sp>
        <p:nvSpPr>
          <p:cNvPr id="12" name="TextBox 11">
            <a:extLst>
              <a:ext uri="{FF2B5EF4-FFF2-40B4-BE49-F238E27FC236}">
                <a16:creationId xmlns:a16="http://schemas.microsoft.com/office/drawing/2014/main" id="{53DAAF4F-61F9-ED0A-B599-3C8C7999092B}"/>
              </a:ext>
            </a:extLst>
          </p:cNvPr>
          <p:cNvSpPr txBox="1"/>
          <p:nvPr userDrawn="1"/>
        </p:nvSpPr>
        <p:spPr>
          <a:xfrm>
            <a:off x="591367" y="6707373"/>
            <a:ext cx="9647031" cy="159462"/>
          </a:xfrm>
          <a:prstGeom prst="rect">
            <a:avLst/>
          </a:prstGeom>
          <a:noFill/>
        </p:spPr>
        <p:txBody>
          <a:bodyPr wrap="square" lIns="0" tIns="0" rIns="0" bIns="36000" rtlCol="0">
            <a:noAutofit/>
          </a:bodyPr>
          <a:lstStyle/>
          <a:p>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15" name="Title 1">
            <a:extLst>
              <a:ext uri="{FF2B5EF4-FFF2-40B4-BE49-F238E27FC236}">
                <a16:creationId xmlns:a16="http://schemas.microsoft.com/office/drawing/2014/main" id="{BA676A7E-1F92-F5DD-19AD-F9338B409BC7}"/>
              </a:ext>
            </a:extLst>
          </p:cNvPr>
          <p:cNvSpPr>
            <a:spLocks noGrp="1"/>
          </p:cNvSpPr>
          <p:nvPr>
            <p:ph type="ctrTitle" hasCustomPrompt="1"/>
          </p:nvPr>
        </p:nvSpPr>
        <p:spPr>
          <a:xfrm>
            <a:off x="591367" y="1967790"/>
            <a:ext cx="6859152" cy="1697037"/>
          </a:xfrm>
        </p:spPr>
        <p:txBody>
          <a:bodyPr lIns="36000" tIns="36000" rIns="36000" bIns="36000" anchor="t" anchorCtr="0">
            <a:noAutofit/>
          </a:bodyPr>
          <a:lstStyle>
            <a:lvl1pPr algn="l">
              <a:defRPr sz="4800" cap="none" baseline="0"/>
            </a:lvl1pPr>
          </a:lstStyle>
          <a:p>
            <a:r>
              <a:rPr lang="en-US" dirty="0"/>
              <a:t>Click to edit </a:t>
            </a:r>
            <a:br>
              <a:rPr lang="en-US" dirty="0"/>
            </a:br>
            <a:r>
              <a:rPr lang="en-US" dirty="0"/>
              <a:t>master title style</a:t>
            </a:r>
            <a:endParaRPr lang="en-AU" dirty="0"/>
          </a:p>
        </p:txBody>
      </p:sp>
      <p:sp>
        <p:nvSpPr>
          <p:cNvPr id="16" name="Subtitle 2">
            <a:extLst>
              <a:ext uri="{FF2B5EF4-FFF2-40B4-BE49-F238E27FC236}">
                <a16:creationId xmlns:a16="http://schemas.microsoft.com/office/drawing/2014/main" id="{12A66ADF-A69C-D692-4EBD-51E0ED52029B}"/>
              </a:ext>
            </a:extLst>
          </p:cNvPr>
          <p:cNvSpPr>
            <a:spLocks noGrp="1"/>
          </p:cNvSpPr>
          <p:nvPr>
            <p:ph type="subTitle" idx="1" hasCustomPrompt="1"/>
          </p:nvPr>
        </p:nvSpPr>
        <p:spPr>
          <a:xfrm>
            <a:off x="591369" y="3801838"/>
            <a:ext cx="8058151" cy="1095839"/>
          </a:xfrm>
        </p:spPr>
        <p:txBody>
          <a:bodyPr lIns="36000" tIns="36000" rIns="36000" bIns="36000">
            <a:noAutofit/>
          </a:bodyPr>
          <a:lstStyle>
            <a:lvl1pPr marL="0" indent="0" algn="l">
              <a:buNone/>
              <a:defRPr sz="2400" b="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2" name="Picture 1">
            <a:extLst>
              <a:ext uri="{FF2B5EF4-FFF2-40B4-BE49-F238E27FC236}">
                <a16:creationId xmlns:a16="http://schemas.microsoft.com/office/drawing/2014/main" id="{647D9C09-20BA-30E8-179F-D5B69628E42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3407642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E359A20-5035-8442-A098-B8481C057802}"/>
              </a:ext>
            </a:extLst>
          </p:cNvPr>
          <p:cNvSpPr>
            <a:spLocks noGrp="1"/>
          </p:cNvSpPr>
          <p:nvPr>
            <p:ph type="ctrTitle" hasCustomPrompt="1"/>
          </p:nvPr>
        </p:nvSpPr>
        <p:spPr>
          <a:xfrm>
            <a:off x="641471" y="1967790"/>
            <a:ext cx="6859152" cy="1697037"/>
          </a:xfrm>
        </p:spPr>
        <p:txBody>
          <a:bodyPr lIns="36000" tIns="36000" rIns="36000" bIns="36000" anchor="t" anchorCtr="0">
            <a:noAutofit/>
          </a:bodyPr>
          <a:lstStyle>
            <a:lvl1pPr algn="l">
              <a:defRPr sz="4800" cap="none" baseline="0">
                <a:solidFill>
                  <a:schemeClr val="bg1"/>
                </a:solidFill>
              </a:defRPr>
            </a:lvl1pPr>
          </a:lstStyle>
          <a:p>
            <a:r>
              <a:rPr lang="en-US" dirty="0"/>
              <a:t>Click to edit </a:t>
            </a:r>
            <a:br>
              <a:rPr lang="en-US" dirty="0"/>
            </a:br>
            <a:r>
              <a:rPr lang="en-US" dirty="0"/>
              <a:t>master title style</a:t>
            </a:r>
            <a:endParaRPr lang="en-AU" dirty="0"/>
          </a:p>
        </p:txBody>
      </p:sp>
      <p:sp>
        <p:nvSpPr>
          <p:cNvPr id="13" name="Subtitle 2">
            <a:extLst>
              <a:ext uri="{FF2B5EF4-FFF2-40B4-BE49-F238E27FC236}">
                <a16:creationId xmlns:a16="http://schemas.microsoft.com/office/drawing/2014/main" id="{ED524F03-A19D-AC44-9363-E34E3ECC37B6}"/>
              </a:ext>
            </a:extLst>
          </p:cNvPr>
          <p:cNvSpPr>
            <a:spLocks noGrp="1"/>
          </p:cNvSpPr>
          <p:nvPr>
            <p:ph type="subTitle" idx="1" hasCustomPrompt="1"/>
          </p:nvPr>
        </p:nvSpPr>
        <p:spPr>
          <a:xfrm>
            <a:off x="641473" y="3801839"/>
            <a:ext cx="8058151" cy="1082332"/>
          </a:xfrm>
        </p:spPr>
        <p:txBody>
          <a:bodyPr lIns="36000" tIns="36000" rIns="36000" bIns="36000">
            <a:noAutofit/>
          </a:bodyPr>
          <a:lstStyle>
            <a:lvl1pPr marL="0" indent="0" algn="l">
              <a:buNone/>
              <a:defRPr sz="2400" b="0">
                <a:solidFill>
                  <a:schemeClr val="bg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dirty="0"/>
              <a:t>Click to edit master subtitle style</a:t>
            </a:r>
            <a:endParaRPr lang="en-AU" dirty="0"/>
          </a:p>
        </p:txBody>
      </p:sp>
      <p:pic>
        <p:nvPicPr>
          <p:cNvPr id="8" name="Picture 7">
            <a:extLst>
              <a:ext uri="{FF2B5EF4-FFF2-40B4-BE49-F238E27FC236}">
                <a16:creationId xmlns:a16="http://schemas.microsoft.com/office/drawing/2014/main" id="{333FBAC8-8DF8-934F-9301-1D7309E5B3D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8834075" y="5211525"/>
            <a:ext cx="3097618" cy="1425798"/>
          </a:xfrm>
          <a:prstGeom prst="rect">
            <a:avLst/>
          </a:prstGeom>
        </p:spPr>
      </p:pic>
      <p:sp>
        <p:nvSpPr>
          <p:cNvPr id="12" name="TextBox 11">
            <a:extLst>
              <a:ext uri="{FF2B5EF4-FFF2-40B4-BE49-F238E27FC236}">
                <a16:creationId xmlns:a16="http://schemas.microsoft.com/office/drawing/2014/main" id="{FF2F004A-3E42-FC3E-2E5A-51F2E5F58ADE}"/>
              </a:ext>
            </a:extLst>
          </p:cNvPr>
          <p:cNvSpPr txBox="1"/>
          <p:nvPr userDrawn="1"/>
        </p:nvSpPr>
        <p:spPr>
          <a:xfrm>
            <a:off x="560631" y="6693585"/>
            <a:ext cx="9647031" cy="164415"/>
          </a:xfrm>
          <a:prstGeom prst="rect">
            <a:avLst/>
          </a:prstGeom>
          <a:noFill/>
        </p:spPr>
        <p:txBody>
          <a:bodyPr wrap="square" lIns="0" tIns="0" rIns="0" bIns="36000" rtlCol="0">
            <a:noAutofit/>
          </a:bodyPr>
          <a:lstStyle/>
          <a:p>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2" name="Picture 1">
            <a:extLst>
              <a:ext uri="{FF2B5EF4-FFF2-40B4-BE49-F238E27FC236}">
                <a16:creationId xmlns:a16="http://schemas.microsoft.com/office/drawing/2014/main" id="{AFBE7F60-820F-BC4C-04A4-CBDFC81643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12400" y="0"/>
            <a:ext cx="8379600" cy="5328000"/>
          </a:xfrm>
          <a:prstGeom prst="rect">
            <a:avLst/>
          </a:prstGeom>
        </p:spPr>
      </p:pic>
    </p:spTree>
    <p:extLst>
      <p:ext uri="{BB962C8B-B14F-4D97-AF65-F5344CB8AC3E}">
        <p14:creationId xmlns:p14="http://schemas.microsoft.com/office/powerpoint/2010/main" val="420715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652077" cy="1552541"/>
          </a:xfrm>
          <a:prstGeom prst="rect">
            <a:avLst/>
          </a:prstGeom>
        </p:spPr>
        <p:txBody>
          <a:bodyPr wrap="square"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Victoria University acknowledges, recognises and respects the Ancestors, Elders and families of the Bunurong/Boonwurrung, Wadawurrung and Wurundjeri/Woiwurrung of the Kulin who are the traditional owners of University land in Victoria, the Gadigal and Guring-gai of the Eora Nation who are the traditional owners of University land in Sydney, and the </a:t>
            </a:r>
            <a:r>
              <a:rPr kumimoji="0" lang="en-AU"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Yugara</a:t>
            </a: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/YUgarapul people and Turrbal people living in Meanjin (Brisbane).</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930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8" name="Title 1">
            <a:extLst>
              <a:ext uri="{FF2B5EF4-FFF2-40B4-BE49-F238E27FC236}">
                <a16:creationId xmlns:a16="http://schemas.microsoft.com/office/drawing/2014/main" id="{F5C74C50-5118-C547-9D88-948F63F0CBE0}"/>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Melbourne</a:t>
            </a: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17438" y="2938671"/>
            <a:ext cx="10768127" cy="2584234"/>
          </a:xfrm>
          <a:prstGeom prst="rect">
            <a:avLst/>
          </a:prstGeom>
        </p:spPr>
        <p:txBody>
          <a:bodyPr lIns="0" tIns="0" rIns="0" bIns="0">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Kulin Nation who are the Traditional Owners of University land. We also acknowledge all Traditional Owners of Country throughout Victoria and pay our respect to their culture, and their Elders past, present and future</a:t>
            </a:r>
            <a:r>
              <a:rPr lang="en-AU" sz="1800" b="0" dirty="0">
                <a:solidFill>
                  <a:prstClr val="black"/>
                </a:solidFill>
              </a:rPr>
              <a:t>.</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Kulin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17438" y="1525247"/>
            <a:ext cx="3300871" cy="1219199"/>
          </a:xfrm>
          <a:prstGeom prst="rect">
            <a:avLst/>
          </a:prstGeom>
        </p:spPr>
      </p:pic>
      <p:sp>
        <p:nvSpPr>
          <p:cNvPr id="13" name="TextBox 12">
            <a:extLst>
              <a:ext uri="{FF2B5EF4-FFF2-40B4-BE49-F238E27FC236}">
                <a16:creationId xmlns:a16="http://schemas.microsoft.com/office/drawing/2014/main" id="{EF778C99-F423-9445-A17B-BBB35FA5955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18A91586-DFAE-AA4D-9985-1D00DDDFFF0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6A21DE2-BA1C-0D4F-AA35-B64FD2CF55A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15" name="Picture 14">
            <a:extLst>
              <a:ext uri="{FF2B5EF4-FFF2-40B4-BE49-F238E27FC236}">
                <a16:creationId xmlns:a16="http://schemas.microsoft.com/office/drawing/2014/main" id="{B2169999-43B5-6D41-AE93-8B696955433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120FEEE-AEBC-7D12-0593-E211817910D1}"/>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1990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38671"/>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Eora Nation who are the Traditional Owners of University land. We also acknowledge all Traditional Owners of Country throughout NSW and pay our respect to their culture, and their Elders past, present and future.</a:t>
            </a:r>
          </a:p>
          <a:p>
            <a:pPr marL="0" lvl="0" indent="0">
              <a:lnSpc>
                <a:spcPct val="114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 </a:t>
            </a:r>
          </a:p>
          <a:p>
            <a:pPr marL="0" marR="0" lvl="0" indent="0" algn="l" defTabSz="914332" rtl="0" eaLnBrk="1" fontAlgn="auto" latinLnBrk="0" hangingPunct="1">
              <a:lnSpc>
                <a:spcPct val="114000"/>
              </a:lnSpc>
              <a:spcBef>
                <a:spcPts val="0"/>
              </a:spcBef>
              <a:spcAft>
                <a:spcPts val="1200"/>
              </a:spcAft>
              <a:buClrTx/>
              <a:buSzTx/>
              <a:buFont typeface="Arial" panose="020B0604020202020204" pitchFamily="34" charset="0"/>
              <a:buNone/>
              <a:tabLst/>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Eora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pic>
        <p:nvPicPr>
          <p:cNvPr id="16" name="Picture 15">
            <a:extLst>
              <a:ext uri="{FF2B5EF4-FFF2-40B4-BE49-F238E27FC236}">
                <a16:creationId xmlns:a16="http://schemas.microsoft.com/office/drawing/2014/main" id="{57D03C71-71EB-324E-A605-96C89CD8C4B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22621" y="6231470"/>
            <a:ext cx="3095795" cy="626530"/>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Sydney</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Tree>
    <p:extLst>
      <p:ext uri="{BB962C8B-B14F-4D97-AF65-F5344CB8AC3E}">
        <p14:creationId xmlns:p14="http://schemas.microsoft.com/office/powerpoint/2010/main" val="113858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18798D7-C59A-5944-91F8-9A5F2523DF0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A5D9F42C-2784-BE4D-82F2-D8B1A574C0E1}"/>
              </a:ext>
            </a:extLst>
          </p:cNvPr>
          <p:cNvSpPr txBox="1">
            <a:spLocks/>
          </p:cNvSpPr>
          <p:nvPr userDrawn="1"/>
        </p:nvSpPr>
        <p:spPr>
          <a:xfrm>
            <a:off x="408971" y="2947463"/>
            <a:ext cx="10768127" cy="2726635"/>
          </a:xfrm>
          <a:prstGeom prst="rect">
            <a:avLst/>
          </a:prstGeom>
        </p:spPr>
        <p:txBody>
          <a:bodyPr lIns="0" tIns="0" rIns="0" bIns="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b="1"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2000" b="1"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800" b="1"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the Ancestors, Elders and families of the Yulara/YUgarapul and Turrbal Nation who are the Traditional Owners of University land. We also acknowledge all Traditional Owners of Country throughout Queensland and pay our respect to their culture, and their Elders past, present and future.</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As we share our own knowledge practices within the University may we pay respect to the deep knowledge embedded within the Aboriginal community and their ownership of Country.</a:t>
            </a:r>
          </a:p>
          <a:p>
            <a:pPr marL="0" lvl="0" indent="0">
              <a:lnSpc>
                <a:spcPct val="110000"/>
              </a:lnSpc>
              <a:spcBef>
                <a:spcPts val="0"/>
              </a:spcBef>
              <a:spcAft>
                <a:spcPts val="1200"/>
              </a:spcAft>
              <a:buNone/>
              <a:defRPr/>
            </a:pPr>
            <a:r>
              <a:rPr kumimoji="0" lang="en-AU"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We acknowledge that the land on which we meet is a place of age old ceremonies of celebration, initiation and renewal and that the Yulara/YUgarapul and Turrbal people's living culture has a unique role in the life of this region.</a:t>
            </a:r>
          </a:p>
        </p:txBody>
      </p:sp>
      <p:pic>
        <p:nvPicPr>
          <p:cNvPr id="10" name="Picture 9">
            <a:extLst>
              <a:ext uri="{FF2B5EF4-FFF2-40B4-BE49-F238E27FC236}">
                <a16:creationId xmlns:a16="http://schemas.microsoft.com/office/drawing/2014/main" id="{2DDAE9D3-9C19-3745-86DD-52C0466E43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08971" y="1525247"/>
            <a:ext cx="3300871" cy="1219199"/>
          </a:xfrm>
          <a:prstGeom prst="rect">
            <a:avLst/>
          </a:prstGeom>
        </p:spPr>
      </p:pic>
      <p:sp>
        <p:nvSpPr>
          <p:cNvPr id="2" name="Title 1">
            <a:extLst>
              <a:ext uri="{FF2B5EF4-FFF2-40B4-BE49-F238E27FC236}">
                <a16:creationId xmlns:a16="http://schemas.microsoft.com/office/drawing/2014/main" id="{B23B7E52-AD65-4C57-202F-947C99536E2F}"/>
              </a:ext>
            </a:extLst>
          </p:cNvPr>
          <p:cNvSpPr txBox="1">
            <a:spLocks/>
          </p:cNvSpPr>
          <p:nvPr userDrawn="1"/>
        </p:nvSpPr>
        <p:spPr>
          <a:xfrm>
            <a:off x="400504" y="311271"/>
            <a:ext cx="10515600" cy="443198"/>
          </a:xfrm>
          <a:prstGeom prst="rect">
            <a:avLst/>
          </a:prstGeom>
        </p:spPr>
        <p:txBody>
          <a:bodyPr vert="horz" lIns="0" tIns="0" rIns="0" bIns="0" rtlCol="0" anchor="ctr">
            <a:spAutoFit/>
          </a:bodyPr>
          <a:lstStyle>
            <a:lvl1pPr algn="l" defTabSz="914377"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a:lstStyle>
          <a:p>
            <a:pPr marL="0" marR="0" lvl="0" indent="0" algn="l" defTabSz="914332" rtl="0" eaLnBrk="1" fontAlgn="auto" latinLnBrk="0" hangingPunct="1">
              <a:lnSpc>
                <a:spcPct val="9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Arial" panose="020B0604020202020204" pitchFamily="34" charset="0"/>
                <a:ea typeface="+mj-ea"/>
                <a:cs typeface="Arial" panose="020B0604020202020204" pitchFamily="34" charset="0"/>
              </a:rPr>
              <a:t>Acknowledgement of Country – Brisbane</a:t>
            </a:r>
          </a:p>
        </p:txBody>
      </p:sp>
      <p:sp>
        <p:nvSpPr>
          <p:cNvPr id="36" name="TextBox 35">
            <a:extLst>
              <a:ext uri="{FF2B5EF4-FFF2-40B4-BE49-F238E27FC236}">
                <a16:creationId xmlns:a16="http://schemas.microsoft.com/office/drawing/2014/main" id="{ECAA5867-94CB-B747-B1CE-22FA5823226C}"/>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4A5A148F-773B-E79E-89D7-947255F16FB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84C3E5E9-EEBF-2363-FE17-8C71050DB98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081FC1-A3AF-FC77-7B49-6204F036A6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6" name="Picture 5">
            <a:extLst>
              <a:ext uri="{FF2B5EF4-FFF2-40B4-BE49-F238E27FC236}">
                <a16:creationId xmlns:a16="http://schemas.microsoft.com/office/drawing/2014/main" id="{61AA56A9-5942-BD94-2BA8-BF441E3AFAF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32494" y="6234007"/>
            <a:ext cx="3204595" cy="643467"/>
          </a:xfrm>
          <a:prstGeom prst="rect">
            <a:avLst/>
          </a:prstGeom>
        </p:spPr>
      </p:pic>
    </p:spTree>
    <p:extLst>
      <p:ext uri="{BB962C8B-B14F-4D97-AF65-F5344CB8AC3E}">
        <p14:creationId xmlns:p14="http://schemas.microsoft.com/office/powerpoint/2010/main" val="2543818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5" name="Picture 14">
            <a:extLst>
              <a:ext uri="{FF2B5EF4-FFF2-40B4-BE49-F238E27FC236}">
                <a16:creationId xmlns:a16="http://schemas.microsoft.com/office/drawing/2014/main" id="{F44F8D07-75C1-D94C-B157-919A7496B41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6" name="TextBox 5">
            <a:extLst>
              <a:ext uri="{FF2B5EF4-FFF2-40B4-BE49-F238E27FC236}">
                <a16:creationId xmlns:a16="http://schemas.microsoft.com/office/drawing/2014/main" id="{8DD6CA7B-5747-1D76-6CE1-4BC5818EBA5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3" name="TextBox 2">
            <a:extLst>
              <a:ext uri="{FF2B5EF4-FFF2-40B4-BE49-F238E27FC236}">
                <a16:creationId xmlns:a16="http://schemas.microsoft.com/office/drawing/2014/main" id="{B3DF3D85-AD9F-C7FC-A1EC-D47BF2676F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2330C086-7229-C924-60FF-D50B532A3D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3F23D11F-75ED-ED34-D148-922A0989343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6847189C-4201-4056-D1B3-0984E848FD06}"/>
              </a:ext>
            </a:extLst>
          </p:cNvPr>
          <p:cNvSpPr>
            <a:spLocks noGrp="1"/>
          </p:cNvSpPr>
          <p:nvPr>
            <p:ph sz="half" idx="1" hasCustomPrompt="1"/>
          </p:nvPr>
        </p:nvSpPr>
        <p:spPr>
          <a:xfrm>
            <a:off x="399738" y="1503307"/>
            <a:ext cx="8019098" cy="1846659"/>
          </a:xfrm>
        </p:spPr>
        <p:txBody>
          <a:bodyPr wrap="square" lIns="0" tIns="0" rIns="0" bIns="0">
            <a:spAutoFit/>
          </a:bodyPr>
          <a:lstStyle>
            <a:lvl1pPr>
              <a:buClr>
                <a:schemeClr val="bg1"/>
              </a:buClr>
              <a:defRPr/>
            </a:lvl1pPr>
            <a:lvl2pPr>
              <a:buClr>
                <a:schemeClr val="bg1"/>
              </a:buClr>
              <a:defRPr/>
            </a:lvl2pPr>
            <a:lvl3pPr>
              <a:buClr>
                <a:schemeClr val="bg1"/>
              </a:buClr>
              <a:defRPr/>
            </a:lvl3pPr>
            <a:lvl4pPr>
              <a:buClr>
                <a:schemeClr val="bg1"/>
              </a:buClr>
              <a:defRPr/>
            </a:lvl4pPr>
            <a:lvl5pPr>
              <a:buClr>
                <a:schemeClr val="bg1"/>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itle Placeholder 1">
            <a:extLst>
              <a:ext uri="{FF2B5EF4-FFF2-40B4-BE49-F238E27FC236}">
                <a16:creationId xmlns:a16="http://schemas.microsoft.com/office/drawing/2014/main" id="{92C6084F-4814-B589-289A-A1DF9EDA27F7}"/>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2" name="Picture 1" descr="A picture containing pattern, symmetry, black, darkness&#10;&#10;Description automatically generated">
            <a:extLst>
              <a:ext uri="{FF2B5EF4-FFF2-40B4-BE49-F238E27FC236}">
                <a16:creationId xmlns:a16="http://schemas.microsoft.com/office/drawing/2014/main" id="{461E62F1-B92D-012C-3731-A9C3B7DD9E8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Tree>
    <p:extLst>
      <p:ext uri="{BB962C8B-B14F-4D97-AF65-F5344CB8AC3E}">
        <p14:creationId xmlns:p14="http://schemas.microsoft.com/office/powerpoint/2010/main" val="276492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3" y="3"/>
            <a:ext cx="12192000" cy="6296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rot="5400000">
            <a:off x="7150201" y="1189801"/>
            <a:ext cx="6231600" cy="3852000"/>
          </a:xfrm>
          <a:prstGeom prst="rect">
            <a:avLst/>
          </a:prstGeom>
        </p:spPr>
      </p:pic>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21" name="Picture 20">
            <a:extLst>
              <a:ext uri="{FF2B5EF4-FFF2-40B4-BE49-F238E27FC236}">
                <a16:creationId xmlns:a16="http://schemas.microsoft.com/office/drawing/2014/main" id="{B0523545-3227-E344-8808-B6DBDFF8FFC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043FA94E-A12A-1690-D93B-690C8944ECF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EC1FDB05-9DA2-6468-7F29-063F6EBF524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77C4FCF8-47CC-0EA3-8FF5-37B68069D8A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Content Placeholder 2">
            <a:extLst>
              <a:ext uri="{FF2B5EF4-FFF2-40B4-BE49-F238E27FC236}">
                <a16:creationId xmlns:a16="http://schemas.microsoft.com/office/drawing/2014/main" id="{C188AFE5-FC84-C69B-2DB3-DF363E231931}"/>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lvl1pPr>
            <a:lvl2pPr marL="575972" indent="-287986">
              <a:buClr>
                <a:schemeClr val="accent1"/>
              </a:buClr>
              <a:buFont typeface=".Lucida Grande UI Regular"/>
              <a:buChar char="◆"/>
              <a:defRPr/>
            </a:lvl2pPr>
            <a:lvl3pPr marL="863957" indent="-287986">
              <a:buClr>
                <a:schemeClr val="accent1"/>
              </a:buClr>
              <a:buFont typeface=".Lucida Grande UI Regular"/>
              <a:buChar char="◆"/>
              <a:defRPr/>
            </a:lvl3pPr>
            <a:lvl4pPr marL="1151942" indent="-287986">
              <a:buClr>
                <a:schemeClr val="accent1"/>
              </a:buClr>
              <a:buFont typeface=".Lucida Grande UI Regular"/>
              <a:buChar char="◆"/>
              <a:defRPr/>
            </a:lvl4pPr>
            <a:lvl5pPr marL="1439928" indent="-287986">
              <a:buClr>
                <a:schemeClr val="accent1"/>
              </a:buClr>
              <a:buFont typeface=".Lucida Grande UI Regular"/>
              <a:buChar cha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5" name="Title Placeholder 1">
            <a:extLst>
              <a:ext uri="{FF2B5EF4-FFF2-40B4-BE49-F238E27FC236}">
                <a16:creationId xmlns:a16="http://schemas.microsoft.com/office/drawing/2014/main" id="{87E69F8A-40C2-95D8-6C78-2805150E05B5}"/>
              </a:ext>
            </a:extLst>
          </p:cNvPr>
          <p:cNvSpPr>
            <a:spLocks noGrp="1"/>
          </p:cNvSpPr>
          <p:nvPr>
            <p:ph type="title"/>
          </p:nvPr>
        </p:nvSpPr>
        <p:spPr>
          <a:xfrm>
            <a:off x="399738" y="343837"/>
            <a:ext cx="801909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C1E954CD-73EF-F046-EC10-62CA0E515E6C}"/>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89C82B84-00EE-0914-CA5E-9D26D54E1F2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60558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3" name="Picture 12">
            <a:extLst>
              <a:ext uri="{FF2B5EF4-FFF2-40B4-BE49-F238E27FC236}">
                <a16:creationId xmlns:a16="http://schemas.microsoft.com/office/drawing/2014/main" id="{648DAA79-5972-9941-8B04-9BF74EBDBD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67377D2E-6CCF-9089-33FD-811A6A9F95EB}"/>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0994AC71-BF86-0E9E-548C-85F0AB3A1C9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B98D3903-AEC4-13D2-283D-4805D7246F2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Content Placeholder 2">
            <a:extLst>
              <a:ext uri="{FF2B5EF4-FFF2-40B4-BE49-F238E27FC236}">
                <a16:creationId xmlns:a16="http://schemas.microsoft.com/office/drawing/2014/main" id="{2095D537-8F4D-C169-F01F-5278C969AACD}"/>
              </a:ext>
            </a:extLst>
          </p:cNvPr>
          <p:cNvSpPr>
            <a:spLocks noGrp="1"/>
          </p:cNvSpPr>
          <p:nvPr>
            <p:ph sz="half" idx="1" hasCustomPrompt="1"/>
          </p:nvPr>
        </p:nvSpPr>
        <p:spPr>
          <a:xfrm>
            <a:off x="399738" y="1503307"/>
            <a:ext cx="8019098" cy="1846659"/>
          </a:xfrm>
        </p:spPr>
        <p:txBody>
          <a:bodyPr wrap="square" lIns="0" tIns="0" rIns="0" bIns="0">
            <a:spAutoFit/>
          </a:bodyPr>
          <a:lstStyle>
            <a:lvl1pPr marL="287986" indent="-287986">
              <a:buClr>
                <a:schemeClr val="accent1"/>
              </a:buClr>
              <a:buFont typeface=".Lucida Grande UI Regular"/>
              <a:buChar char="◆"/>
              <a:defRPr>
                <a:solidFill>
                  <a:schemeClr val="bg1"/>
                </a:solidFill>
              </a:defRPr>
            </a:lvl1pPr>
            <a:lvl2pPr marL="575972" indent="-287986">
              <a:buClr>
                <a:schemeClr val="accent1"/>
              </a:buClr>
              <a:buFont typeface=".Lucida Grande UI Regular"/>
              <a:buChar char="◆"/>
              <a:defRPr>
                <a:solidFill>
                  <a:schemeClr val="bg1"/>
                </a:solidFill>
              </a:defRPr>
            </a:lvl2pPr>
            <a:lvl3pPr marL="863957" indent="-287986">
              <a:buClr>
                <a:schemeClr val="accent1"/>
              </a:buClr>
              <a:buFont typeface=".Lucida Grande UI Regular"/>
              <a:buChar char="◆"/>
              <a:defRPr>
                <a:solidFill>
                  <a:schemeClr val="bg1"/>
                </a:solidFill>
              </a:defRPr>
            </a:lvl3pPr>
            <a:lvl4pPr marL="1151942" indent="-287986">
              <a:buClr>
                <a:schemeClr val="accent1"/>
              </a:buClr>
              <a:buFont typeface=".Lucida Grande UI Regular"/>
              <a:buChar char="◆"/>
              <a:defRPr>
                <a:solidFill>
                  <a:schemeClr val="bg1"/>
                </a:solidFill>
              </a:defRPr>
            </a:lvl4pPr>
            <a:lvl5pPr marL="1439928" indent="-287986">
              <a:buClr>
                <a:schemeClr val="accent1"/>
              </a:buClr>
              <a:buFont typeface=".Lucida Grande UI Regular"/>
              <a:buChar cha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itle Placeholder 1">
            <a:extLst>
              <a:ext uri="{FF2B5EF4-FFF2-40B4-BE49-F238E27FC236}">
                <a16:creationId xmlns:a16="http://schemas.microsoft.com/office/drawing/2014/main" id="{49659056-15A5-782B-90B5-388BDE47CCDB}"/>
              </a:ext>
            </a:extLst>
          </p:cNvPr>
          <p:cNvSpPr>
            <a:spLocks noGrp="1"/>
          </p:cNvSpPr>
          <p:nvPr>
            <p:ph type="title"/>
          </p:nvPr>
        </p:nvSpPr>
        <p:spPr>
          <a:xfrm>
            <a:off x="399737" y="343837"/>
            <a:ext cx="11365319" cy="443198"/>
          </a:xfrm>
          <a:prstGeom prst="rect">
            <a:avLst/>
          </a:prstGeom>
        </p:spPr>
        <p:txBody>
          <a:bodyPr vert="horz" wrap="square" lIns="0" tIns="0" rIns="0" bIns="0" rtlCol="0" anchor="t" anchorCtr="0">
            <a:spAutoFit/>
          </a:bodyPr>
          <a:lstStyle>
            <a:lvl1pPr>
              <a:defRPr>
                <a:solidFill>
                  <a:schemeClr val="bg1"/>
                </a:solidFill>
              </a:defRPr>
            </a:lvl1pPr>
          </a:lstStyle>
          <a:p>
            <a:r>
              <a:rPr lang="en-US"/>
              <a:t>Click to edit Master title style</a:t>
            </a:r>
            <a:endParaRPr lang="en-US" dirty="0"/>
          </a:p>
        </p:txBody>
      </p:sp>
      <p:pic>
        <p:nvPicPr>
          <p:cNvPr id="2" name="Picture 1" descr="A picture containing screenshot, pattern, symmetry, black&#10;&#10;Description automatically generated">
            <a:extLst>
              <a:ext uri="{FF2B5EF4-FFF2-40B4-BE49-F238E27FC236}">
                <a16:creationId xmlns:a16="http://schemas.microsoft.com/office/drawing/2014/main" id="{0A4FD1D8-7099-AE7B-C4BE-9297B45BEE0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17282052-A3B6-1416-E3D3-DD738668A83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519534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1516" y="2248455"/>
            <a:ext cx="629702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E4098B83-BECB-D14B-9E68-0EB49633BAB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519FEDA2-B9A7-CC46-A50F-E76C7B57A2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68BB3307-2F1C-144B-FCE9-6CF1594D73D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8465500A-1AE8-9466-F533-026B217BF9E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5318FDA1-31F4-0E44-BC1A-C7897BD3A766}"/>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C399F179-FE58-5CAD-8D38-7F0528E3341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D2EF5C8C-EDAC-C213-0C59-8A31586D957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057688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68696" y="2248385"/>
            <a:ext cx="5944683" cy="1291498"/>
          </a:xfrm>
        </p:spPr>
        <p:txBody>
          <a:bodyPr/>
          <a:lstStyle>
            <a:lvl1pPr>
              <a:defRPr sz="4400">
                <a:solidFill>
                  <a:schemeClr val="tx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4CE00F83-B7B4-2D46-8819-128947031A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3AEBA50B-7961-3D47-9173-5819A153BC1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6E10178E-5855-5B93-810C-4B75E9B8950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B390DAE2-14BE-5523-40C4-348BD64882EC}"/>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E5BC234-63C3-57D1-1CBA-2583553C165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1D7A7BE8-C041-8BBD-B434-FE81A346FFE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604960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53060" y="2280665"/>
            <a:ext cx="6253479" cy="1291498"/>
          </a:xfrm>
        </p:spPr>
        <p:txBody>
          <a:bodyPr/>
          <a:lstStyle>
            <a:lvl1pPr>
              <a:defRPr sz="4400">
                <a:solidFill>
                  <a:schemeClr val="accent1"/>
                </a:solidFill>
              </a:defRPr>
            </a:lvl1pPr>
          </a:lstStyle>
          <a:p>
            <a:r>
              <a:rPr lang="en-GB" dirty="0"/>
              <a:t>Click to edit master title style</a:t>
            </a:r>
            <a:endParaRPr lang="en-US" dirty="0"/>
          </a:p>
        </p:txBody>
      </p:sp>
      <p:sp>
        <p:nvSpPr>
          <p:cNvPr id="16" name="Rectangle 15">
            <a:extLst>
              <a:ext uri="{FF2B5EF4-FFF2-40B4-BE49-F238E27FC236}">
                <a16:creationId xmlns:a16="http://schemas.microsoft.com/office/drawing/2014/main" id="{AD936BE6-6112-6D41-8366-3E182182E9E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1B92C45-3EDE-074C-8187-1049CCED899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9394BC0D-EB47-34BA-C559-25F41DEAAB57}"/>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7EF284EC-B11E-6252-04AB-2D31CA4D005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D17EA44B-2C6D-C5C3-A77F-36A87FA389F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pattern, symmetry, black, darkness&#10;&#10;Description automatically generated">
            <a:extLst>
              <a:ext uri="{FF2B5EF4-FFF2-40B4-BE49-F238E27FC236}">
                <a16:creationId xmlns:a16="http://schemas.microsoft.com/office/drawing/2014/main" id="{48C78B85-0731-9269-63F5-138D9D1EEE8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F9B804B7-35A1-E5DD-99CF-4DC7D88AD30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726414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468BB1F6-1F9C-4B43-A3CF-73D420344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3" name="Content Placeholder 2">
            <a:extLst>
              <a:ext uri="{FF2B5EF4-FFF2-40B4-BE49-F238E27FC236}">
                <a16:creationId xmlns:a16="http://schemas.microsoft.com/office/drawing/2014/main" id="{A74221F2-C39C-8F76-AFB7-65BC0BEE7617}"/>
              </a:ext>
            </a:extLst>
          </p:cNvPr>
          <p:cNvSpPr>
            <a:spLocks noGrp="1"/>
          </p:cNvSpPr>
          <p:nvPr>
            <p:ph sz="half" idx="12" hasCustomPrompt="1"/>
          </p:nvPr>
        </p:nvSpPr>
        <p:spPr>
          <a:xfrm>
            <a:off x="399737" y="1503307"/>
            <a:ext cx="8577208" cy="1846659"/>
          </a:xfrm>
        </p:spPr>
        <p:txBody>
          <a:bodyPr wrap="square" lIns="0" tIns="0" rIns="0" bIns="0">
            <a:spAutoFit/>
          </a:bodyPr>
          <a:lstStyle>
            <a:lvl1pPr marL="0" indent="0">
              <a:buFontTx/>
              <a:buNone/>
              <a:defRPr/>
            </a:lvl1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51ECFDD3-6A5B-2187-AD2A-25D51A21C75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7B1B1C2A-CA9B-7E2C-7E63-8ECC4C95C1B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F231DEA-F0DD-4F75-82AB-BC6051D889C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D65F1039-B6AF-37AF-17C2-921C2AE213E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C04A9EE1-6933-3437-8FDA-A20B7A21531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6" name="TextBox 5">
            <a:extLst>
              <a:ext uri="{FF2B5EF4-FFF2-40B4-BE49-F238E27FC236}">
                <a16:creationId xmlns:a16="http://schemas.microsoft.com/office/drawing/2014/main" id="{2FCB0FC2-2364-F3F5-C032-955AB04CCD9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991296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503304"/>
            <a:ext cx="9082830" cy="4502724"/>
          </a:xfrm>
        </p:spPr>
        <p:txBody>
          <a:bodyPr/>
          <a:lstStyle>
            <a:lvl1pPr marL="0" indent="0">
              <a:buClr>
                <a:schemeClr val="bg1"/>
              </a:buClr>
              <a:buFontTx/>
              <a:buNone/>
              <a:defRPr>
                <a:solidFill>
                  <a:schemeClr val="tx1"/>
                </a:solidFill>
              </a:defRPr>
            </a:lvl1pPr>
            <a:lvl2pPr marL="6350" indent="0">
              <a:buClr>
                <a:schemeClr val="bg1"/>
              </a:buClr>
              <a:buFontTx/>
              <a:buNone/>
              <a:tabLst/>
              <a:defRPr>
                <a:solidFill>
                  <a:schemeClr val="tx1"/>
                </a:solidFill>
              </a:defRPr>
            </a:lvl2pPr>
            <a:lvl3pPr marL="6350" indent="0">
              <a:buClr>
                <a:schemeClr val="bg1"/>
              </a:buClr>
              <a:buFontTx/>
              <a:buNone/>
              <a:tabLst/>
              <a:defRPr>
                <a:solidFill>
                  <a:schemeClr val="tx1"/>
                </a:solidFill>
              </a:defRPr>
            </a:lvl3pPr>
            <a:lvl4pPr marL="6350" indent="0">
              <a:buClr>
                <a:schemeClr val="bg1"/>
              </a:buClr>
              <a:buFontTx/>
              <a:buNone/>
              <a:tabLst/>
              <a:defRPr>
                <a:solidFill>
                  <a:schemeClr val="tx1"/>
                </a:solidFill>
              </a:defRPr>
            </a:lvl4pPr>
            <a:lvl5pPr marL="6350" indent="0">
              <a:buClr>
                <a:schemeClr val="bg1"/>
              </a:buClr>
              <a:buFontTx/>
              <a:buNone/>
              <a:tabLst/>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05C9648-CD8C-3949-987A-32564A1A21E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TextBox 6">
            <a:extLst>
              <a:ext uri="{FF2B5EF4-FFF2-40B4-BE49-F238E27FC236}">
                <a16:creationId xmlns:a16="http://schemas.microsoft.com/office/drawing/2014/main" id="{91251687-52D0-8BD9-F9CA-059AFDE4E3E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
        <p:nvSpPr>
          <p:cNvPr id="2" name="TextBox 1">
            <a:extLst>
              <a:ext uri="{FF2B5EF4-FFF2-40B4-BE49-F238E27FC236}">
                <a16:creationId xmlns:a16="http://schemas.microsoft.com/office/drawing/2014/main" id="{2C55AED4-7EF0-58C9-A0AF-6CCF60EB916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3FC2459D-3136-6570-1015-F0E7F013F55B}"/>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6D1CCEE3-5553-491F-0F18-375DCD363633}"/>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0BFC678E-FC47-CB24-5767-2B76D2BC4DB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screenshot, pattern, symmetry, black&#10;&#10;Description automatically generated">
            <a:extLst>
              <a:ext uri="{FF2B5EF4-FFF2-40B4-BE49-F238E27FC236}">
                <a16:creationId xmlns:a16="http://schemas.microsoft.com/office/drawing/2014/main" id="{442314FD-05D8-069B-F2D0-F184D1B8C44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Tree>
    <p:extLst>
      <p:ext uri="{BB962C8B-B14F-4D97-AF65-F5344CB8AC3E}">
        <p14:creationId xmlns:p14="http://schemas.microsoft.com/office/powerpoint/2010/main" val="2204087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ontent with Cap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7"/>
            <a:ext cx="11459536" cy="4437560"/>
          </a:xfrm>
        </p:spPr>
        <p:txBody>
          <a:bodyPr>
            <a:no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8CC51C9-ECA3-5340-ABCF-83B40312B6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1421B67-4D43-BB08-5C10-8A16073BF4A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BD44A885-303D-A3BF-98BD-56CEDAD5105C}"/>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F783C8F0-25AE-E07D-A37F-3D558E5051DE}"/>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5F66D656-9888-1A15-623F-3B0417C10EDC}"/>
              </a:ext>
            </a:extLst>
          </p:cNvPr>
          <p:cNvSpPr>
            <a:spLocks noGrp="1"/>
          </p:cNvSpPr>
          <p:nvPr>
            <p:ph type="title"/>
          </p:nvPr>
        </p:nvSpPr>
        <p:spPr>
          <a:xfrm>
            <a:off x="399737" y="343837"/>
            <a:ext cx="11459535"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6556BFC7-55B8-DA91-E08B-08C9D419006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0205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63CA3AD-6B9A-AD41-A7E7-9462E6B533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7" name="Text Placeholder 3">
            <a:extLst>
              <a:ext uri="{FF2B5EF4-FFF2-40B4-BE49-F238E27FC236}">
                <a16:creationId xmlns:a16="http://schemas.microsoft.com/office/drawing/2014/main" id="{2AD421B6-4912-5A45-8D3C-2FB70C1FC801}"/>
              </a:ext>
            </a:extLst>
          </p:cNvPr>
          <p:cNvSpPr>
            <a:spLocks noGrp="1"/>
          </p:cNvSpPr>
          <p:nvPr>
            <p:ph type="body" sz="half" idx="13" hasCustomPrompt="1"/>
          </p:nvPr>
        </p:nvSpPr>
        <p:spPr>
          <a:xfrm>
            <a:off x="625721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18" name="Text Placeholder 3">
            <a:extLst>
              <a:ext uri="{FF2B5EF4-FFF2-40B4-BE49-F238E27FC236}">
                <a16:creationId xmlns:a16="http://schemas.microsoft.com/office/drawing/2014/main" id="{D9240F03-0365-FDB5-6FE3-B61E81C37404}"/>
              </a:ext>
            </a:extLst>
          </p:cNvPr>
          <p:cNvSpPr>
            <a:spLocks noGrp="1"/>
          </p:cNvSpPr>
          <p:nvPr>
            <p:ph type="body" sz="half" idx="14" hasCustomPrompt="1"/>
          </p:nvPr>
        </p:nvSpPr>
        <p:spPr>
          <a:xfrm>
            <a:off x="399737" y="1503307"/>
            <a:ext cx="5557512" cy="4404516"/>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0"/>
            <a:endParaRPr lang="en-GB" dirty="0"/>
          </a:p>
        </p:txBody>
      </p:sp>
      <p:sp>
        <p:nvSpPr>
          <p:cNvPr id="2" name="TextBox 1">
            <a:extLst>
              <a:ext uri="{FF2B5EF4-FFF2-40B4-BE49-F238E27FC236}">
                <a16:creationId xmlns:a16="http://schemas.microsoft.com/office/drawing/2014/main" id="{31DE070B-2ECD-757E-05B7-7D464A7D780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01B07F9F-A015-7CF7-1B3A-D6BC0DAEBEA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F78BD73-7173-1382-04CA-8E1199A5443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2" name="Title Placeholder 1">
            <a:extLst>
              <a:ext uri="{FF2B5EF4-FFF2-40B4-BE49-F238E27FC236}">
                <a16:creationId xmlns:a16="http://schemas.microsoft.com/office/drawing/2014/main" id="{1D24DA40-BF0E-B7A6-8CDB-6DD58F73843B}"/>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D74CE0A5-424F-1D7C-1A49-A1B6B9A8A007}"/>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306368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8D041142-4F7A-A180-B4EF-B8B9A8A9977E}"/>
              </a:ext>
            </a:extLst>
          </p:cNvPr>
          <p:cNvSpPr>
            <a:spLocks noGrp="1"/>
          </p:cNvSpPr>
          <p:nvPr>
            <p:ph type="body" sz="half" idx="10" hasCustomPrompt="1"/>
          </p:nvPr>
        </p:nvSpPr>
        <p:spPr>
          <a:xfrm>
            <a:off x="399737" y="1503307"/>
            <a:ext cx="5557512"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67EE6855-6739-994B-B890-250D287A05D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9" name="Text Placeholder 3">
            <a:extLst>
              <a:ext uri="{FF2B5EF4-FFF2-40B4-BE49-F238E27FC236}">
                <a16:creationId xmlns:a16="http://schemas.microsoft.com/office/drawing/2014/main" id="{CB8668DE-AC0D-87D3-054D-C8504C0B6613}"/>
              </a:ext>
            </a:extLst>
          </p:cNvPr>
          <p:cNvSpPr>
            <a:spLocks noGrp="1"/>
          </p:cNvSpPr>
          <p:nvPr>
            <p:ph type="body" sz="half" idx="11" hasCustomPrompt="1"/>
          </p:nvPr>
        </p:nvSpPr>
        <p:spPr>
          <a:xfrm>
            <a:off x="6255530" y="1503307"/>
            <a:ext cx="5559199" cy="4404515"/>
          </a:xfrm>
        </p:spPr>
        <p:txBody>
          <a:bodyPr>
            <a:normAutofit/>
          </a:bodyPr>
          <a:lstStyle>
            <a:lvl1pPr marL="0" marR="0" indent="0" algn="l" defTabSz="914354" rtl="0" eaLnBrk="1" fontAlgn="auto" latinLnBrk="0" hangingPunct="1">
              <a:lnSpc>
                <a:spcPct val="90000"/>
              </a:lnSpc>
              <a:spcBef>
                <a:spcPts val="600"/>
              </a:spcBef>
              <a:spcAft>
                <a:spcPts val="600"/>
              </a:spcAft>
              <a:buClr>
                <a:schemeClr val="bg1">
                  <a:lumMod val="50000"/>
                </a:schemeClr>
              </a:buClr>
              <a:buSzPct val="60000"/>
              <a:buFont typeface=".Lucida Grande UI Regular"/>
              <a:buNone/>
              <a:tabLst/>
              <a:defRPr sz="2000" b="0"/>
            </a:lvl1pPr>
            <a:lvl2pPr marL="269875" indent="-263525">
              <a:buFont typeface=".Lucida Grande UI Regular"/>
              <a:buChar char="◆"/>
              <a:tabLst/>
              <a:defRPr sz="1400"/>
            </a:lvl2pPr>
            <a:lvl3pPr marL="269875" indent="-263525">
              <a:buFont typeface=".Lucida Grande UI Regular"/>
              <a:buChar char="◆"/>
              <a:tabLst/>
              <a:defRPr sz="1200"/>
            </a:lvl3pPr>
            <a:lvl4pPr marL="269875" indent="-263525">
              <a:buFont typeface=".Lucida Grande UI Regular"/>
              <a:buChar char="◆"/>
              <a:tabLst/>
              <a:defRPr sz="1000"/>
            </a:lvl4pPr>
            <a:lvl5pPr marL="269875" indent="-263525">
              <a:buFont typeface=".Lucida Grande UI Regular"/>
              <a:buChar char="◆"/>
              <a:tabLst/>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8A740C33-6C73-E595-4B9E-B3C1368BA88E}"/>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3" name="Straight Connector 2">
            <a:extLst>
              <a:ext uri="{FF2B5EF4-FFF2-40B4-BE49-F238E27FC236}">
                <a16:creationId xmlns:a16="http://schemas.microsoft.com/office/drawing/2014/main" id="{E5C8E73B-C1A0-4747-053E-CEA3E760EF1E}"/>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46F378E4-E006-11F6-0B4E-C148B1654BB4}"/>
              </a:ext>
            </a:extLst>
          </p:cNvPr>
          <p:cNvSpPr>
            <a:spLocks noGrp="1"/>
          </p:cNvSpPr>
          <p:nvPr>
            <p:ph type="ftr" sz="quarter" idx="12"/>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C69DD8FA-2BF1-16EB-760F-AA7F3729A57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6" name="TextBox 5">
            <a:extLst>
              <a:ext uri="{FF2B5EF4-FFF2-40B4-BE49-F238E27FC236}">
                <a16:creationId xmlns:a16="http://schemas.microsoft.com/office/drawing/2014/main" id="{EF920DB4-7309-8DEB-2929-2B27514DA963}"/>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1470137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A69A2-6A43-3E40-87D7-C9EF31A5047B}"/>
              </a:ext>
            </a:extLst>
          </p:cNvPr>
          <p:cNvSpPr>
            <a:spLocks noGrp="1"/>
          </p:cNvSpPr>
          <p:nvPr>
            <p:ph idx="1" hasCustomPrompt="1"/>
          </p:nvPr>
        </p:nvSpPr>
        <p:spPr>
          <a:xfrm>
            <a:off x="4927601" y="1503302"/>
            <a:ext cx="6887127" cy="4404516"/>
          </a:xfrm>
        </p:spPr>
        <p:txBody>
          <a:bodyPr>
            <a:normAutofit/>
          </a:bodyPr>
          <a:lstStyle>
            <a:lvl1pPr marL="0" indent="0">
              <a:buFontTx/>
              <a:buNone/>
              <a:defRPr sz="2000" b="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dirty="0"/>
              <a:t>Click to edit master text styles</a:t>
            </a:r>
          </a:p>
        </p:txBody>
      </p:sp>
      <p:sp>
        <p:nvSpPr>
          <p:cNvPr id="4" name="Text Placeholder 3">
            <a:extLst>
              <a:ext uri="{FF2B5EF4-FFF2-40B4-BE49-F238E27FC236}">
                <a16:creationId xmlns:a16="http://schemas.microsoft.com/office/drawing/2014/main" id="{AAE8C87C-B0FB-B74B-98A8-02318D332ADA}"/>
              </a:ext>
            </a:extLst>
          </p:cNvPr>
          <p:cNvSpPr>
            <a:spLocks noGrp="1"/>
          </p:cNvSpPr>
          <p:nvPr>
            <p:ph type="body" sz="half" idx="2" hasCustomPrompt="1"/>
          </p:nvPr>
        </p:nvSpPr>
        <p:spPr>
          <a:xfrm>
            <a:off x="399737" y="1503304"/>
            <a:ext cx="4187253" cy="4404514"/>
          </a:xfrm>
        </p:spPr>
        <p:txBody>
          <a:bodyPr>
            <a:normAutofit/>
          </a:bodyPr>
          <a:lstStyle>
            <a:lvl1pPr marL="0" indent="0">
              <a:buNone/>
              <a:defRPr sz="200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11AA30BC-1D42-9846-9AF2-E2A5071148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B0B467FB-30AA-F6BE-5110-D9CC90B98D3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7C6C29CC-67CE-6421-C8B0-489BBC5647F0}"/>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Footer Placeholder 4">
            <a:extLst>
              <a:ext uri="{FF2B5EF4-FFF2-40B4-BE49-F238E27FC236}">
                <a16:creationId xmlns:a16="http://schemas.microsoft.com/office/drawing/2014/main" id="{41B5FE3D-CA78-C098-999D-C842514BE79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E8475EEE-A2AA-6793-0317-A2C5009E59E3}"/>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5" name="TextBox 4">
            <a:extLst>
              <a:ext uri="{FF2B5EF4-FFF2-40B4-BE49-F238E27FC236}">
                <a16:creationId xmlns:a16="http://schemas.microsoft.com/office/drawing/2014/main" id="{0F550321-7F1F-3286-1384-A3723E61FDB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738671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824E094-F896-8E40-AC9C-ABF9075C5AE1}"/>
              </a:ext>
            </a:extLst>
          </p:cNvPr>
          <p:cNvSpPr>
            <a:spLocks noGrp="1"/>
          </p:cNvSpPr>
          <p:nvPr>
            <p:ph type="pic" idx="1"/>
          </p:nvPr>
        </p:nvSpPr>
        <p:spPr>
          <a:xfrm>
            <a:off x="4939263" y="1503300"/>
            <a:ext cx="7252737" cy="4728169"/>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2" name="Rectangle 11">
            <a:extLst>
              <a:ext uri="{FF2B5EF4-FFF2-40B4-BE49-F238E27FC236}">
                <a16:creationId xmlns:a16="http://schemas.microsoft.com/office/drawing/2014/main" id="{5FB21F4C-4EE3-A548-921D-45FB30330E6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77D3286F-C0D4-6642-8D0B-14EEC9C7AFE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7" name="Content Placeholder 2">
            <a:extLst>
              <a:ext uri="{FF2B5EF4-FFF2-40B4-BE49-F238E27FC236}">
                <a16:creationId xmlns:a16="http://schemas.microsoft.com/office/drawing/2014/main" id="{4A908564-1E90-ABBE-37D2-7DC31735C088}"/>
              </a:ext>
            </a:extLst>
          </p:cNvPr>
          <p:cNvSpPr>
            <a:spLocks noGrp="1"/>
          </p:cNvSpPr>
          <p:nvPr>
            <p:ph sz="half" idx="14" hasCustomPrompt="1"/>
          </p:nvPr>
        </p:nvSpPr>
        <p:spPr>
          <a:xfrm>
            <a:off x="398783" y="1503301"/>
            <a:ext cx="4187253" cy="44045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FFF3E3DC-94E4-F17D-36CB-450544502F3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90BF3BC5-D94C-EDA3-8FBC-6435B4DE16C7}"/>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DB726D05-460B-0A59-026D-A6ABD195828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447C72BC-0B7D-4FB3-3772-38C5E4C708D1}"/>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F4AAD095-7F6F-2D3F-0CCA-FB24F185F57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937184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0D1CB3-C3E8-8E4B-AAC3-082CC0AF6319}"/>
              </a:ext>
            </a:extLst>
          </p:cNvPr>
          <p:cNvSpPr>
            <a:spLocks noGrp="1"/>
          </p:cNvSpPr>
          <p:nvPr>
            <p:ph sz="half" idx="1" hasCustomPrompt="1"/>
          </p:nvPr>
        </p:nvSpPr>
        <p:spPr>
          <a:xfrm>
            <a:off x="399737" y="1511016"/>
            <a:ext cx="4328644" cy="435013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6C291E2-CD12-2D47-B250-71F0C55CD076}"/>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9" name="Content Placeholder 2">
            <a:extLst>
              <a:ext uri="{FF2B5EF4-FFF2-40B4-BE49-F238E27FC236}">
                <a16:creationId xmlns:a16="http://schemas.microsoft.com/office/drawing/2014/main" id="{DDDAF287-83F2-C44A-BF25-155F5BF57EEB}"/>
              </a:ext>
            </a:extLst>
          </p:cNvPr>
          <p:cNvSpPr>
            <a:spLocks noGrp="1"/>
          </p:cNvSpPr>
          <p:nvPr>
            <p:ph idx="12"/>
          </p:nvPr>
        </p:nvSpPr>
        <p:spPr>
          <a:xfrm>
            <a:off x="5026662" y="1503304"/>
            <a:ext cx="5067372" cy="4357850"/>
          </a:xfrm>
        </p:spPr>
        <p:txBody>
          <a:bodyPr/>
          <a:lstStyle>
            <a:lvl1pPr marL="0" indent="0">
              <a:buFontTx/>
              <a:buNone/>
              <a:defRPr/>
            </a:lvl1pPr>
          </a:lstStyle>
          <a:p>
            <a:pPr lvl="0"/>
            <a:r>
              <a:rPr lang="en-US"/>
              <a:t>Click to edit Master text styles</a:t>
            </a:r>
          </a:p>
        </p:txBody>
      </p:sp>
      <p:pic>
        <p:nvPicPr>
          <p:cNvPr id="11" name="Picture 10">
            <a:extLst>
              <a:ext uri="{FF2B5EF4-FFF2-40B4-BE49-F238E27FC236}">
                <a16:creationId xmlns:a16="http://schemas.microsoft.com/office/drawing/2014/main" id="{E846172F-6290-AC4F-9851-A75FAD18249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343597D2-6234-696B-F5AA-307FEE725761}"/>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6A7DA34A-383A-16A2-0FEE-FE854DA0F3D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C4DA649-F063-49F9-EEA4-E099F09DE7F0}"/>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6" name="Title Placeholder 1">
            <a:extLst>
              <a:ext uri="{FF2B5EF4-FFF2-40B4-BE49-F238E27FC236}">
                <a16:creationId xmlns:a16="http://schemas.microsoft.com/office/drawing/2014/main" id="{B9F5F6DC-9D74-3B39-1849-9967761D563D}"/>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4" name="Picture 3" descr="A picture containing screenshot, pattern, symmetry, black&#10;&#10;Description automatically generated">
            <a:extLst>
              <a:ext uri="{FF2B5EF4-FFF2-40B4-BE49-F238E27FC236}">
                <a16:creationId xmlns:a16="http://schemas.microsoft.com/office/drawing/2014/main" id="{A7FD0B13-B446-BD59-8B8C-DB0E88B170A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56301" r="1"/>
          <a:stretch/>
        </p:blipFill>
        <p:spPr>
          <a:xfrm>
            <a:off x="10302948" y="416892"/>
            <a:ext cx="1670459" cy="5397500"/>
          </a:xfrm>
          <a:prstGeom prst="rect">
            <a:avLst/>
          </a:prstGeom>
        </p:spPr>
      </p:pic>
      <p:sp>
        <p:nvSpPr>
          <p:cNvPr id="6" name="TextBox 5">
            <a:extLst>
              <a:ext uri="{FF2B5EF4-FFF2-40B4-BE49-F238E27FC236}">
                <a16:creationId xmlns:a16="http://schemas.microsoft.com/office/drawing/2014/main" id="{6FB64277-B642-727C-F7FE-FFADA4C2040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765944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1CC34B4-C291-1845-8F85-19EE1A313584}"/>
              </a:ext>
            </a:extLst>
          </p:cNvPr>
          <p:cNvSpPr>
            <a:spLocks noGrp="1"/>
          </p:cNvSpPr>
          <p:nvPr>
            <p:ph type="body" idx="1" hasCustomPrompt="1"/>
          </p:nvPr>
        </p:nvSpPr>
        <p:spPr>
          <a:xfrm>
            <a:off x="399737"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59CE3547-43AB-3343-96D0-300034BEC47B}"/>
              </a:ext>
            </a:extLst>
          </p:cNvPr>
          <p:cNvSpPr>
            <a:spLocks noGrp="1"/>
          </p:cNvSpPr>
          <p:nvPr>
            <p:ph sz="half" idx="2" hasCustomPrompt="1"/>
          </p:nvPr>
        </p:nvSpPr>
        <p:spPr>
          <a:xfrm>
            <a:off x="399737"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Rectangle 12">
            <a:extLst>
              <a:ext uri="{FF2B5EF4-FFF2-40B4-BE49-F238E27FC236}">
                <a16:creationId xmlns:a16="http://schemas.microsoft.com/office/drawing/2014/main" id="{181F6DE2-F45B-5548-AC93-0AC8CD73A22F}"/>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2" name="Picture 11">
            <a:extLst>
              <a:ext uri="{FF2B5EF4-FFF2-40B4-BE49-F238E27FC236}">
                <a16:creationId xmlns:a16="http://schemas.microsoft.com/office/drawing/2014/main" id="{46232D65-41CC-734C-883D-26D89F1B26B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8" name="Text Placeholder 2">
            <a:extLst>
              <a:ext uri="{FF2B5EF4-FFF2-40B4-BE49-F238E27FC236}">
                <a16:creationId xmlns:a16="http://schemas.microsoft.com/office/drawing/2014/main" id="{42499B4A-BC3F-66ED-33DF-03102A73F90C}"/>
              </a:ext>
            </a:extLst>
          </p:cNvPr>
          <p:cNvSpPr>
            <a:spLocks noGrp="1"/>
          </p:cNvSpPr>
          <p:nvPr>
            <p:ph type="body" idx="13" hasCustomPrompt="1"/>
          </p:nvPr>
        </p:nvSpPr>
        <p:spPr>
          <a:xfrm>
            <a:off x="6237658" y="1514528"/>
            <a:ext cx="5577071" cy="545932"/>
          </a:xfrm>
          <a:solidFill>
            <a:schemeClr val="accent1"/>
          </a:solidFill>
        </p:spPr>
        <p:txBody>
          <a:bodyPr lIns="144000" anchor="ctr" anchorCtr="0"/>
          <a:lstStyle>
            <a:lvl1pPr marL="0" indent="0">
              <a:buNone/>
              <a:defRPr sz="2400" b="1"/>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GB" dirty="0"/>
              <a:t>Click to edit master text styles</a:t>
            </a:r>
          </a:p>
        </p:txBody>
      </p:sp>
      <p:sp>
        <p:nvSpPr>
          <p:cNvPr id="19" name="Content Placeholder 3">
            <a:extLst>
              <a:ext uri="{FF2B5EF4-FFF2-40B4-BE49-F238E27FC236}">
                <a16:creationId xmlns:a16="http://schemas.microsoft.com/office/drawing/2014/main" id="{E1C9DA8B-FED8-041D-C2A3-4BE6014B50FD}"/>
              </a:ext>
            </a:extLst>
          </p:cNvPr>
          <p:cNvSpPr>
            <a:spLocks noGrp="1"/>
          </p:cNvSpPr>
          <p:nvPr>
            <p:ph sz="half" idx="14" hasCustomPrompt="1"/>
          </p:nvPr>
        </p:nvSpPr>
        <p:spPr>
          <a:xfrm>
            <a:off x="6237658" y="2338441"/>
            <a:ext cx="5577071" cy="3244369"/>
          </a:xfrm>
        </p:spPr>
        <p:txBody>
          <a:bodyPr/>
          <a:lstStyle>
            <a:lvl1pPr>
              <a:defRPr sz="2400"/>
            </a:lvl1pPr>
            <a:lvl3pPr>
              <a:defRPr>
                <a:solidFill>
                  <a:schemeClr val="accent2"/>
                </a:solidFill>
              </a:defRPr>
            </a:lvl3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F4F3F962-268D-7E8F-E0A7-FC40EC2195D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5" name="Straight Connector 4">
            <a:extLst>
              <a:ext uri="{FF2B5EF4-FFF2-40B4-BE49-F238E27FC236}">
                <a16:creationId xmlns:a16="http://schemas.microsoft.com/office/drawing/2014/main" id="{EF67D6CA-A404-6EAA-9894-119E28996123}"/>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4">
            <a:extLst>
              <a:ext uri="{FF2B5EF4-FFF2-40B4-BE49-F238E27FC236}">
                <a16:creationId xmlns:a16="http://schemas.microsoft.com/office/drawing/2014/main" id="{069CFB3D-778C-9AA2-261C-C6F7BCE8A95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5" name="Title Placeholder 1">
            <a:extLst>
              <a:ext uri="{FF2B5EF4-FFF2-40B4-BE49-F238E27FC236}">
                <a16:creationId xmlns:a16="http://schemas.microsoft.com/office/drawing/2014/main" id="{7A3C954C-26BD-006C-AF1C-7BCFB4728C2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7" name="TextBox 6">
            <a:extLst>
              <a:ext uri="{FF2B5EF4-FFF2-40B4-BE49-F238E27FC236}">
                <a16:creationId xmlns:a16="http://schemas.microsoft.com/office/drawing/2014/main" id="{F7A4A621-AAE6-B1BF-2758-69ED058DD13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0655665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6" name="Picture Placeholder 2">
            <a:extLst>
              <a:ext uri="{FF2B5EF4-FFF2-40B4-BE49-F238E27FC236}">
                <a16:creationId xmlns:a16="http://schemas.microsoft.com/office/drawing/2014/main" id="{DDF5BCD2-566C-304B-9603-DBF49E1C6C3B}"/>
              </a:ext>
            </a:extLst>
          </p:cNvPr>
          <p:cNvSpPr>
            <a:spLocks noGrp="1"/>
          </p:cNvSpPr>
          <p:nvPr>
            <p:ph type="pic" idx="1"/>
          </p:nvPr>
        </p:nvSpPr>
        <p:spPr>
          <a:xfrm>
            <a:off x="399738"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11" name="Rectangle 10">
            <a:extLst>
              <a:ext uri="{FF2B5EF4-FFF2-40B4-BE49-F238E27FC236}">
                <a16:creationId xmlns:a16="http://schemas.microsoft.com/office/drawing/2014/main" id="{1720F5B1-9E14-124D-B445-D190AC16BCB9}"/>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0" name="Content Placeholder 2">
            <a:extLst>
              <a:ext uri="{FF2B5EF4-FFF2-40B4-BE49-F238E27FC236}">
                <a16:creationId xmlns:a16="http://schemas.microsoft.com/office/drawing/2014/main" id="{D5C6FD78-5957-3743-9051-7A833B8B93B7}"/>
              </a:ext>
            </a:extLst>
          </p:cNvPr>
          <p:cNvSpPr>
            <a:spLocks noGrp="1"/>
          </p:cNvSpPr>
          <p:nvPr>
            <p:ph sz="half" idx="18" hasCustomPrompt="1"/>
          </p:nvPr>
        </p:nvSpPr>
        <p:spPr>
          <a:xfrm>
            <a:off x="399746"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5" name="Text Placeholder 3">
            <a:extLst>
              <a:ext uri="{FF2B5EF4-FFF2-40B4-BE49-F238E27FC236}">
                <a16:creationId xmlns:a16="http://schemas.microsoft.com/office/drawing/2014/main" id="{8D62D7B6-9A5A-644C-8286-5E98BABC4490}"/>
              </a:ext>
            </a:extLst>
          </p:cNvPr>
          <p:cNvSpPr>
            <a:spLocks noGrp="1"/>
          </p:cNvSpPr>
          <p:nvPr>
            <p:ph type="body" sz="half" idx="2" hasCustomPrompt="1"/>
          </p:nvPr>
        </p:nvSpPr>
        <p:spPr>
          <a:xfrm>
            <a:off x="399738" y="1431326"/>
            <a:ext cx="9827454" cy="1061936"/>
          </a:xfrm>
        </p:spPr>
        <p:txBody>
          <a:bodyPr>
            <a:noAutofit/>
          </a:bodyPr>
          <a:lstStyle>
            <a:lvl1pPr marL="0" indent="0">
              <a:buNone/>
              <a:defRPr sz="1600" b="0"/>
            </a:lvl1pPr>
            <a:lvl2pPr marL="457178" indent="0">
              <a:buNone/>
              <a:defRPr sz="1400"/>
            </a:lvl2pPr>
            <a:lvl3pPr marL="914354" indent="0">
              <a:buNone/>
              <a:defRPr sz="1200"/>
            </a:lvl3pPr>
            <a:lvl4pPr marL="1371532" indent="0">
              <a:buNone/>
              <a:defRPr sz="1000"/>
            </a:lvl4pPr>
            <a:lvl5pPr marL="1828709" indent="0">
              <a:buNone/>
              <a:defRPr sz="1000"/>
            </a:lvl5pPr>
            <a:lvl6pPr marL="2285886" indent="0">
              <a:buNone/>
              <a:defRPr sz="1000"/>
            </a:lvl6pPr>
            <a:lvl7pPr marL="2743062" indent="0">
              <a:buNone/>
              <a:defRPr sz="1000"/>
            </a:lvl7pPr>
            <a:lvl8pPr marL="3200240" indent="0">
              <a:buNone/>
              <a:defRPr sz="1000"/>
            </a:lvl8pPr>
            <a:lvl9pPr marL="3657418" indent="0">
              <a:buNone/>
              <a:defRPr sz="1000"/>
            </a:lvl9pPr>
          </a:lstStyle>
          <a:p>
            <a:pPr lvl="0"/>
            <a:r>
              <a:rPr lang="en-GB" dirty="0"/>
              <a:t>Click to edit master text styles</a:t>
            </a:r>
          </a:p>
        </p:txBody>
      </p:sp>
      <p:pic>
        <p:nvPicPr>
          <p:cNvPr id="17" name="Picture 16">
            <a:extLst>
              <a:ext uri="{FF2B5EF4-FFF2-40B4-BE49-F238E27FC236}">
                <a16:creationId xmlns:a16="http://schemas.microsoft.com/office/drawing/2014/main" id="{64C4096F-2FFA-DE41-9D57-0CE5D3D158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1" name="Picture Placeholder 2">
            <a:extLst>
              <a:ext uri="{FF2B5EF4-FFF2-40B4-BE49-F238E27FC236}">
                <a16:creationId xmlns:a16="http://schemas.microsoft.com/office/drawing/2014/main" id="{F57DBF7D-11EE-F2C5-80EC-E85C32283ABE}"/>
              </a:ext>
            </a:extLst>
          </p:cNvPr>
          <p:cNvSpPr>
            <a:spLocks noGrp="1"/>
          </p:cNvSpPr>
          <p:nvPr>
            <p:ph type="pic" idx="19"/>
          </p:nvPr>
        </p:nvSpPr>
        <p:spPr>
          <a:xfrm>
            <a:off x="3301635"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0" name="Content Placeholder 2">
            <a:extLst>
              <a:ext uri="{FF2B5EF4-FFF2-40B4-BE49-F238E27FC236}">
                <a16:creationId xmlns:a16="http://schemas.microsoft.com/office/drawing/2014/main" id="{EC7DA3D2-59BD-6137-81AD-86750A32889C}"/>
              </a:ext>
            </a:extLst>
          </p:cNvPr>
          <p:cNvSpPr>
            <a:spLocks noGrp="1"/>
          </p:cNvSpPr>
          <p:nvPr>
            <p:ph sz="half" idx="20" hasCustomPrompt="1"/>
          </p:nvPr>
        </p:nvSpPr>
        <p:spPr>
          <a:xfrm>
            <a:off x="3301643"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1" name="Picture Placeholder 2">
            <a:extLst>
              <a:ext uri="{FF2B5EF4-FFF2-40B4-BE49-F238E27FC236}">
                <a16:creationId xmlns:a16="http://schemas.microsoft.com/office/drawing/2014/main" id="{9C9B462E-49D5-11F9-F1F5-872D1298452F}"/>
              </a:ext>
            </a:extLst>
          </p:cNvPr>
          <p:cNvSpPr>
            <a:spLocks noGrp="1"/>
          </p:cNvSpPr>
          <p:nvPr>
            <p:ph type="pic" idx="21"/>
          </p:nvPr>
        </p:nvSpPr>
        <p:spPr>
          <a:xfrm>
            <a:off x="6203526"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2" name="Content Placeholder 2">
            <a:extLst>
              <a:ext uri="{FF2B5EF4-FFF2-40B4-BE49-F238E27FC236}">
                <a16:creationId xmlns:a16="http://schemas.microsoft.com/office/drawing/2014/main" id="{9F4812D9-E50A-9912-1AAB-2CBFCD7BB51C}"/>
              </a:ext>
            </a:extLst>
          </p:cNvPr>
          <p:cNvSpPr>
            <a:spLocks noGrp="1"/>
          </p:cNvSpPr>
          <p:nvPr>
            <p:ph sz="half" idx="22" hasCustomPrompt="1"/>
          </p:nvPr>
        </p:nvSpPr>
        <p:spPr>
          <a:xfrm>
            <a:off x="6203534"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33" name="Picture Placeholder 2">
            <a:extLst>
              <a:ext uri="{FF2B5EF4-FFF2-40B4-BE49-F238E27FC236}">
                <a16:creationId xmlns:a16="http://schemas.microsoft.com/office/drawing/2014/main" id="{4AC0237F-F3D2-5B48-FDD3-0D38A29F9329}"/>
              </a:ext>
            </a:extLst>
          </p:cNvPr>
          <p:cNvSpPr>
            <a:spLocks noGrp="1"/>
          </p:cNvSpPr>
          <p:nvPr>
            <p:ph type="pic" idx="23"/>
          </p:nvPr>
        </p:nvSpPr>
        <p:spPr>
          <a:xfrm>
            <a:off x="9105429" y="2746020"/>
            <a:ext cx="2652497" cy="2163093"/>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r>
              <a:rPr lang="en-US"/>
              <a:t>Click icon to add picture</a:t>
            </a:r>
            <a:endParaRPr lang="en-US" dirty="0"/>
          </a:p>
        </p:txBody>
      </p:sp>
      <p:sp>
        <p:nvSpPr>
          <p:cNvPr id="34" name="Content Placeholder 2">
            <a:extLst>
              <a:ext uri="{FF2B5EF4-FFF2-40B4-BE49-F238E27FC236}">
                <a16:creationId xmlns:a16="http://schemas.microsoft.com/office/drawing/2014/main" id="{9C3F4213-26B4-FC1E-F3B7-05D32356B3BD}"/>
              </a:ext>
            </a:extLst>
          </p:cNvPr>
          <p:cNvSpPr>
            <a:spLocks noGrp="1"/>
          </p:cNvSpPr>
          <p:nvPr>
            <p:ph sz="half" idx="24" hasCustomPrompt="1"/>
          </p:nvPr>
        </p:nvSpPr>
        <p:spPr>
          <a:xfrm>
            <a:off x="9105437" y="4909116"/>
            <a:ext cx="2652495" cy="593577"/>
          </a:xfrm>
          <a:solidFill>
            <a:schemeClr val="accent1"/>
          </a:solidFill>
          <a:ln>
            <a:noFill/>
          </a:ln>
        </p:spPr>
        <p:txBody>
          <a:bodyPr lIns="72000" tIns="72000" rIns="72000" bIns="72000">
            <a:normAutofit/>
          </a:bodyPr>
          <a:lstStyle>
            <a:lvl1pPr marL="0" indent="0">
              <a:buFontTx/>
              <a:buNone/>
              <a:defRPr sz="1100" b="0"/>
            </a:lvl1pPr>
          </a:lstStyle>
          <a:p>
            <a:pPr lvl="0"/>
            <a:r>
              <a:rPr lang="en-US" dirty="0"/>
              <a:t>Edit master text styles</a:t>
            </a:r>
          </a:p>
        </p:txBody>
      </p:sp>
      <p:sp>
        <p:nvSpPr>
          <p:cNvPr id="2" name="TextBox 1">
            <a:extLst>
              <a:ext uri="{FF2B5EF4-FFF2-40B4-BE49-F238E27FC236}">
                <a16:creationId xmlns:a16="http://schemas.microsoft.com/office/drawing/2014/main" id="{90E3E1F3-60BC-A502-C92D-697C2C40846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43AB2FE-DFD2-0FA3-C038-FB5684C9FAF2}"/>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715E079-78EC-4037-5AC3-052D98B24FEF}"/>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9" name="Title Placeholder 1">
            <a:extLst>
              <a:ext uri="{FF2B5EF4-FFF2-40B4-BE49-F238E27FC236}">
                <a16:creationId xmlns:a16="http://schemas.microsoft.com/office/drawing/2014/main" id="{A081EB8E-5372-4255-8858-E2870EA73172}"/>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5EA7A7A-5CFD-5739-A684-0C18C083165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831312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1E77CA1-9CDF-734F-9BC2-A77ABB697C7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8" name="Picture 7">
            <a:extLst>
              <a:ext uri="{FF2B5EF4-FFF2-40B4-BE49-F238E27FC236}">
                <a16:creationId xmlns:a16="http://schemas.microsoft.com/office/drawing/2014/main" id="{77C989A6-F100-D244-9811-9480ED60557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2953FB21-2646-0D56-02B8-10257E98D9F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8CDB768E-55F5-7876-CF52-F1518763AAE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DC1351BB-F4DD-D90C-430F-C7056589AD15}"/>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0" name="Title Placeholder 1">
            <a:extLst>
              <a:ext uri="{FF2B5EF4-FFF2-40B4-BE49-F238E27FC236}">
                <a16:creationId xmlns:a16="http://schemas.microsoft.com/office/drawing/2014/main" id="{7CABF511-E87A-C207-7C25-AC958A88C0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2" name="TextBox 1">
            <a:extLst>
              <a:ext uri="{FF2B5EF4-FFF2-40B4-BE49-F238E27FC236}">
                <a16:creationId xmlns:a16="http://schemas.microsoft.com/office/drawing/2014/main" id="{DC9689DA-81EA-4FC5-28D0-500FEE179010}"/>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1863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 r="23451" b="15127"/>
          <a:stretch/>
        </p:blipFill>
        <p:spPr>
          <a:xfrm>
            <a:off x="8217720" y="11646"/>
            <a:ext cx="3960000" cy="6219825"/>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5FE38075-372F-6844-9F98-C937958AD6B5}"/>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B451E343-9084-E686-3699-FAA7B6CBC1E6}"/>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AED84418-AEC2-6F8C-A6E8-0F39927E5B7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5438FB49-85BE-3E87-1702-3595716815FF}"/>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8237965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BF0A9E0-22D9-E043-93E8-6F8DE13E658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901" r="26223"/>
          <a:stretch/>
        </p:blipFill>
        <p:spPr>
          <a:xfrm>
            <a:off x="9245674" y="252197"/>
            <a:ext cx="2761485" cy="5679878"/>
          </a:xfrm>
          <a:prstGeom prst="rect">
            <a:avLst/>
          </a:prstGeom>
        </p:spPr>
      </p:pic>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528884" cy="4017364"/>
          </a:xfrm>
        </p:spPr>
        <p:txBody>
          <a:bodyPr/>
          <a:lstStyle>
            <a:lvl1pPr marL="0" indent="0">
              <a:buClr>
                <a:schemeClr val="bg1"/>
              </a:buClr>
              <a:buFontTx/>
              <a:buNone/>
              <a:defRPr sz="4000">
                <a:solidFill>
                  <a:schemeClr val="tx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tx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7" name="Picture 16">
            <a:extLst>
              <a:ext uri="{FF2B5EF4-FFF2-40B4-BE49-F238E27FC236}">
                <a16:creationId xmlns:a16="http://schemas.microsoft.com/office/drawing/2014/main" id="{9F174683-C40A-5E4F-9BF6-BC7F9703047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3" name="TextBox 2">
            <a:extLst>
              <a:ext uri="{FF2B5EF4-FFF2-40B4-BE49-F238E27FC236}">
                <a16:creationId xmlns:a16="http://schemas.microsoft.com/office/drawing/2014/main" id="{073DC8B9-5768-F986-D58C-5C39F0469C84}"/>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BAEA4F-2F7D-F21F-2313-D358C006F46F}"/>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2A20AE0-AC3D-470A-3954-50AC61FED74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2" name="TextBox 1">
            <a:extLst>
              <a:ext uri="{FF2B5EF4-FFF2-40B4-BE49-F238E27FC236}">
                <a16:creationId xmlns:a16="http://schemas.microsoft.com/office/drawing/2014/main" id="{AED0737A-B554-2118-56EF-2BA0D086727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471115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12" name="TextBox 11">
            <a:extLst>
              <a:ext uri="{FF2B5EF4-FFF2-40B4-BE49-F238E27FC236}">
                <a16:creationId xmlns:a16="http://schemas.microsoft.com/office/drawing/2014/main" id="{634A6CF0-C66C-59ED-4F69-B1F2CFF4E0C6}"/>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14" name="Straight Connector 13">
            <a:extLst>
              <a:ext uri="{FF2B5EF4-FFF2-40B4-BE49-F238E27FC236}">
                <a16:creationId xmlns:a16="http://schemas.microsoft.com/office/drawing/2014/main" id="{E87900B1-CCD2-07B5-E6CA-A036E077CD5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564C38D5-0B53-7E61-E7F7-1A01524FB5D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EB1441EA-87AE-CA59-A66A-2A78F95593A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2" name="TextBox 1">
            <a:extLst>
              <a:ext uri="{FF2B5EF4-FFF2-40B4-BE49-F238E27FC236}">
                <a16:creationId xmlns:a16="http://schemas.microsoft.com/office/drawing/2014/main" id="{5A74AB3D-938B-19A8-19F2-4EF9378543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557609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674558" y="1588958"/>
            <a:ext cx="7449444" cy="4017364"/>
          </a:xfrm>
        </p:spPr>
        <p:txBody>
          <a:bodyPr/>
          <a:lstStyle>
            <a:lvl1pPr marL="0" indent="0">
              <a:buClr>
                <a:schemeClr val="bg1"/>
              </a:buClr>
              <a:buFontTx/>
              <a:buNone/>
              <a:defRPr sz="4000">
                <a:solidFill>
                  <a:schemeClr val="bg1"/>
                </a:solidFill>
              </a:defRPr>
            </a:lvl1pPr>
            <a:lvl2pPr marL="287986" indent="0">
              <a:buClr>
                <a:schemeClr val="bg1"/>
              </a:buClr>
              <a:buFontTx/>
              <a:buNone/>
              <a:defRPr>
                <a:solidFill>
                  <a:schemeClr val="tx1"/>
                </a:solidFill>
              </a:defRPr>
            </a:lvl2pPr>
            <a:lvl3pPr marL="575972" indent="0">
              <a:buClr>
                <a:schemeClr val="bg1"/>
              </a:buClr>
              <a:buFontTx/>
              <a:buNone/>
              <a:defRPr>
                <a:solidFill>
                  <a:schemeClr val="tx1"/>
                </a:solidFill>
              </a:defRPr>
            </a:lvl3pPr>
            <a:lvl4pPr marL="0" indent="0">
              <a:buClr>
                <a:schemeClr val="bg1"/>
              </a:buClr>
              <a:buFontTx/>
              <a:buNone/>
              <a:defRPr>
                <a:solidFill>
                  <a:schemeClr val="bg1"/>
                </a:solidFill>
              </a:defRPr>
            </a:lvl4pPr>
            <a:lvl5pPr marL="1151942" indent="0">
              <a:buClr>
                <a:schemeClr val="bg1"/>
              </a:buClr>
              <a:buFontTx/>
              <a:buNone/>
              <a:defRPr>
                <a:solidFill>
                  <a:schemeClr val="tx1"/>
                </a:solidFill>
              </a:defRPr>
            </a:lvl5pPr>
          </a:lstStyle>
          <a:p>
            <a:pPr lvl="0"/>
            <a:r>
              <a:rPr lang="en-GB" dirty="0"/>
              <a:t>“&lt;Quote style, Insert quote&gt;”</a:t>
            </a:r>
          </a:p>
          <a:p>
            <a:pPr lvl="3"/>
            <a:r>
              <a:rPr lang="en-GB" dirty="0"/>
              <a:t>&lt;First name Last name&gt;</a:t>
            </a:r>
          </a:p>
        </p:txBody>
      </p:sp>
      <p:sp>
        <p:nvSpPr>
          <p:cNvPr id="11" name="Rectangle 10">
            <a:extLst>
              <a:ext uri="{FF2B5EF4-FFF2-40B4-BE49-F238E27FC236}">
                <a16:creationId xmlns:a16="http://schemas.microsoft.com/office/drawing/2014/main" id="{5C12CD38-D4A1-B940-A035-BE7D483FF123}"/>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88918C8C-90F5-544F-87D4-4A3D3F2B012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AB6E2CBE-CD80-5BB4-CAFE-132C6A98DCEA}"/>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7" name="Straight Connector 6">
            <a:extLst>
              <a:ext uri="{FF2B5EF4-FFF2-40B4-BE49-F238E27FC236}">
                <a16:creationId xmlns:a16="http://schemas.microsoft.com/office/drawing/2014/main" id="{1B0DF6B8-49B1-01CF-1B67-5A88EE2CEA7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5606676F-FDEC-7B5B-19F7-349E65490DB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C1368512-FEB8-4E8B-FDD2-3D135596DB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4" name="TextBox 3">
            <a:extLst>
              <a:ext uri="{FF2B5EF4-FFF2-40B4-BE49-F238E27FC236}">
                <a16:creationId xmlns:a16="http://schemas.microsoft.com/office/drawing/2014/main" id="{0729FB62-5559-2CC8-0B52-9B2C12A3622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3844370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E4F5E42C-C654-DB45-B035-68B7257F6A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00E7C711-F858-BF6F-32AF-9A2726E33B35}"/>
              </a:ext>
            </a:extLst>
          </p:cNvPr>
          <p:cNvSpPr>
            <a:spLocks noGrp="1"/>
          </p:cNvSpPr>
          <p:nvPr>
            <p:ph sz="half" idx="1" hasCustomPrompt="1"/>
          </p:nvPr>
        </p:nvSpPr>
        <p:spPr>
          <a:xfrm>
            <a:off x="399738" y="1439113"/>
            <a:ext cx="920146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12BDC4E-18B4-4F80-E298-6277CB4949B2}"/>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BF572040-95A7-9333-2822-8936DDB4D6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01070AA9-73AA-BFBF-9CC9-D39DB8676D2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E58F9A88-72B2-39F3-5CE0-22A5B1847BD6}"/>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9D7E4530-CEFF-1897-0019-7070CBD934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2AFE2B6-8718-F6E9-6C5B-AC6D543E5D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511085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907C2A4A-AB7D-C346-A4AE-5D700790B4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397674E6-4CD2-5DC2-979E-5A11515DA5CE}"/>
              </a:ext>
            </a:extLst>
          </p:cNvPr>
          <p:cNvSpPr>
            <a:spLocks noGrp="1"/>
          </p:cNvSpPr>
          <p:nvPr>
            <p:ph sz="half" idx="1" hasCustomPrompt="1"/>
          </p:nvPr>
        </p:nvSpPr>
        <p:spPr>
          <a:xfrm>
            <a:off x="399737" y="1439113"/>
            <a:ext cx="11414992" cy="4455366"/>
          </a:xfrm>
        </p:spPr>
        <p:txBody>
          <a:bodyPr/>
          <a:lstStyle>
            <a:lvl1pPr>
              <a:buClr>
                <a:schemeClr val="bg1"/>
              </a:buClr>
              <a:defRPr>
                <a:solidFill>
                  <a:schemeClr val="tx1"/>
                </a:solidFill>
              </a:defRPr>
            </a:lvl1pPr>
            <a:lvl2pPr>
              <a:buClr>
                <a:schemeClr val="bg1"/>
              </a:buClr>
              <a:defRPr>
                <a:solidFill>
                  <a:schemeClr val="tx1"/>
                </a:solidFill>
              </a:defRPr>
            </a:lvl2pPr>
            <a:lvl3pPr>
              <a:buClr>
                <a:schemeClr val="bg1"/>
              </a:buClr>
              <a:defRPr>
                <a:solidFill>
                  <a:schemeClr val="tx1"/>
                </a:solidFill>
              </a:defRPr>
            </a:lvl3pPr>
            <a:lvl4pPr>
              <a:buClr>
                <a:schemeClr val="bg1"/>
              </a:buClr>
              <a:defRPr>
                <a:solidFill>
                  <a:schemeClr val="tx1"/>
                </a:solidFill>
              </a:defRPr>
            </a:lvl4pPr>
            <a:lvl5pPr>
              <a:buClr>
                <a:schemeClr val="bg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6802BE17-EEF4-07E7-8B66-4E233EB7C073}"/>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78DF14D4-802C-408D-210E-510FC1711184}"/>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Footer Placeholder 4">
            <a:extLst>
              <a:ext uri="{FF2B5EF4-FFF2-40B4-BE49-F238E27FC236}">
                <a16:creationId xmlns:a16="http://schemas.microsoft.com/office/drawing/2014/main" id="{544D89AB-C64C-8B64-8877-E3719DBC19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3" name="Title Placeholder 1">
            <a:extLst>
              <a:ext uri="{FF2B5EF4-FFF2-40B4-BE49-F238E27FC236}">
                <a16:creationId xmlns:a16="http://schemas.microsoft.com/office/drawing/2014/main" id="{9684CB88-9266-F952-BF1A-BCAE5B3F8C20}"/>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242A7EF2-C9E0-E4A3-BA94-C458564CC46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7928350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9" name="Picture 8">
            <a:extLst>
              <a:ext uri="{FF2B5EF4-FFF2-40B4-BE49-F238E27FC236}">
                <a16:creationId xmlns:a16="http://schemas.microsoft.com/office/drawing/2014/main" id="{8BFEDAD7-F69F-4C4F-9E99-953D7E949E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F2D79A63-41FE-DB3D-BA6E-C61D8F9BFC10}"/>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945E02DD-F400-2D5D-8839-1827C8BCC25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CB320EFD-B929-4CAD-0B2F-8AAE73C486A8}"/>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AF402314-0F80-4B7D-619F-0E4554C6C19B}"/>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A5DBE723-68B9-7915-E582-1E32B82ACE98}"/>
              </a:ext>
            </a:extLst>
          </p:cNvPr>
          <p:cNvSpPr>
            <a:spLocks noGrp="1"/>
          </p:cNvSpPr>
          <p:nvPr>
            <p:ph type="title"/>
          </p:nvPr>
        </p:nvSpPr>
        <p:spPr>
          <a:xfrm>
            <a:off x="399737" y="343837"/>
            <a:ext cx="11414991"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5A4572D8-0735-550F-0BAE-54D1A261DFB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6253876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2EEA8E5F-D372-3F46-8D11-BD4E448DB62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8" name="Content Placeholder 2">
            <a:extLst>
              <a:ext uri="{FF2B5EF4-FFF2-40B4-BE49-F238E27FC236}">
                <a16:creationId xmlns:a16="http://schemas.microsoft.com/office/drawing/2014/main" id="{1204432E-E762-DE06-6323-E73B06716CD3}"/>
              </a:ext>
            </a:extLst>
          </p:cNvPr>
          <p:cNvSpPr>
            <a:spLocks noGrp="1"/>
          </p:cNvSpPr>
          <p:nvPr>
            <p:ph sz="half" idx="1" hasCustomPrompt="1"/>
          </p:nvPr>
        </p:nvSpPr>
        <p:spPr>
          <a:xfrm>
            <a:off x="399738" y="1439113"/>
            <a:ext cx="9144784"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TextBox 1">
            <a:extLst>
              <a:ext uri="{FF2B5EF4-FFF2-40B4-BE49-F238E27FC236}">
                <a16:creationId xmlns:a16="http://schemas.microsoft.com/office/drawing/2014/main" id="{D9175E44-33CD-2FD2-DBB2-6AB836EBA5F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912929EE-0091-7B22-DA4C-0324C074247A}"/>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ooter Placeholder 4">
            <a:extLst>
              <a:ext uri="{FF2B5EF4-FFF2-40B4-BE49-F238E27FC236}">
                <a16:creationId xmlns:a16="http://schemas.microsoft.com/office/drawing/2014/main" id="{35FFEE06-648D-C71E-F49B-06D912F5D46A}"/>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4" name="Title Placeholder 1">
            <a:extLst>
              <a:ext uri="{FF2B5EF4-FFF2-40B4-BE49-F238E27FC236}">
                <a16:creationId xmlns:a16="http://schemas.microsoft.com/office/drawing/2014/main" id="{20D27E15-43B5-CAD5-73BD-387115E92C1B}"/>
              </a:ext>
            </a:extLst>
          </p:cNvPr>
          <p:cNvSpPr>
            <a:spLocks noGrp="1"/>
          </p:cNvSpPr>
          <p:nvPr>
            <p:ph type="title"/>
          </p:nvPr>
        </p:nvSpPr>
        <p:spPr>
          <a:xfrm>
            <a:off x="399737" y="343837"/>
            <a:ext cx="9144783" cy="443198"/>
          </a:xfrm>
          <a:prstGeom prst="rect">
            <a:avLst/>
          </a:prstGeom>
        </p:spPr>
        <p:txBody>
          <a:bodyPr vert="horz" wrap="square" lIns="0" tIns="0" rIns="0" bIns="0" rtlCol="0" anchor="t" anchorCtr="0">
            <a:spAutoFit/>
          </a:bodyPr>
          <a:lstStyle/>
          <a:p>
            <a:r>
              <a:rPr lang="en-US"/>
              <a:t>Click to edit Master title style</a:t>
            </a:r>
            <a:endParaRPr lang="en-US" dirty="0"/>
          </a:p>
        </p:txBody>
      </p:sp>
      <p:pic>
        <p:nvPicPr>
          <p:cNvPr id="3" name="Picture 2" descr="A picture containing pattern, symmetry, black, darkness&#10;&#10;Description automatically generated">
            <a:extLst>
              <a:ext uri="{FF2B5EF4-FFF2-40B4-BE49-F238E27FC236}">
                <a16:creationId xmlns:a16="http://schemas.microsoft.com/office/drawing/2014/main" id="{EF0AC716-A195-1E4F-3FF8-99DF68016BA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31331"/>
          <a:stretch/>
        </p:blipFill>
        <p:spPr>
          <a:xfrm>
            <a:off x="9348394" y="416892"/>
            <a:ext cx="2625014" cy="5397500"/>
          </a:xfrm>
          <a:prstGeom prst="rect">
            <a:avLst/>
          </a:prstGeom>
        </p:spPr>
      </p:pic>
      <p:sp>
        <p:nvSpPr>
          <p:cNvPr id="5" name="TextBox 4">
            <a:extLst>
              <a:ext uri="{FF2B5EF4-FFF2-40B4-BE49-F238E27FC236}">
                <a16:creationId xmlns:a16="http://schemas.microsoft.com/office/drawing/2014/main" id="{7636E1F5-B69F-7543-E521-650D14983C29}"/>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92353341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0"/>
            <a:ext cx="12192000" cy="62960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7" y="1439113"/>
            <a:ext cx="11414992" cy="4455366"/>
          </a:xfrm>
        </p:spPr>
        <p:txBody>
          <a:bodyPr/>
          <a:lstStyle>
            <a:lvl1pPr>
              <a:buClr>
                <a:schemeClr val="accent1"/>
              </a:buCl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BDE50E3A-8C49-3246-A2B4-DBFA9E75E882}"/>
              </a:ext>
            </a:extLst>
          </p:cNvPr>
          <p:cNvSpPr/>
          <p:nvPr userDrawn="1"/>
        </p:nvSpPr>
        <p:spPr>
          <a:xfrm>
            <a:off x="0" y="6231470"/>
            <a:ext cx="12192000" cy="626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0" name="Picture 9">
            <a:extLst>
              <a:ext uri="{FF2B5EF4-FFF2-40B4-BE49-F238E27FC236}">
                <a16:creationId xmlns:a16="http://schemas.microsoft.com/office/drawing/2014/main" id="{BD3D1167-3A5B-3540-AF3B-AE48F5C0768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2" name="TextBox 1">
            <a:extLst>
              <a:ext uri="{FF2B5EF4-FFF2-40B4-BE49-F238E27FC236}">
                <a16:creationId xmlns:a16="http://schemas.microsoft.com/office/drawing/2014/main" id="{625F3D20-44B0-012A-11E3-B845C1454DCC}"/>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4" name="Straight Connector 3">
            <a:extLst>
              <a:ext uri="{FF2B5EF4-FFF2-40B4-BE49-F238E27FC236}">
                <a16:creationId xmlns:a16="http://schemas.microsoft.com/office/drawing/2014/main" id="{2342E279-61ED-DC45-F3AE-4AD2BC534055}"/>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8BD8578A-DB80-E679-2DA7-6C3D97BF9092}"/>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sp>
        <p:nvSpPr>
          <p:cNvPr id="11" name="Title Placeholder 1">
            <a:extLst>
              <a:ext uri="{FF2B5EF4-FFF2-40B4-BE49-F238E27FC236}">
                <a16:creationId xmlns:a16="http://schemas.microsoft.com/office/drawing/2014/main" id="{6215E171-94D6-C64B-704F-702DDFC7D04E}"/>
              </a:ext>
            </a:extLst>
          </p:cNvPr>
          <p:cNvSpPr>
            <a:spLocks noGrp="1"/>
          </p:cNvSpPr>
          <p:nvPr>
            <p:ph type="title"/>
          </p:nvPr>
        </p:nvSpPr>
        <p:spPr>
          <a:xfrm>
            <a:off x="399738" y="343837"/>
            <a:ext cx="8577208"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Box 2">
            <a:extLst>
              <a:ext uri="{FF2B5EF4-FFF2-40B4-BE49-F238E27FC236}">
                <a16:creationId xmlns:a16="http://schemas.microsoft.com/office/drawing/2014/main" id="{73218746-4DC1-957D-5822-F6CC0D79F4DB}"/>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743284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082987-A0A7-9749-A6CE-497C17CC2329}"/>
              </a:ext>
            </a:extLst>
          </p:cNvPr>
          <p:cNvSpPr/>
          <p:nvPr userDrawn="1"/>
        </p:nvSpPr>
        <p:spPr>
          <a:xfrm>
            <a:off x="0" y="3"/>
            <a:ext cx="12192000" cy="62960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sp>
        <p:nvSpPr>
          <p:cNvPr id="2" name="Title 1">
            <a:extLst>
              <a:ext uri="{FF2B5EF4-FFF2-40B4-BE49-F238E27FC236}">
                <a16:creationId xmlns:a16="http://schemas.microsoft.com/office/drawing/2014/main" id="{BF2CC4BB-8F07-EA46-BCC7-E476F54716A2}"/>
              </a:ext>
            </a:extLst>
          </p:cNvPr>
          <p:cNvSpPr>
            <a:spLocks noGrp="1"/>
          </p:cNvSpPr>
          <p:nvPr>
            <p:ph type="title" hasCustomPrompt="1"/>
          </p:nvPr>
        </p:nvSpPr>
        <p:spPr>
          <a:xfrm>
            <a:off x="399735" y="345416"/>
            <a:ext cx="8055778" cy="515901"/>
          </a:xfrm>
        </p:spPr>
        <p:txBody>
          <a:bodyPr/>
          <a:lstStyle>
            <a:lvl1pPr>
              <a:defRPr>
                <a:solidFill>
                  <a:schemeClr val="bg1"/>
                </a:solidFill>
              </a:defRPr>
            </a:lvl1pPr>
          </a:lstStyle>
          <a:p>
            <a:r>
              <a:rPr lang="en-GB" dirty="0"/>
              <a:t>Click to edit master title style</a:t>
            </a:r>
            <a:endParaRPr lang="en-US" dirty="0"/>
          </a:p>
        </p:txBody>
      </p:sp>
      <p:sp>
        <p:nvSpPr>
          <p:cNvPr id="13" name="Content Placeholder 2">
            <a:extLst>
              <a:ext uri="{FF2B5EF4-FFF2-40B4-BE49-F238E27FC236}">
                <a16:creationId xmlns:a16="http://schemas.microsoft.com/office/drawing/2014/main" id="{7E0E5A85-C763-3B47-9BD8-87C2C063DA4B}"/>
              </a:ext>
            </a:extLst>
          </p:cNvPr>
          <p:cNvSpPr>
            <a:spLocks noGrp="1"/>
          </p:cNvSpPr>
          <p:nvPr>
            <p:ph sz="half" idx="1" hasCustomPrompt="1"/>
          </p:nvPr>
        </p:nvSpPr>
        <p:spPr>
          <a:xfrm>
            <a:off x="399735" y="1451501"/>
            <a:ext cx="8055778" cy="4367371"/>
          </a:xfrm>
        </p:spPr>
        <p:txBody>
          <a:bodyPr/>
          <a:lstStyle>
            <a:lvl1pPr>
              <a:buClr>
                <a:schemeClr val="bg1"/>
              </a:buClr>
              <a:defRPr>
                <a:solidFill>
                  <a:schemeClr val="bg1"/>
                </a:solidFill>
              </a:defRPr>
            </a:lvl1pPr>
            <a:lvl2pPr>
              <a:buClr>
                <a:schemeClr val="accent1"/>
              </a:buClr>
              <a:defRPr>
                <a:solidFill>
                  <a:schemeClr val="accent1"/>
                </a:solidFill>
              </a:defRPr>
            </a:lvl2pPr>
            <a:lvl3pPr>
              <a:buClr>
                <a:schemeClr val="accent1"/>
              </a:buClr>
              <a:defRPr>
                <a:solidFill>
                  <a:schemeClr val="accent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Rectangle 11">
            <a:extLst>
              <a:ext uri="{FF2B5EF4-FFF2-40B4-BE49-F238E27FC236}">
                <a16:creationId xmlns:a16="http://schemas.microsoft.com/office/drawing/2014/main" id="{C4E7C2E4-01F1-E442-B8C8-0DF81347D091}"/>
              </a:ext>
            </a:extLst>
          </p:cNvPr>
          <p:cNvSpPr/>
          <p:nvPr userDrawn="1"/>
        </p:nvSpPr>
        <p:spPr>
          <a:xfrm>
            <a:off x="0" y="6231470"/>
            <a:ext cx="12192000" cy="626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Arial" panose="020B0604020202020204" pitchFamily="34" charset="0"/>
            </a:endParaRPr>
          </a:p>
        </p:txBody>
      </p:sp>
      <p:pic>
        <p:nvPicPr>
          <p:cNvPr id="11" name="Picture 10">
            <a:extLst>
              <a:ext uri="{FF2B5EF4-FFF2-40B4-BE49-F238E27FC236}">
                <a16:creationId xmlns:a16="http://schemas.microsoft.com/office/drawing/2014/main" id="{6488F74A-3BB3-7641-8E75-F37B03910A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4190" y="6231470"/>
            <a:ext cx="3132658" cy="626530"/>
          </a:xfrm>
          <a:prstGeom prst="rect">
            <a:avLst/>
          </a:prstGeom>
        </p:spPr>
      </p:pic>
      <p:sp>
        <p:nvSpPr>
          <p:cNvPr id="4" name="TextBox 3">
            <a:extLst>
              <a:ext uri="{FF2B5EF4-FFF2-40B4-BE49-F238E27FC236}">
                <a16:creationId xmlns:a16="http://schemas.microsoft.com/office/drawing/2014/main" id="{B216D54C-F1E6-7181-3C06-FED98DBA8A09}"/>
              </a:ext>
            </a:extLst>
          </p:cNvPr>
          <p:cNvSpPr txBox="1"/>
          <p:nvPr userDrawn="1"/>
        </p:nvSpPr>
        <p:spPr>
          <a:xfrm>
            <a:off x="11398409" y="6332080"/>
            <a:ext cx="416320" cy="230304"/>
          </a:xfrm>
          <a:prstGeom prst="rect">
            <a:avLst/>
          </a:prstGeom>
          <a:noFill/>
        </p:spPr>
        <p:txBody>
          <a:bodyPr wrap="square" lIns="0" tIns="0" rIns="0" bIns="0" rtlCol="0" anchor="ctr" anchorCtr="0">
            <a:noAutofit/>
          </a:bodyPr>
          <a:lstStyle/>
          <a:p>
            <a:pPr algn="r"/>
            <a:fld id="{B5F98660-19BF-414E-9E7B-CF2805963732}" type="slidenum">
              <a:rPr lang="en-US" sz="1200" b="1" smtClean="0">
                <a:latin typeface="Arial" panose="020B0604020202020204" pitchFamily="34" charset="0"/>
                <a:cs typeface="Arial" panose="020B0604020202020204" pitchFamily="34" charset="0"/>
              </a:rPr>
              <a:pPr algn="r"/>
              <a:t>‹#›</a:t>
            </a:fld>
            <a:endParaRPr lang="en-US" sz="1200" b="0" i="0" dirty="0">
              <a:latin typeface="Arial" panose="020B0604020202020204" pitchFamily="34" charset="0"/>
            </a:endParaRPr>
          </a:p>
        </p:txBody>
      </p:sp>
      <p:cxnSp>
        <p:nvCxnSpPr>
          <p:cNvPr id="8" name="Straight Connector 7">
            <a:extLst>
              <a:ext uri="{FF2B5EF4-FFF2-40B4-BE49-F238E27FC236}">
                <a16:creationId xmlns:a16="http://schemas.microsoft.com/office/drawing/2014/main" id="{10B60624-9DD9-B79A-4AF9-B891924086AD}"/>
              </a:ext>
            </a:extLst>
          </p:cNvPr>
          <p:cNvCxnSpPr>
            <a:cxnSpLocks/>
          </p:cNvCxnSpPr>
          <p:nvPr userDrawn="1"/>
        </p:nvCxnSpPr>
        <p:spPr>
          <a:xfrm>
            <a:off x="11299632" y="6339829"/>
            <a:ext cx="0" cy="196819"/>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7B4537AC-52F4-6FDB-19F6-68BD45F92A11}"/>
              </a:ext>
            </a:extLst>
          </p:cNvPr>
          <p:cNvSpPr>
            <a:spLocks noGrp="1"/>
          </p:cNvSpPr>
          <p:nvPr>
            <p:ph type="ftr" sz="quarter" idx="11"/>
          </p:nvPr>
        </p:nvSpPr>
        <p:spPr>
          <a:xfrm>
            <a:off x="3479800" y="6332080"/>
            <a:ext cx="7476429" cy="230304"/>
          </a:xfrm>
          <a:prstGeom prst="rect">
            <a:avLst/>
          </a:prstGeom>
        </p:spPr>
        <p:txBody>
          <a:bodyPr lIns="0" tIns="0" rIns="0" bIns="0" anchor="ctr" anchorCtr="0"/>
          <a:lstStyle>
            <a:lvl1pPr algn="r">
              <a:defRPr sz="1200" b="0" i="0">
                <a:latin typeface="Arial" panose="020B0604020202020204" pitchFamily="34" charset="0"/>
                <a:cs typeface="Arial" panose="020B0604020202020204" pitchFamily="34" charset="0"/>
              </a:defRPr>
            </a:lvl1pPr>
          </a:lstStyle>
          <a:p>
            <a:r>
              <a:rPr lang="en-US" dirty="0"/>
              <a:t>&lt;Presentation Title&gt;</a:t>
            </a:r>
          </a:p>
        </p:txBody>
      </p:sp>
      <p:pic>
        <p:nvPicPr>
          <p:cNvPr id="3" name="Picture 2" descr="A picture containing screenshot, pattern, symmetry, black&#10;&#10;Description automatically generated">
            <a:extLst>
              <a:ext uri="{FF2B5EF4-FFF2-40B4-BE49-F238E27FC236}">
                <a16:creationId xmlns:a16="http://schemas.microsoft.com/office/drawing/2014/main" id="{33D01D56-89FF-1FD8-C139-0ABC70DDD3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080"/>
          <a:stretch/>
        </p:blipFill>
        <p:spPr>
          <a:xfrm>
            <a:off x="9262334" y="416892"/>
            <a:ext cx="2711074" cy="5397500"/>
          </a:xfrm>
          <a:prstGeom prst="rect">
            <a:avLst/>
          </a:prstGeom>
        </p:spPr>
      </p:pic>
      <p:sp>
        <p:nvSpPr>
          <p:cNvPr id="5" name="TextBox 4">
            <a:extLst>
              <a:ext uri="{FF2B5EF4-FFF2-40B4-BE49-F238E27FC236}">
                <a16:creationId xmlns:a16="http://schemas.microsoft.com/office/drawing/2014/main" id="{AE538175-A7CA-18FD-1439-5CD11A4805E5}"/>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30377803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FD3FEC-F3E9-864F-A930-BADE187357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68"/>
          <a:stretch/>
        </p:blipFill>
        <p:spPr>
          <a:xfrm>
            <a:off x="5899319" y="0"/>
            <a:ext cx="2196000" cy="5070984"/>
          </a:xfrm>
          <a:prstGeom prst="rect">
            <a:avLst/>
          </a:prstGeom>
        </p:spPr>
      </p:pic>
      <p:pic>
        <p:nvPicPr>
          <p:cNvPr id="9" name="Picture 8">
            <a:extLst>
              <a:ext uri="{FF2B5EF4-FFF2-40B4-BE49-F238E27FC236}">
                <a16:creationId xmlns:a16="http://schemas.microsoft.com/office/drawing/2014/main" id="{695EBA51-6387-4C4C-81D6-6B59BC0903D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293" r="-293" b="15968"/>
          <a:stretch/>
        </p:blipFill>
        <p:spPr>
          <a:xfrm>
            <a:off x="7908000" y="0"/>
            <a:ext cx="4284000" cy="5070984"/>
          </a:xfrm>
          <a:prstGeom prst="rect">
            <a:avLst/>
          </a:prstGeom>
        </p:spPr>
      </p:pic>
      <p:pic>
        <p:nvPicPr>
          <p:cNvPr id="12" name="Picture 11">
            <a:extLst>
              <a:ext uri="{FF2B5EF4-FFF2-40B4-BE49-F238E27FC236}">
                <a16:creationId xmlns:a16="http://schemas.microsoft.com/office/drawing/2014/main" id="{6F10BBFD-B3A4-5D47-9E65-C7EFA466431B}"/>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sp>
        <p:nvSpPr>
          <p:cNvPr id="2" name="Title 1">
            <a:extLst>
              <a:ext uri="{FF2B5EF4-FFF2-40B4-BE49-F238E27FC236}">
                <a16:creationId xmlns:a16="http://schemas.microsoft.com/office/drawing/2014/main" id="{33B2095B-3738-14BB-59F0-FBF3EA2EEB4A}"/>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3" name="Picture 2" descr="A picture containing pattern, symmetry, black, darkness&#10;&#10;Description automatically generated">
            <a:extLst>
              <a:ext uri="{FF2B5EF4-FFF2-40B4-BE49-F238E27FC236}">
                <a16:creationId xmlns:a16="http://schemas.microsoft.com/office/drawing/2014/main" id="{0B3F2832-7570-4705-05E1-C4D00F3039B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4254"/>
          <a:stretch/>
        </p:blipFill>
        <p:spPr>
          <a:xfrm>
            <a:off x="8313338" y="416892"/>
            <a:ext cx="3660070" cy="5397500"/>
          </a:xfrm>
          <a:prstGeom prst="rect">
            <a:avLst/>
          </a:prstGeom>
        </p:spPr>
      </p:pic>
      <p:sp>
        <p:nvSpPr>
          <p:cNvPr id="5" name="TextBox 4">
            <a:extLst>
              <a:ext uri="{FF2B5EF4-FFF2-40B4-BE49-F238E27FC236}">
                <a16:creationId xmlns:a16="http://schemas.microsoft.com/office/drawing/2014/main" id="{11793F8E-D348-C752-2686-405F4EDCC514}"/>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tx1">
                    <a:lumMod val="65000"/>
                    <a:lumOff val="35000"/>
                  </a:schemeClr>
                </a:solidFill>
                <a:effectLst/>
                <a:latin typeface="Helvetica Neue" panose="02000503000000020004" pitchFamily="2" charset="0"/>
              </a:rPr>
              <a:t>©</a:t>
            </a:r>
            <a:r>
              <a:rPr lang="en-AU" sz="800" dirty="0">
                <a:solidFill>
                  <a:schemeClr val="tx1">
                    <a:lumMod val="65000"/>
                    <a:lumOff val="35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2228068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AE4D03-A620-D14C-BD5A-2A350807216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08785"/>
            <a:ext cx="3097618" cy="1425798"/>
          </a:xfrm>
          <a:prstGeom prst="rect">
            <a:avLst/>
          </a:prstGeom>
        </p:spPr>
      </p:pic>
      <p:sp>
        <p:nvSpPr>
          <p:cNvPr id="3" name="Title 1">
            <a:extLst>
              <a:ext uri="{FF2B5EF4-FFF2-40B4-BE49-F238E27FC236}">
                <a16:creationId xmlns:a16="http://schemas.microsoft.com/office/drawing/2014/main" id="{B6BBAC78-63F0-46DE-3550-3E04975BEB10}"/>
              </a:ext>
            </a:extLst>
          </p:cNvPr>
          <p:cNvSpPr>
            <a:spLocks noGrp="1"/>
          </p:cNvSpPr>
          <p:nvPr>
            <p:ph type="ctrTitle" idx="4294967295" hasCustomPrompt="1"/>
          </p:nvPr>
        </p:nvSpPr>
        <p:spPr>
          <a:xfrm>
            <a:off x="603860" y="2173853"/>
            <a:ext cx="5077440" cy="1218795"/>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4" name="Picture 3" descr="A picture containing screenshot, pattern, symmetry, black&#10;&#10;Description automatically generated">
            <a:extLst>
              <a:ext uri="{FF2B5EF4-FFF2-40B4-BE49-F238E27FC236}">
                <a16:creationId xmlns:a16="http://schemas.microsoft.com/office/drawing/2014/main" id="{050392FE-8149-4829-F2B5-10E8A5D47E6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2" name="TextBox 1">
            <a:extLst>
              <a:ext uri="{FF2B5EF4-FFF2-40B4-BE49-F238E27FC236}">
                <a16:creationId xmlns:a16="http://schemas.microsoft.com/office/drawing/2014/main" id="{4D2F848E-F372-1363-36F4-3378179C61FE}"/>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68014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ECECEC"/>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E8522B1-D663-0841-86D8-80D681225302}"/>
              </a:ext>
            </a:extLst>
          </p:cNvPr>
          <p:cNvSpPr>
            <a:spLocks noGrp="1"/>
          </p:cNvSpPr>
          <p:nvPr>
            <p:ph type="ctrTitle" idx="4294967295" hasCustomPrompt="1"/>
          </p:nvPr>
        </p:nvSpPr>
        <p:spPr>
          <a:xfrm>
            <a:off x="603860" y="2137502"/>
            <a:ext cx="5077440" cy="1291498"/>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pic>
        <p:nvPicPr>
          <p:cNvPr id="6" name="Picture 5">
            <a:extLst>
              <a:ext uri="{FF2B5EF4-FFF2-40B4-BE49-F238E27FC236}">
                <a16:creationId xmlns:a16="http://schemas.microsoft.com/office/drawing/2014/main" id="{A6E1F9C1-B904-C64A-9353-68E1CCDB98D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42253" y="5116341"/>
            <a:ext cx="3097618" cy="1425800"/>
          </a:xfrm>
          <a:prstGeom prst="rect">
            <a:avLst/>
          </a:prstGeom>
        </p:spPr>
      </p:pic>
      <p:pic>
        <p:nvPicPr>
          <p:cNvPr id="2" name="Picture 1" descr="A picture containing screenshot, pattern, symmetry, black&#10;&#10;Description automatically generated">
            <a:extLst>
              <a:ext uri="{FF2B5EF4-FFF2-40B4-BE49-F238E27FC236}">
                <a16:creationId xmlns:a16="http://schemas.microsoft.com/office/drawing/2014/main" id="{D4637D6B-3535-21BB-F5A3-4CEB19DD308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4639" r="1"/>
          <a:stretch/>
        </p:blipFill>
        <p:spPr>
          <a:xfrm>
            <a:off x="8328074" y="416892"/>
            <a:ext cx="3645334" cy="5397500"/>
          </a:xfrm>
          <a:prstGeom prst="rect">
            <a:avLst/>
          </a:prstGeom>
        </p:spPr>
      </p:pic>
      <p:sp>
        <p:nvSpPr>
          <p:cNvPr id="4" name="TextBox 3">
            <a:extLst>
              <a:ext uri="{FF2B5EF4-FFF2-40B4-BE49-F238E27FC236}">
                <a16:creationId xmlns:a16="http://schemas.microsoft.com/office/drawing/2014/main" id="{05EF8265-7BE8-7D30-63D9-3B73F577D4E8}"/>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lumMod val="50000"/>
                  </a:schemeClr>
                </a:solidFill>
                <a:effectLst/>
                <a:latin typeface="Helvetica Neue" panose="02000503000000020004" pitchFamily="2" charset="0"/>
              </a:rPr>
              <a:t>©</a:t>
            </a:r>
            <a:r>
              <a:rPr lang="en-AU" sz="800" dirty="0">
                <a:solidFill>
                  <a:schemeClr val="bg1">
                    <a:lumMod val="50000"/>
                  </a:schemeClr>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4129254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Slide">
    <p:bg>
      <p:bgPr>
        <a:solidFill>
          <a:srgbClr val="ECECEC"/>
        </a:solidFill>
        <a:effectLst/>
      </p:bgPr>
    </p:bg>
    <p:spTree>
      <p:nvGrpSpPr>
        <p:cNvPr id="1" name=""/>
        <p:cNvGrpSpPr/>
        <p:nvPr/>
      </p:nvGrpSpPr>
      <p:grpSpPr>
        <a:xfrm>
          <a:off x="0" y="0"/>
          <a:ext cx="0" cy="0"/>
          <a:chOff x="0" y="0"/>
          <a:chExt cx="0" cy="0"/>
        </a:xfrm>
      </p:grpSpPr>
      <p:pic>
        <p:nvPicPr>
          <p:cNvPr id="5" name="Picture 4" descr="A large building&#10;&#10;Description automatically generated">
            <a:extLst>
              <a:ext uri="{FF2B5EF4-FFF2-40B4-BE49-F238E27FC236}">
                <a16:creationId xmlns:a16="http://schemas.microsoft.com/office/drawing/2014/main" id="{44BB9AD5-5855-D74E-8009-AB00B987C4E0}"/>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5A239C4-066B-F74E-82A2-FE2AA5E70B1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3" name="Title 1">
            <a:extLst>
              <a:ext uri="{FF2B5EF4-FFF2-40B4-BE49-F238E27FC236}">
                <a16:creationId xmlns:a16="http://schemas.microsoft.com/office/drawing/2014/main" id="{641518E3-3AA8-F6D3-CBEF-2EB3AEFFBBE0}"/>
              </a:ext>
            </a:extLst>
          </p:cNvPr>
          <p:cNvSpPr>
            <a:spLocks noGrp="1"/>
          </p:cNvSpPr>
          <p:nvPr>
            <p:ph type="ctrTitle" idx="4294967295" hasCustomPrompt="1"/>
          </p:nvPr>
        </p:nvSpPr>
        <p:spPr>
          <a:xfrm>
            <a:off x="563897" y="1194792"/>
            <a:ext cx="5077440" cy="1218795"/>
          </a:xfrm>
        </p:spPr>
        <p:txBody>
          <a:bodyPr anchor="ctr" anchorCtr="0"/>
          <a:lstStyle>
            <a:lvl1pPr>
              <a:spcBef>
                <a:spcPts val="1600"/>
              </a:spcBef>
              <a:spcAft>
                <a:spcPts val="2400"/>
              </a:spcAft>
              <a:defRPr sz="4400">
                <a:solidFill>
                  <a:schemeClr val="tx1"/>
                </a:solidFill>
              </a:defRPr>
            </a:lvl1pPr>
          </a:lstStyle>
          <a:p>
            <a:pPr>
              <a:spcBef>
                <a:spcPts val="1200"/>
              </a:spcBef>
              <a:spcAft>
                <a:spcPts val="1800"/>
              </a:spcAft>
            </a:pPr>
            <a:r>
              <a:rPr lang="en-GB" dirty="0"/>
              <a:t>Click to edit master title style</a:t>
            </a:r>
            <a:endParaRPr lang="en-US" sz="3600" b="0" dirty="0"/>
          </a:p>
        </p:txBody>
      </p:sp>
      <p:sp>
        <p:nvSpPr>
          <p:cNvPr id="2" name="TextBox 1">
            <a:extLst>
              <a:ext uri="{FF2B5EF4-FFF2-40B4-BE49-F238E27FC236}">
                <a16:creationId xmlns:a16="http://schemas.microsoft.com/office/drawing/2014/main" id="{AB47E340-2F7D-8151-66B7-D638258C842A}"/>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2166009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ECECEC"/>
        </a:solidFill>
        <a:effectLst/>
      </p:bgPr>
    </p:bg>
    <p:spTree>
      <p:nvGrpSpPr>
        <p:cNvPr id="1" name=""/>
        <p:cNvGrpSpPr/>
        <p:nvPr/>
      </p:nvGrpSpPr>
      <p:grpSpPr>
        <a:xfrm>
          <a:off x="0" y="0"/>
          <a:ext cx="0" cy="0"/>
          <a:chOff x="0" y="0"/>
          <a:chExt cx="0" cy="0"/>
        </a:xfrm>
      </p:grpSpPr>
      <p:pic>
        <p:nvPicPr>
          <p:cNvPr id="5" name="Picture 4" descr="A picture containing outdoor, cloud, sky, tree&#10;&#10;Description automatically generated">
            <a:extLst>
              <a:ext uri="{FF2B5EF4-FFF2-40B4-BE49-F238E27FC236}">
                <a16:creationId xmlns:a16="http://schemas.microsoft.com/office/drawing/2014/main" id="{1BE27CF4-73CF-CF33-B948-C4085B2E3F0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304842" cy="6946899"/>
          </a:xfrm>
          <a:prstGeom prst="rect">
            <a:avLst/>
          </a:prstGeom>
        </p:spPr>
      </p:pic>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pic>
        <p:nvPicPr>
          <p:cNvPr id="7" name="Picture 6">
            <a:extLst>
              <a:ext uri="{FF2B5EF4-FFF2-40B4-BE49-F238E27FC236}">
                <a16:creationId xmlns:a16="http://schemas.microsoft.com/office/drawing/2014/main" id="{B38D0EC0-A17F-A048-AB05-F1B8F237A153}"/>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6"/>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spTree>
    <p:extLst>
      <p:ext uri="{BB962C8B-B14F-4D97-AF65-F5344CB8AC3E}">
        <p14:creationId xmlns:p14="http://schemas.microsoft.com/office/powerpoint/2010/main" val="11971549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8_Title Slide">
    <p:bg>
      <p:bgPr>
        <a:solidFill>
          <a:srgbClr val="ECECE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BB3C75B-2CDB-B3A7-76D3-8B38035E190F}"/>
              </a:ext>
            </a:extLst>
          </p:cNvPr>
          <p:cNvPicPr>
            <a:picLocks noChangeAspect="1"/>
          </p:cNvPicPr>
          <p:nvPr userDrawn="1"/>
        </p:nvPicPr>
        <p:blipFill>
          <a:blip r:embed="rId2"/>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526AB0C6-18A8-A690-7B2C-80947655F75E}"/>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3D1D3796-7D4F-154E-A210-F58938F3E69C}"/>
              </a:ext>
            </a:extLst>
          </p:cNvPr>
          <p:cNvSpPr>
            <a:spLocks noGrp="1"/>
          </p:cNvSpPr>
          <p:nvPr>
            <p:ph type="ctrTitle" idx="4294967295" hasCustomPrompt="1"/>
          </p:nvPr>
        </p:nvSpPr>
        <p:spPr>
          <a:xfrm>
            <a:off x="563897" y="1672318"/>
            <a:ext cx="5077440" cy="1291498"/>
          </a:xfrm>
        </p:spPr>
        <p:txBody>
          <a:bodyPr anchor="ctr" anchorCtr="0"/>
          <a:lstStyle>
            <a:lvl1pPr>
              <a:spcBef>
                <a:spcPts val="1600"/>
              </a:spcBef>
              <a:spcAft>
                <a:spcPts val="2400"/>
              </a:spcAft>
              <a:defRPr sz="4400">
                <a:solidFill>
                  <a:schemeClr val="bg1"/>
                </a:solidFill>
              </a:defRPr>
            </a:lvl1pPr>
          </a:lstStyle>
          <a:p>
            <a:pPr>
              <a:spcBef>
                <a:spcPts val="1200"/>
              </a:spcBef>
              <a:spcAft>
                <a:spcPts val="1800"/>
              </a:spcAft>
            </a:pPr>
            <a:r>
              <a:rPr lang="en-GB" dirty="0"/>
              <a:t>Click to edit master title style</a:t>
            </a:r>
            <a:endParaRPr lang="en-US" sz="3600" b="0" dirty="0"/>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10" name="Picture 9">
            <a:extLst>
              <a:ext uri="{FF2B5EF4-FFF2-40B4-BE49-F238E27FC236}">
                <a16:creationId xmlns:a16="http://schemas.microsoft.com/office/drawing/2014/main" id="{D12ED99E-6B9D-7AEA-3698-4DD759E3B9B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Tree>
    <p:extLst>
      <p:ext uri="{BB962C8B-B14F-4D97-AF65-F5344CB8AC3E}">
        <p14:creationId xmlns:p14="http://schemas.microsoft.com/office/powerpoint/2010/main" val="2774576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9_Title Slide">
    <p:bg>
      <p:bgPr>
        <a:solidFill>
          <a:srgbClr val="ECECE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66CA2-5C58-5921-60E9-D28ADA36826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1B693D0-9E80-C772-133E-7B4CB57CE3B3}"/>
              </a:ext>
            </a:extLst>
          </p:cNvPr>
          <p:cNvSpPr/>
          <p:nvPr userDrawn="1"/>
        </p:nvSpPr>
        <p:spPr>
          <a:xfrm>
            <a:off x="0" y="5354320"/>
            <a:ext cx="12191999" cy="1503680"/>
          </a:xfrm>
          <a:prstGeom prst="rect">
            <a:avLst/>
          </a:prstGeom>
          <a:gradFill>
            <a:gsLst>
              <a:gs pos="0">
                <a:schemeClr val="accent1">
                  <a:lumMod val="5000"/>
                  <a:lumOff val="95000"/>
                  <a:alpha val="0"/>
                </a:schemeClr>
              </a:gs>
              <a:gs pos="25000">
                <a:schemeClr val="tx1">
                  <a:alpha val="57854"/>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C9A4477-F31B-0306-040E-CDEC1DD0B3C6}"/>
              </a:ext>
            </a:extLst>
          </p:cNvPr>
          <p:cNvSpPr txBox="1"/>
          <p:nvPr userDrawn="1"/>
        </p:nvSpPr>
        <p:spPr>
          <a:xfrm>
            <a:off x="3341038" y="6708625"/>
            <a:ext cx="8473691" cy="149374"/>
          </a:xfrm>
          <a:prstGeom prst="rect">
            <a:avLst/>
          </a:prstGeom>
          <a:noFill/>
        </p:spPr>
        <p:txBody>
          <a:bodyPr wrap="square" lIns="0" tIns="0" rIns="0" bIns="36000" rtlCol="0">
            <a:noAutofit/>
          </a:bodyPr>
          <a:lstStyle/>
          <a:p>
            <a:pPr algn="r"/>
            <a:r>
              <a:rPr lang="en-AU" sz="800" b="0" i="0" u="none" strike="noStrike" dirty="0">
                <a:solidFill>
                  <a:schemeClr val="bg1"/>
                </a:solidFill>
                <a:effectLst/>
                <a:latin typeface="Helvetica Neue" panose="02000503000000020004" pitchFamily="2" charset="0"/>
              </a:rPr>
              <a:t>©</a:t>
            </a:r>
            <a:r>
              <a:rPr lang="en-AU" sz="800" dirty="0">
                <a:solidFill>
                  <a:schemeClr val="bg1"/>
                </a:solidFill>
                <a:latin typeface="Arial" panose="020B0604020202020204" pitchFamily="34" charset="0"/>
                <a:cs typeface="Arial" panose="020B0604020202020204" pitchFamily="34" charset="0"/>
              </a:rPr>
              <a:t> 2024 Victoria University. CRICOS No. 00124K (Melbourne), 02475D (Sydney and Brisbane), RTO 3113, TEQSA No. PRV12152, Provider Category: Australian University</a:t>
            </a:r>
          </a:p>
        </p:txBody>
      </p:sp>
      <p:pic>
        <p:nvPicPr>
          <p:cNvPr id="7" name="Picture 6">
            <a:extLst>
              <a:ext uri="{FF2B5EF4-FFF2-40B4-BE49-F238E27FC236}">
                <a16:creationId xmlns:a16="http://schemas.microsoft.com/office/drawing/2014/main" id="{FC76220B-EB3D-736A-703B-9D5C9AC0506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97803" y="5191335"/>
            <a:ext cx="3097618" cy="1425798"/>
          </a:xfrm>
          <a:prstGeom prst="rect">
            <a:avLst/>
          </a:prstGeom>
        </p:spPr>
      </p:pic>
      <p:sp>
        <p:nvSpPr>
          <p:cNvPr id="2" name="Rectangle 1">
            <a:extLst>
              <a:ext uri="{FF2B5EF4-FFF2-40B4-BE49-F238E27FC236}">
                <a16:creationId xmlns:a16="http://schemas.microsoft.com/office/drawing/2014/main" id="{EEB389DE-8018-324D-9427-78B74469B8FA}"/>
              </a:ext>
            </a:extLst>
          </p:cNvPr>
          <p:cNvSpPr/>
          <p:nvPr userDrawn="1"/>
        </p:nvSpPr>
        <p:spPr>
          <a:xfrm rot="10800000">
            <a:off x="0" y="0"/>
            <a:ext cx="12191999" cy="2769326"/>
          </a:xfrm>
          <a:prstGeom prst="rect">
            <a:avLst/>
          </a:prstGeom>
          <a:gradFill>
            <a:gsLst>
              <a:gs pos="0">
                <a:schemeClr val="accent1">
                  <a:lumMod val="5000"/>
                  <a:lumOff val="95000"/>
                  <a:alpha val="0"/>
                </a:schemeClr>
              </a:gs>
              <a:gs pos="25000">
                <a:schemeClr val="tx1">
                  <a:alpha val="2174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5445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09F57-4719-FDE0-C0CB-19F89A7B138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FACEA42-FC3C-4370-8ABD-6272868CA1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A3B7AF9-F966-F8E7-43EE-F659F8714A10}"/>
              </a:ext>
            </a:extLst>
          </p:cNvPr>
          <p:cNvSpPr>
            <a:spLocks noGrp="1"/>
          </p:cNvSpPr>
          <p:nvPr>
            <p:ph type="dt" sz="half" idx="10"/>
          </p:nvPr>
        </p:nvSpPr>
        <p:spPr/>
        <p:txBody>
          <a:bodyPr/>
          <a:lstStyle/>
          <a:p>
            <a:fld id="{D6047E75-FD2E-4FFB-80FF-0357034412F4}" type="datetimeFigureOut">
              <a:rPr lang="en-AU" smtClean="0"/>
              <a:t>5/02/2025</a:t>
            </a:fld>
            <a:endParaRPr lang="en-AU"/>
          </a:p>
        </p:txBody>
      </p:sp>
      <p:sp>
        <p:nvSpPr>
          <p:cNvPr id="5" name="Footer Placeholder 4">
            <a:extLst>
              <a:ext uri="{FF2B5EF4-FFF2-40B4-BE49-F238E27FC236}">
                <a16:creationId xmlns:a16="http://schemas.microsoft.com/office/drawing/2014/main" id="{A196BD63-C823-974A-DAC8-ADD04035D5E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D08EDAB-8ACE-32F3-6DFC-5AE4E1CF5703}"/>
              </a:ext>
            </a:extLst>
          </p:cNvPr>
          <p:cNvSpPr>
            <a:spLocks noGrp="1"/>
          </p:cNvSpPr>
          <p:nvPr>
            <p:ph type="sldNum" sz="quarter" idx="12"/>
          </p:nvPr>
        </p:nvSpPr>
        <p:spPr/>
        <p:txBody>
          <a:bodyPr/>
          <a:lstStyle/>
          <a:p>
            <a:fld id="{8AE139FC-16B3-4DEE-A78E-98F86695D903}" type="slidenum">
              <a:rPr lang="en-AU" smtClean="0"/>
              <a:t>‹#›</a:t>
            </a:fld>
            <a:endParaRPr lang="en-AU"/>
          </a:p>
        </p:txBody>
      </p:sp>
    </p:spTree>
    <p:extLst>
      <p:ext uri="{BB962C8B-B14F-4D97-AF65-F5344CB8AC3E}">
        <p14:creationId xmlns:p14="http://schemas.microsoft.com/office/powerpoint/2010/main" val="330715248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FD54-D143-8544-8A0E-C449B851C5F4}"/>
              </a:ext>
            </a:extLst>
          </p:cNvPr>
          <p:cNvSpPr>
            <a:spLocks noGrp="1"/>
          </p:cNvSpPr>
          <p:nvPr>
            <p:ph type="title"/>
          </p:nvPr>
        </p:nvSpPr>
        <p:spPr>
          <a:xfrm>
            <a:off x="365760" y="350838"/>
            <a:ext cx="11436772" cy="443198"/>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876B6D7-1BFF-2D47-9B38-9CF11F641FED}"/>
              </a:ext>
            </a:extLst>
          </p:cNvPr>
          <p:cNvSpPr>
            <a:spLocks noGrp="1"/>
          </p:cNvSpPr>
          <p:nvPr>
            <p:ph type="body" idx="1"/>
          </p:nvPr>
        </p:nvSpPr>
        <p:spPr>
          <a:xfrm>
            <a:off x="365759" y="1393825"/>
            <a:ext cx="11436773" cy="45751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2817484"/>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650" r:id="rId4"/>
    <p:sldLayoutId id="2147483710" r:id="rId5"/>
    <p:sldLayoutId id="2147483702" r:id="rId6"/>
    <p:sldLayoutId id="2147483709" r:id="rId7"/>
    <p:sldLayoutId id="2147483658" r:id="rId8"/>
    <p:sldLayoutId id="2147483693" r:id="rId9"/>
    <p:sldLayoutId id="2147483694" r:id="rId10"/>
    <p:sldLayoutId id="2147483692" r:id="rId11"/>
    <p:sldLayoutId id="2147483686" r:id="rId12"/>
    <p:sldLayoutId id="2147483667" r:id="rId13"/>
    <p:sldLayoutId id="2147483652" r:id="rId14"/>
    <p:sldLayoutId id="2147483698" r:id="rId15"/>
    <p:sldLayoutId id="2147483695" r:id="rId16"/>
    <p:sldLayoutId id="2147483696" r:id="rId17"/>
    <p:sldLayoutId id="2147483680" r:id="rId18"/>
    <p:sldLayoutId id="2147483656" r:id="rId19"/>
    <p:sldLayoutId id="2147483657" r:id="rId20"/>
    <p:sldLayoutId id="2147483681" r:id="rId21"/>
    <p:sldLayoutId id="2147483653" r:id="rId22"/>
    <p:sldLayoutId id="2147483682" r:id="rId23"/>
    <p:sldLayoutId id="2147483676" r:id="rId24"/>
    <p:sldLayoutId id="2147483666" r:id="rId25"/>
    <p:sldLayoutId id="2147483708" r:id="rId26"/>
    <p:sldLayoutId id="2147483683" r:id="rId27"/>
    <p:sldLayoutId id="2147483707" r:id="rId28"/>
    <p:sldLayoutId id="2147483663" r:id="rId29"/>
    <p:sldLayoutId id="2147483700" r:id="rId30"/>
    <p:sldLayoutId id="2147483697" r:id="rId31"/>
    <p:sldLayoutId id="2147483699" r:id="rId32"/>
    <p:sldLayoutId id="2147483701" r:id="rId33"/>
    <p:sldLayoutId id="2147483661" r:id="rId34"/>
    <p:sldLayoutId id="2147483669" r:id="rId35"/>
    <p:sldLayoutId id="2147483690" r:id="rId36"/>
    <p:sldLayoutId id="2147483691" r:id="rId37"/>
    <p:sldLayoutId id="2147483703" r:id="rId38"/>
    <p:sldLayoutId id="2147483704" r:id="rId39"/>
    <p:sldLayoutId id="2147483711" r:id="rId40"/>
    <p:sldLayoutId id="2147483712" r:id="rId41"/>
    <p:sldLayoutId id="2147483713" r:id="rId42"/>
  </p:sldLayoutIdLst>
  <p:hf sldNum="0" hdr="0" dt="0"/>
  <p:txStyles>
    <p:title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p:titleStyle>
    <p:bodyStyle>
      <a:lvl1pPr marL="287986"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2000" b="1" i="0" kern="1200">
          <a:solidFill>
            <a:schemeClr val="tx1"/>
          </a:solidFill>
          <a:latin typeface="Arial" panose="020B0604020202020204" pitchFamily="34" charset="0"/>
          <a:ea typeface="+mn-ea"/>
          <a:cs typeface="Arial" panose="020B0604020202020204" pitchFamily="34" charset="0"/>
        </a:defRPr>
      </a:lvl1pPr>
      <a:lvl2pPr marL="57597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800" b="0" i="0" kern="1200">
          <a:solidFill>
            <a:schemeClr val="tx1"/>
          </a:solidFill>
          <a:latin typeface="Arial" panose="020B0604020202020204" pitchFamily="34" charset="0"/>
          <a:ea typeface="+mn-ea"/>
          <a:cs typeface="Arial" panose="020B0604020202020204" pitchFamily="34" charset="0"/>
        </a:defRPr>
      </a:lvl2pPr>
      <a:lvl3pPr marL="863957"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600" b="1" i="0" kern="1200">
          <a:solidFill>
            <a:schemeClr val="tx1"/>
          </a:solidFill>
          <a:latin typeface="Arial" panose="020B0604020202020204" pitchFamily="34" charset="0"/>
          <a:ea typeface="+mn-ea"/>
          <a:cs typeface="Arial" panose="020B0604020202020204" pitchFamily="34" charset="0"/>
        </a:defRPr>
      </a:lvl3pPr>
      <a:lvl4pPr marL="1151942"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400" b="0" i="0" kern="1200">
          <a:solidFill>
            <a:schemeClr val="tx1"/>
          </a:solidFill>
          <a:latin typeface="Arial" panose="020B0604020202020204" pitchFamily="34" charset="0"/>
          <a:ea typeface="+mn-ea"/>
          <a:cs typeface="Arial" panose="020B0604020202020204" pitchFamily="34" charset="0"/>
        </a:defRPr>
      </a:lvl4pPr>
      <a:lvl5pPr marL="1439928" indent="-287986" algn="l" defTabSz="914354" rtl="0" eaLnBrk="1" latinLnBrk="0" hangingPunct="1">
        <a:lnSpc>
          <a:spcPct val="100000"/>
        </a:lnSpc>
        <a:spcBef>
          <a:spcPts val="600"/>
        </a:spcBef>
        <a:spcAft>
          <a:spcPts val="600"/>
        </a:spcAft>
        <a:buClr>
          <a:schemeClr val="accent1"/>
        </a:buClr>
        <a:buSzPct val="60000"/>
        <a:buFont typeface=".Lucida Grande UI Regular"/>
        <a:buChar char="◆"/>
        <a:defRPr sz="1200" b="1" i="0"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42.xml"/><Relationship Id="rId4" Type="http://schemas.openxmlformats.org/officeDocument/2006/relationships/image" Target="../media/image24.jpg"/></Relationships>
</file>

<file path=ppt/slides/_rels/slide1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42.xml"/><Relationship Id="rId4" Type="http://schemas.openxmlformats.org/officeDocument/2006/relationships/image" Target="../media/image27.jpg"/></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slideLayout" Target="../slideLayouts/slideLayout16.xml"/><Relationship Id="rId1" Type="http://schemas.openxmlformats.org/officeDocument/2006/relationships/video" Target="https://www.youtube.com/embed/MQ5Va9FEOLo?feature=oembed"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slideLayout" Target="../slideLayouts/slideLayout16.xml"/><Relationship Id="rId1" Type="http://schemas.openxmlformats.org/officeDocument/2006/relationships/video" Target="https://www.youtube.com/embed/8-miGgPFJAY?feature=oembe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037F766-F5AA-C743-82FA-9221F693F5C7}"/>
              </a:ext>
            </a:extLst>
          </p:cNvPr>
          <p:cNvSpPr>
            <a:spLocks noGrp="1"/>
          </p:cNvSpPr>
          <p:nvPr>
            <p:ph type="ctrTitle"/>
          </p:nvPr>
        </p:nvSpPr>
        <p:spPr>
          <a:xfrm>
            <a:off x="599440" y="1832433"/>
            <a:ext cx="6291512" cy="1479648"/>
          </a:xfrm>
        </p:spPr>
        <p:txBody>
          <a:bodyPr lIns="0" tIns="0" rIns="0" bIns="0"/>
          <a:lstStyle/>
          <a:p>
            <a:r>
              <a:rPr lang="en-US" dirty="0"/>
              <a:t>Session 9</a:t>
            </a:r>
          </a:p>
        </p:txBody>
      </p:sp>
      <p:sp>
        <p:nvSpPr>
          <p:cNvPr id="10" name="Subtitle 2">
            <a:extLst>
              <a:ext uri="{FF2B5EF4-FFF2-40B4-BE49-F238E27FC236}">
                <a16:creationId xmlns:a16="http://schemas.microsoft.com/office/drawing/2014/main" id="{2122BAEA-8E13-DA41-A1A3-099D1631A6AE}"/>
              </a:ext>
            </a:extLst>
          </p:cNvPr>
          <p:cNvSpPr>
            <a:spLocks noGrp="1"/>
          </p:cNvSpPr>
          <p:nvPr>
            <p:ph type="subTitle" idx="1"/>
          </p:nvPr>
        </p:nvSpPr>
        <p:spPr>
          <a:xfrm>
            <a:off x="599441" y="3259667"/>
            <a:ext cx="5069840" cy="990115"/>
          </a:xfrm>
        </p:spPr>
        <p:txBody>
          <a:bodyPr lIns="0" tIns="0" rIns="0" bIns="0"/>
          <a:lstStyle/>
          <a:p>
            <a:r>
              <a:rPr lang="en-US" dirty="0"/>
              <a:t>NAD1001: INTRODUCTION TO ARCHITECTURAL DESIGN</a:t>
            </a:r>
          </a:p>
        </p:txBody>
      </p:sp>
    </p:spTree>
    <p:extLst>
      <p:ext uri="{BB962C8B-B14F-4D97-AF65-F5344CB8AC3E}">
        <p14:creationId xmlns:p14="http://schemas.microsoft.com/office/powerpoint/2010/main" val="2693254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784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C6ACED-B326-CEDC-F4F4-5A33946DEBBC}"/>
              </a:ext>
            </a:extLst>
          </p:cNvPr>
          <p:cNvSpPr>
            <a:spLocks noGrp="1"/>
          </p:cNvSpPr>
          <p:nvPr>
            <p:ph type="body" sz="half" idx="2"/>
          </p:nvPr>
        </p:nvSpPr>
        <p:spPr>
          <a:xfrm>
            <a:off x="366232" y="1358624"/>
            <a:ext cx="11459536" cy="4437560"/>
          </a:xfrm>
        </p:spPr>
        <p:txBody>
          <a:bodyPr/>
          <a:lstStyle/>
          <a:p>
            <a:r>
              <a:rPr lang="en-US" dirty="0"/>
              <a:t>Contract documents include:</a:t>
            </a:r>
          </a:p>
          <a:p>
            <a:pPr marL="342900" indent="-342900">
              <a:buFont typeface="Arial" panose="020B0604020202020204" pitchFamily="34" charset="0"/>
              <a:buChar char="•"/>
            </a:pPr>
            <a:r>
              <a:rPr lang="en-US" dirty="0"/>
              <a:t>the completed contract form</a:t>
            </a:r>
          </a:p>
          <a:p>
            <a:pPr marL="342900" indent="-342900">
              <a:buFont typeface="Arial" panose="020B0604020202020204" pitchFamily="34" charset="0"/>
              <a:buChar char="•"/>
            </a:pPr>
            <a:r>
              <a:rPr lang="en-US" dirty="0"/>
              <a:t>the specification</a:t>
            </a:r>
          </a:p>
          <a:p>
            <a:pPr marL="342900" indent="-342900">
              <a:buFont typeface="Arial" panose="020B0604020202020204" pitchFamily="34" charset="0"/>
              <a:buChar char="•"/>
            </a:pPr>
            <a:r>
              <a:rPr lang="en-US" dirty="0"/>
              <a:t>the drawings the bill of quantities</a:t>
            </a:r>
          </a:p>
          <a:p>
            <a:pPr marL="342900" indent="-342900">
              <a:buFont typeface="Arial" panose="020B0604020202020204" pitchFamily="34" charset="0"/>
              <a:buChar char="•"/>
            </a:pPr>
            <a:r>
              <a:rPr lang="en-US" dirty="0"/>
              <a:t>other documents, either listed in the contract (MW‐1) or which the owner is contractually obliged to provide to the contractor (AS4000).</a:t>
            </a:r>
            <a:endParaRPr lang="en-AU" dirty="0"/>
          </a:p>
        </p:txBody>
      </p:sp>
      <p:sp>
        <p:nvSpPr>
          <p:cNvPr id="2" name="Title 1">
            <a:extLst>
              <a:ext uri="{FF2B5EF4-FFF2-40B4-BE49-F238E27FC236}">
                <a16:creationId xmlns:a16="http://schemas.microsoft.com/office/drawing/2014/main" id="{952FB9D3-E09B-B038-2D39-66FDAAEB729C}"/>
              </a:ext>
            </a:extLst>
          </p:cNvPr>
          <p:cNvSpPr>
            <a:spLocks noGrp="1"/>
          </p:cNvSpPr>
          <p:nvPr>
            <p:ph type="title"/>
          </p:nvPr>
        </p:nvSpPr>
        <p:spPr/>
        <p:txBody>
          <a:bodyPr/>
          <a:lstStyle/>
          <a:p>
            <a:r>
              <a:rPr lang="en-AU" dirty="0"/>
              <a:t>Contract Document</a:t>
            </a:r>
          </a:p>
        </p:txBody>
      </p:sp>
    </p:spTree>
    <p:extLst>
      <p:ext uri="{BB962C8B-B14F-4D97-AF65-F5344CB8AC3E}">
        <p14:creationId xmlns:p14="http://schemas.microsoft.com/office/powerpoint/2010/main" val="3265356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3E448E-C0AC-C70D-8732-4C453A781C12}"/>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AU" dirty="0"/>
              <a:t>Residential contracts</a:t>
            </a:r>
          </a:p>
          <a:p>
            <a:pPr marL="342900" indent="-342900">
              <a:buFont typeface="Arial" panose="020B0604020202020204" pitchFamily="34" charset="0"/>
              <a:buChar char="•"/>
            </a:pPr>
            <a:r>
              <a:rPr lang="en-AU" dirty="0"/>
              <a:t>Commercial contracts</a:t>
            </a:r>
          </a:p>
          <a:p>
            <a:endParaRPr lang="en-AU" dirty="0"/>
          </a:p>
          <a:p>
            <a:r>
              <a:rPr lang="en-AU" b="1" dirty="0"/>
              <a:t>Different contracts will result in different drawing requirements.</a:t>
            </a:r>
          </a:p>
        </p:txBody>
      </p:sp>
      <p:sp>
        <p:nvSpPr>
          <p:cNvPr id="2" name="Title 1">
            <a:extLst>
              <a:ext uri="{FF2B5EF4-FFF2-40B4-BE49-F238E27FC236}">
                <a16:creationId xmlns:a16="http://schemas.microsoft.com/office/drawing/2014/main" id="{E904A252-2D66-BB41-0257-739E0E5C7242}"/>
              </a:ext>
            </a:extLst>
          </p:cNvPr>
          <p:cNvSpPr>
            <a:spLocks noGrp="1"/>
          </p:cNvSpPr>
          <p:nvPr>
            <p:ph type="title"/>
          </p:nvPr>
        </p:nvSpPr>
        <p:spPr/>
        <p:txBody>
          <a:bodyPr/>
          <a:lstStyle/>
          <a:p>
            <a:r>
              <a:rPr lang="en-AU" dirty="0"/>
              <a:t>Types of Contracts</a:t>
            </a:r>
          </a:p>
        </p:txBody>
      </p:sp>
    </p:spTree>
    <p:extLst>
      <p:ext uri="{BB962C8B-B14F-4D97-AF65-F5344CB8AC3E}">
        <p14:creationId xmlns:p14="http://schemas.microsoft.com/office/powerpoint/2010/main" val="2564021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795353-D2FF-ACB7-049A-D3AA658BB696}"/>
              </a:ext>
            </a:extLst>
          </p:cNvPr>
          <p:cNvSpPr>
            <a:spLocks noGrp="1"/>
          </p:cNvSpPr>
          <p:nvPr>
            <p:ph type="body" sz="half" idx="2"/>
          </p:nvPr>
        </p:nvSpPr>
        <p:spPr/>
        <p:txBody>
          <a:bodyPr/>
          <a:lstStyle/>
          <a:p>
            <a:pPr marL="342900" indent="-342900">
              <a:buFont typeface="Arial" panose="020B0604020202020204" pitchFamily="34" charset="0"/>
              <a:buChar char="•"/>
            </a:pPr>
            <a:r>
              <a:rPr lang="en-AU" dirty="0"/>
              <a:t>Drawings</a:t>
            </a:r>
          </a:p>
          <a:p>
            <a:pPr marL="342900" indent="-342900">
              <a:buFont typeface="Arial" panose="020B0604020202020204" pitchFamily="34" charset="0"/>
              <a:buChar char="•"/>
            </a:pPr>
            <a:r>
              <a:rPr lang="en-AU" dirty="0"/>
              <a:t>Other document</a:t>
            </a:r>
          </a:p>
          <a:p>
            <a:pPr marL="342900" indent="-342900">
              <a:buFont typeface="Arial" panose="020B0604020202020204" pitchFamily="34" charset="0"/>
              <a:buChar char="•"/>
            </a:pPr>
            <a:endParaRPr lang="en-AU" dirty="0"/>
          </a:p>
          <a:p>
            <a:r>
              <a:rPr lang="en-US" dirty="0"/>
              <a:t>The classification of drawings and procedures:</a:t>
            </a:r>
          </a:p>
          <a:p>
            <a:pPr marL="342900" indent="-342900">
              <a:buFont typeface="Arial" panose="020B0604020202020204" pitchFamily="34" charset="0"/>
              <a:buChar char="•"/>
            </a:pPr>
            <a:r>
              <a:rPr lang="en-US" dirty="0"/>
              <a:t>1)Design(or concept) drawing: at design stage</a:t>
            </a:r>
          </a:p>
          <a:p>
            <a:pPr marL="342900" indent="-342900">
              <a:buFont typeface="Arial" panose="020B0604020202020204" pitchFamily="34" charset="0"/>
              <a:buChar char="•"/>
            </a:pPr>
            <a:r>
              <a:rPr lang="en-US" dirty="0" err="1"/>
              <a:t>i</a:t>
            </a:r>
            <a:r>
              <a:rPr lang="en-US" dirty="0"/>
              <a:t>) Schematic drawing: a preliminary design drawing, sketch or diagram showing in outline form.</a:t>
            </a:r>
          </a:p>
          <a:p>
            <a:pPr marL="342900" indent="-342900">
              <a:buFont typeface="Arial" panose="020B0604020202020204" pitchFamily="34" charset="0"/>
              <a:buChar char="•"/>
            </a:pPr>
            <a:r>
              <a:rPr lang="en-US" dirty="0"/>
              <a:t>ii) Development drawing: a design drawing developed to show the building and site as envisaged by the designer.</a:t>
            </a:r>
            <a:endParaRPr lang="en-AU" dirty="0"/>
          </a:p>
          <a:p>
            <a:pPr marL="342900" indent="-342900">
              <a:buFont typeface="Arial" panose="020B0604020202020204" pitchFamily="34" charset="0"/>
              <a:buChar char="•"/>
            </a:pPr>
            <a:endParaRPr lang="en-AU" dirty="0"/>
          </a:p>
        </p:txBody>
      </p:sp>
      <p:sp>
        <p:nvSpPr>
          <p:cNvPr id="2" name="Title 1">
            <a:extLst>
              <a:ext uri="{FF2B5EF4-FFF2-40B4-BE49-F238E27FC236}">
                <a16:creationId xmlns:a16="http://schemas.microsoft.com/office/drawing/2014/main" id="{11DD26EA-51A8-C942-E6B3-4CA327C5BCF0}"/>
              </a:ext>
            </a:extLst>
          </p:cNvPr>
          <p:cNvSpPr>
            <a:spLocks noGrp="1"/>
          </p:cNvSpPr>
          <p:nvPr>
            <p:ph type="title"/>
          </p:nvPr>
        </p:nvSpPr>
        <p:spPr/>
        <p:txBody>
          <a:bodyPr/>
          <a:lstStyle/>
          <a:p>
            <a:r>
              <a:rPr lang="en-AU" dirty="0"/>
              <a:t>Document Classification</a:t>
            </a:r>
          </a:p>
        </p:txBody>
      </p:sp>
    </p:spTree>
    <p:extLst>
      <p:ext uri="{BB962C8B-B14F-4D97-AF65-F5344CB8AC3E}">
        <p14:creationId xmlns:p14="http://schemas.microsoft.com/office/powerpoint/2010/main" val="19151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147A2-9846-B79C-423F-7897D94E337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AE83AD5-08BF-95B8-1344-B75CD00D4239}"/>
              </a:ext>
            </a:extLst>
          </p:cNvPr>
          <p:cNvSpPr>
            <a:spLocks noGrp="1"/>
          </p:cNvSpPr>
          <p:nvPr>
            <p:ph type="body" sz="half" idx="2"/>
          </p:nvPr>
        </p:nvSpPr>
        <p:spPr/>
        <p:txBody>
          <a:bodyPr/>
          <a:lstStyle/>
          <a:p>
            <a:r>
              <a:rPr lang="en-US" dirty="0"/>
              <a:t>The classification of drawings and procedures:</a:t>
            </a:r>
          </a:p>
          <a:p>
            <a:pPr marL="342900" indent="-342900">
              <a:buFont typeface="Arial" panose="020B0604020202020204" pitchFamily="34" charset="0"/>
              <a:buChar char="•"/>
            </a:pPr>
            <a:r>
              <a:rPr lang="en-US" dirty="0"/>
              <a:t>2) Production stage drawings: at production stage</a:t>
            </a:r>
          </a:p>
          <a:p>
            <a:pPr marL="342900" indent="-342900">
              <a:buFont typeface="Arial" panose="020B0604020202020204" pitchFamily="34" charset="0"/>
              <a:buChar char="•"/>
            </a:pPr>
            <a:r>
              <a:rPr lang="en-US" dirty="0" err="1"/>
              <a:t>i</a:t>
            </a:r>
            <a:r>
              <a:rPr lang="en-US" dirty="0"/>
              <a:t>) Location drawing</a:t>
            </a:r>
          </a:p>
          <a:p>
            <a:pPr marL="342900" indent="-342900">
              <a:buFont typeface="Arial" panose="020B0604020202020204" pitchFamily="34" charset="0"/>
              <a:buChar char="•"/>
            </a:pPr>
            <a:r>
              <a:rPr lang="en-US" dirty="0"/>
              <a:t>ii) Construction (or structural) detail drawing</a:t>
            </a:r>
          </a:p>
          <a:p>
            <a:pPr marL="342900" indent="-342900">
              <a:buFont typeface="Arial" panose="020B0604020202020204" pitchFamily="34" charset="0"/>
              <a:buChar char="•"/>
            </a:pPr>
            <a:r>
              <a:rPr lang="en-US" dirty="0"/>
              <a:t>iii) Component drawing</a:t>
            </a:r>
          </a:p>
          <a:p>
            <a:pPr marL="342900" indent="-342900">
              <a:buFont typeface="Arial" panose="020B0604020202020204" pitchFamily="34" charset="0"/>
              <a:buChar char="•"/>
            </a:pPr>
            <a:r>
              <a:rPr lang="en-US" dirty="0"/>
              <a:t>iv) Assembly drawing</a:t>
            </a:r>
            <a:br>
              <a:rPr lang="en-US" dirty="0"/>
            </a:br>
            <a:endParaRPr lang="en-US" dirty="0"/>
          </a:p>
          <a:p>
            <a:r>
              <a:rPr lang="en-US" b="1" dirty="0"/>
              <a:t>Think about what functions of these types of drawings</a:t>
            </a:r>
            <a:endParaRPr lang="en-AU" b="1" dirty="0"/>
          </a:p>
          <a:p>
            <a:endParaRPr lang="en-AU" dirty="0"/>
          </a:p>
        </p:txBody>
      </p:sp>
      <p:sp>
        <p:nvSpPr>
          <p:cNvPr id="2" name="Title 1">
            <a:extLst>
              <a:ext uri="{FF2B5EF4-FFF2-40B4-BE49-F238E27FC236}">
                <a16:creationId xmlns:a16="http://schemas.microsoft.com/office/drawing/2014/main" id="{49345596-2029-CEE3-C9C5-9D4F97C53548}"/>
              </a:ext>
            </a:extLst>
          </p:cNvPr>
          <p:cNvSpPr>
            <a:spLocks noGrp="1"/>
          </p:cNvSpPr>
          <p:nvPr>
            <p:ph type="title"/>
          </p:nvPr>
        </p:nvSpPr>
        <p:spPr/>
        <p:txBody>
          <a:bodyPr/>
          <a:lstStyle/>
          <a:p>
            <a:r>
              <a:rPr lang="en-AU" dirty="0"/>
              <a:t>Document Classification</a:t>
            </a:r>
          </a:p>
        </p:txBody>
      </p:sp>
      <p:sp>
        <p:nvSpPr>
          <p:cNvPr id="4" name="Content Placeholder 2">
            <a:extLst>
              <a:ext uri="{FF2B5EF4-FFF2-40B4-BE49-F238E27FC236}">
                <a16:creationId xmlns:a16="http://schemas.microsoft.com/office/drawing/2014/main" id="{928A6B52-10A2-094C-3150-D4B9AD00FBE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Tree>
    <p:extLst>
      <p:ext uri="{BB962C8B-B14F-4D97-AF65-F5344CB8AC3E}">
        <p14:creationId xmlns:p14="http://schemas.microsoft.com/office/powerpoint/2010/main" val="1918795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00766-F07E-2203-505C-44F146F75E0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0A04805-D7AC-3103-66B4-F4A2171A69D5}"/>
              </a:ext>
            </a:extLst>
          </p:cNvPr>
          <p:cNvSpPr>
            <a:spLocks noGrp="1"/>
          </p:cNvSpPr>
          <p:nvPr>
            <p:ph type="body" sz="half" idx="2"/>
          </p:nvPr>
        </p:nvSpPr>
        <p:spPr/>
        <p:txBody>
          <a:bodyPr/>
          <a:lstStyle/>
          <a:p>
            <a:r>
              <a:rPr lang="en-US" dirty="0"/>
              <a:t>Other documents:</a:t>
            </a:r>
          </a:p>
          <a:p>
            <a:pPr marL="342900" indent="-342900">
              <a:buFont typeface="Arial" panose="020B0604020202020204" pitchFamily="34" charset="0"/>
              <a:buChar char="•"/>
            </a:pPr>
            <a:r>
              <a:rPr lang="en-US" dirty="0"/>
              <a:t>1) Specification</a:t>
            </a:r>
          </a:p>
          <a:p>
            <a:pPr marL="342900" indent="-342900">
              <a:buFont typeface="Arial" panose="020B0604020202020204" pitchFamily="34" charset="0"/>
              <a:buChar char="•"/>
            </a:pPr>
            <a:r>
              <a:rPr lang="en-US" dirty="0"/>
              <a:t>2) Schedule</a:t>
            </a:r>
          </a:p>
          <a:p>
            <a:pPr marL="342900" indent="-342900">
              <a:buFont typeface="Arial" panose="020B0604020202020204" pitchFamily="34" charset="0"/>
              <a:buChar char="•"/>
            </a:pPr>
            <a:r>
              <a:rPr lang="en-US" dirty="0"/>
              <a:t>3) Bill or schedule of quantities</a:t>
            </a:r>
          </a:p>
          <a:p>
            <a:pPr marL="342900" indent="-342900">
              <a:buFont typeface="Arial" panose="020B0604020202020204" pitchFamily="34" charset="0"/>
              <a:buChar char="•"/>
            </a:pPr>
            <a:r>
              <a:rPr lang="en-US" dirty="0"/>
              <a:t>4) Engineering specifications and/or other reports</a:t>
            </a:r>
          </a:p>
          <a:p>
            <a:pPr marL="342900" indent="-342900">
              <a:buFont typeface="Arial" panose="020B0604020202020204" pitchFamily="34" charset="0"/>
              <a:buChar char="•"/>
            </a:pPr>
            <a:r>
              <a:rPr lang="en-US" dirty="0"/>
              <a:t>5) Other documents that may be required</a:t>
            </a:r>
            <a:endParaRPr lang="en-AU" dirty="0"/>
          </a:p>
          <a:p>
            <a:endParaRPr lang="en-AU" dirty="0"/>
          </a:p>
        </p:txBody>
      </p:sp>
      <p:sp>
        <p:nvSpPr>
          <p:cNvPr id="2" name="Title 1">
            <a:extLst>
              <a:ext uri="{FF2B5EF4-FFF2-40B4-BE49-F238E27FC236}">
                <a16:creationId xmlns:a16="http://schemas.microsoft.com/office/drawing/2014/main" id="{129A3DAB-FF1E-7298-045E-CB54E5AAE7E6}"/>
              </a:ext>
            </a:extLst>
          </p:cNvPr>
          <p:cNvSpPr>
            <a:spLocks noGrp="1"/>
          </p:cNvSpPr>
          <p:nvPr>
            <p:ph type="title"/>
          </p:nvPr>
        </p:nvSpPr>
        <p:spPr/>
        <p:txBody>
          <a:bodyPr/>
          <a:lstStyle/>
          <a:p>
            <a:r>
              <a:rPr lang="en-AU" dirty="0"/>
              <a:t>Document Classification</a:t>
            </a:r>
          </a:p>
        </p:txBody>
      </p:sp>
      <p:sp>
        <p:nvSpPr>
          <p:cNvPr id="4" name="Content Placeholder 2">
            <a:extLst>
              <a:ext uri="{FF2B5EF4-FFF2-40B4-BE49-F238E27FC236}">
                <a16:creationId xmlns:a16="http://schemas.microsoft.com/office/drawing/2014/main" id="{B89B1CFF-3D2D-50FC-E2CD-CB29CB0BED19}"/>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Tree>
    <p:extLst>
      <p:ext uri="{BB962C8B-B14F-4D97-AF65-F5344CB8AC3E}">
        <p14:creationId xmlns:p14="http://schemas.microsoft.com/office/powerpoint/2010/main" val="2679366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3AEF69-0E06-1733-4ADE-CCCED6B1E213}"/>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dirty="0"/>
              <a:t>Home Building Act</a:t>
            </a:r>
          </a:p>
          <a:p>
            <a:pPr marL="342900" indent="-342900">
              <a:buFont typeface="Arial" panose="020B0604020202020204" pitchFamily="34" charset="0"/>
              <a:buChar char="•"/>
            </a:pPr>
            <a:r>
              <a:rPr lang="en-US" dirty="0"/>
              <a:t>Rights of homeowners, builders, and contractors</a:t>
            </a:r>
          </a:p>
          <a:p>
            <a:pPr marL="342900" indent="-342900">
              <a:buFont typeface="Arial" panose="020B0604020202020204" pitchFamily="34" charset="0"/>
              <a:buChar char="•"/>
            </a:pPr>
            <a:r>
              <a:rPr lang="en-US" dirty="0"/>
              <a:t>Warranties</a:t>
            </a:r>
          </a:p>
          <a:p>
            <a:pPr marL="342900" indent="-342900">
              <a:buFont typeface="Arial" panose="020B0604020202020204" pitchFamily="34" charset="0"/>
              <a:buChar char="•"/>
            </a:pPr>
            <a:r>
              <a:rPr lang="en-US" dirty="0"/>
              <a:t>Payments</a:t>
            </a:r>
          </a:p>
          <a:p>
            <a:pPr marL="342900" indent="-342900">
              <a:buFont typeface="Arial" panose="020B0604020202020204" pitchFamily="34" charset="0"/>
              <a:buChar char="•"/>
            </a:pPr>
            <a:r>
              <a:rPr lang="en-US" dirty="0"/>
              <a:t>Deposit</a:t>
            </a:r>
          </a:p>
          <a:p>
            <a:pPr marL="342900" indent="-342900">
              <a:buFont typeface="Arial" panose="020B0604020202020204" pitchFamily="34" charset="0"/>
              <a:buChar char="•"/>
            </a:pPr>
            <a:r>
              <a:rPr lang="en-US" dirty="0"/>
              <a:t>Insurance</a:t>
            </a:r>
          </a:p>
          <a:p>
            <a:pPr marL="342900" indent="-342900">
              <a:buFont typeface="Arial" panose="020B0604020202020204" pitchFamily="34" charset="0"/>
              <a:buChar char="•"/>
            </a:pPr>
            <a:r>
              <a:rPr lang="en-US" dirty="0"/>
              <a:t>Matters relate to residential construction work</a:t>
            </a:r>
            <a:endParaRPr lang="en-AU" dirty="0"/>
          </a:p>
        </p:txBody>
      </p:sp>
      <p:sp>
        <p:nvSpPr>
          <p:cNvPr id="2" name="Title 1">
            <a:extLst>
              <a:ext uri="{FF2B5EF4-FFF2-40B4-BE49-F238E27FC236}">
                <a16:creationId xmlns:a16="http://schemas.microsoft.com/office/drawing/2014/main" id="{08F41C2A-C761-6E0E-F7B8-F55F5F805372}"/>
              </a:ext>
            </a:extLst>
          </p:cNvPr>
          <p:cNvSpPr>
            <a:spLocks noGrp="1"/>
          </p:cNvSpPr>
          <p:nvPr>
            <p:ph type="title"/>
          </p:nvPr>
        </p:nvSpPr>
        <p:spPr/>
        <p:txBody>
          <a:bodyPr/>
          <a:lstStyle/>
          <a:p>
            <a:r>
              <a:rPr lang="en-AU" dirty="0"/>
              <a:t>Residential Contract</a:t>
            </a:r>
          </a:p>
        </p:txBody>
      </p:sp>
    </p:spTree>
    <p:extLst>
      <p:ext uri="{BB962C8B-B14F-4D97-AF65-F5344CB8AC3E}">
        <p14:creationId xmlns:p14="http://schemas.microsoft.com/office/powerpoint/2010/main" val="2760219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0DD11-91BB-A593-84B9-F81E49BF9D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E33F98-1608-E96A-9B40-17DBC8F7022A}"/>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dirty="0"/>
              <a:t>Shops</a:t>
            </a:r>
          </a:p>
          <a:p>
            <a:pPr marL="342900" indent="-342900">
              <a:buFont typeface="Arial" panose="020B0604020202020204" pitchFamily="34" charset="0"/>
              <a:buChar char="•"/>
            </a:pPr>
            <a:r>
              <a:rPr lang="en-US" dirty="0"/>
              <a:t>Hotels</a:t>
            </a:r>
          </a:p>
          <a:p>
            <a:pPr marL="342900" indent="-342900">
              <a:buFont typeface="Arial" panose="020B0604020202020204" pitchFamily="34" charset="0"/>
              <a:buChar char="•"/>
            </a:pPr>
            <a:r>
              <a:rPr lang="en-US" dirty="0"/>
              <a:t>Space for a business</a:t>
            </a:r>
          </a:p>
          <a:p>
            <a:pPr marL="342900" indent="-342900">
              <a:buFont typeface="Arial" panose="020B0604020202020204" pitchFamily="34" charset="0"/>
              <a:buChar char="•"/>
            </a:pPr>
            <a:r>
              <a:rPr lang="en-US" dirty="0"/>
              <a:t>Additional permits documents maybe required</a:t>
            </a:r>
            <a:endParaRPr lang="en-AU" dirty="0"/>
          </a:p>
        </p:txBody>
      </p:sp>
      <p:sp>
        <p:nvSpPr>
          <p:cNvPr id="2" name="Title 1">
            <a:extLst>
              <a:ext uri="{FF2B5EF4-FFF2-40B4-BE49-F238E27FC236}">
                <a16:creationId xmlns:a16="http://schemas.microsoft.com/office/drawing/2014/main" id="{BC23E6B5-14E0-B44B-B943-9B586283E214}"/>
              </a:ext>
            </a:extLst>
          </p:cNvPr>
          <p:cNvSpPr>
            <a:spLocks noGrp="1"/>
          </p:cNvSpPr>
          <p:nvPr>
            <p:ph type="title"/>
          </p:nvPr>
        </p:nvSpPr>
        <p:spPr/>
        <p:txBody>
          <a:bodyPr/>
          <a:lstStyle/>
          <a:p>
            <a:r>
              <a:rPr lang="en-AU" dirty="0"/>
              <a:t>Commercial Contract</a:t>
            </a:r>
          </a:p>
        </p:txBody>
      </p:sp>
    </p:spTree>
    <p:extLst>
      <p:ext uri="{BB962C8B-B14F-4D97-AF65-F5344CB8AC3E}">
        <p14:creationId xmlns:p14="http://schemas.microsoft.com/office/powerpoint/2010/main" val="947362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0EAF4B-2385-6773-4B94-6124B25B011A}"/>
              </a:ext>
            </a:extLst>
          </p:cNvPr>
          <p:cNvSpPr>
            <a:spLocks noGrp="1"/>
          </p:cNvSpPr>
          <p:nvPr>
            <p:ph type="body" sz="half" idx="2"/>
          </p:nvPr>
        </p:nvSpPr>
        <p:spPr/>
        <p:txBody>
          <a:bodyPr/>
          <a:lstStyle/>
          <a:p>
            <a:pPr marL="342900" indent="-342900">
              <a:buFont typeface="Arial" panose="020B0604020202020204" pitchFamily="34" charset="0"/>
              <a:buChar char="•"/>
            </a:pPr>
            <a:r>
              <a:rPr lang="en-AU" dirty="0"/>
              <a:t>Lump sum contracts</a:t>
            </a:r>
          </a:p>
          <a:p>
            <a:pPr marL="342900" indent="-342900">
              <a:buFont typeface="Arial" panose="020B0604020202020204" pitchFamily="34" charset="0"/>
              <a:buChar char="•"/>
            </a:pPr>
            <a:r>
              <a:rPr lang="en-AU" dirty="0"/>
              <a:t>Cost plus contracts</a:t>
            </a:r>
          </a:p>
          <a:p>
            <a:pPr marL="342900" indent="-342900">
              <a:buFont typeface="Arial" panose="020B0604020202020204" pitchFamily="34" charset="0"/>
              <a:buChar char="•"/>
            </a:pPr>
            <a:r>
              <a:rPr lang="en-AU" dirty="0"/>
              <a:t>Design Build</a:t>
            </a:r>
          </a:p>
          <a:p>
            <a:pPr marL="342900" indent="-342900">
              <a:buFont typeface="Arial" panose="020B0604020202020204" pitchFamily="34" charset="0"/>
              <a:buChar char="•"/>
            </a:pPr>
            <a:r>
              <a:rPr lang="en-AU" dirty="0"/>
              <a:t>Public Private Partnership</a:t>
            </a:r>
          </a:p>
          <a:p>
            <a:endParaRPr lang="en-AU" dirty="0"/>
          </a:p>
          <a:p>
            <a:r>
              <a:rPr lang="en-AU" b="1" dirty="0"/>
              <a:t>Can you identify the pros and cons of each type?</a:t>
            </a:r>
          </a:p>
          <a:p>
            <a:endParaRPr lang="en-AU" dirty="0"/>
          </a:p>
        </p:txBody>
      </p:sp>
      <p:sp>
        <p:nvSpPr>
          <p:cNvPr id="2" name="Title 1">
            <a:extLst>
              <a:ext uri="{FF2B5EF4-FFF2-40B4-BE49-F238E27FC236}">
                <a16:creationId xmlns:a16="http://schemas.microsoft.com/office/drawing/2014/main" id="{2FA0337F-F4ED-DA83-FFE6-9B3402AD4E57}"/>
              </a:ext>
            </a:extLst>
          </p:cNvPr>
          <p:cNvSpPr>
            <a:spLocks noGrp="1"/>
          </p:cNvSpPr>
          <p:nvPr>
            <p:ph type="title"/>
          </p:nvPr>
        </p:nvSpPr>
        <p:spPr/>
        <p:txBody>
          <a:bodyPr/>
          <a:lstStyle/>
          <a:p>
            <a:r>
              <a:rPr lang="en-US" dirty="0"/>
              <a:t>Contract Terms</a:t>
            </a:r>
            <a:endParaRPr lang="en-AU" dirty="0"/>
          </a:p>
        </p:txBody>
      </p:sp>
    </p:spTree>
    <p:extLst>
      <p:ext uri="{BB962C8B-B14F-4D97-AF65-F5344CB8AC3E}">
        <p14:creationId xmlns:p14="http://schemas.microsoft.com/office/powerpoint/2010/main" val="174178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0800832-FACE-4F39-B03F-0733F8066A58}"/>
              </a:ext>
            </a:extLst>
          </p:cNvPr>
          <p:cNvSpPr>
            <a:spLocks noGrp="1"/>
          </p:cNvSpPr>
          <p:nvPr>
            <p:ph type="body" sz="half" idx="2"/>
          </p:nvPr>
        </p:nvSpPr>
        <p:spPr>
          <a:xfrm>
            <a:off x="330289" y="1308723"/>
            <a:ext cx="2308739" cy="4064116"/>
          </a:xfrm>
        </p:spPr>
        <p:txBody>
          <a:bodyPr/>
          <a:lstStyle/>
          <a:p>
            <a:pPr marL="342900" indent="-342900">
              <a:buFont typeface="Arial" panose="020B0604020202020204" pitchFamily="34" charset="0"/>
              <a:buChar char="•"/>
            </a:pPr>
            <a:r>
              <a:rPr lang="en-US" dirty="0"/>
              <a:t>A3 size is used for?</a:t>
            </a:r>
          </a:p>
          <a:p>
            <a:pPr marL="342900" indent="-342900">
              <a:buFont typeface="Arial" panose="020B0604020202020204" pitchFamily="34" charset="0"/>
              <a:buChar char="•"/>
            </a:pPr>
            <a:r>
              <a:rPr lang="en-US" dirty="0"/>
              <a:t>A2 size is used for?</a:t>
            </a:r>
          </a:p>
          <a:p>
            <a:pPr marL="342900" indent="-342900">
              <a:buFont typeface="Arial" panose="020B0604020202020204" pitchFamily="34" charset="0"/>
              <a:buChar char="•"/>
            </a:pPr>
            <a:r>
              <a:rPr lang="en-US" dirty="0"/>
              <a:t>What about A0 and A1?</a:t>
            </a:r>
            <a:endParaRPr lang="en-AU" dirty="0"/>
          </a:p>
          <a:p>
            <a:endParaRPr lang="en-AU" dirty="0"/>
          </a:p>
        </p:txBody>
      </p:sp>
      <p:sp>
        <p:nvSpPr>
          <p:cNvPr id="2" name="Title 1">
            <a:extLst>
              <a:ext uri="{FF2B5EF4-FFF2-40B4-BE49-F238E27FC236}">
                <a16:creationId xmlns:a16="http://schemas.microsoft.com/office/drawing/2014/main" id="{E4E44F5F-B615-4DC3-A9FA-6607A6E209E3}"/>
              </a:ext>
            </a:extLst>
          </p:cNvPr>
          <p:cNvSpPr>
            <a:spLocks noGrp="1"/>
          </p:cNvSpPr>
          <p:nvPr>
            <p:ph type="title"/>
          </p:nvPr>
        </p:nvSpPr>
        <p:spPr/>
        <p:txBody>
          <a:bodyPr/>
          <a:lstStyle/>
          <a:p>
            <a:r>
              <a:rPr lang="en-AU" dirty="0"/>
              <a:t>Paper Size of Documentation</a:t>
            </a:r>
          </a:p>
        </p:txBody>
      </p:sp>
      <p:pic>
        <p:nvPicPr>
          <p:cNvPr id="5" name="Content Placeholder 4">
            <a:extLst>
              <a:ext uri="{FF2B5EF4-FFF2-40B4-BE49-F238E27FC236}">
                <a16:creationId xmlns:a16="http://schemas.microsoft.com/office/drawing/2014/main" id="{576BB80C-84BA-72F5-2D86-F4F886F9AA0E}"/>
              </a:ext>
            </a:extLst>
          </p:cNvPr>
          <p:cNvPicPr>
            <a:picLocks noGrp="1" noChangeAspect="1"/>
          </p:cNvPicPr>
          <p:nvPr>
            <p:ph idx="4294967295"/>
          </p:nvPr>
        </p:nvPicPr>
        <p:blipFill>
          <a:blip r:embed="rId2"/>
          <a:stretch>
            <a:fillRect/>
          </a:stretch>
        </p:blipFill>
        <p:spPr>
          <a:xfrm>
            <a:off x="3227307" y="1308723"/>
            <a:ext cx="8704262" cy="4802187"/>
          </a:xfrm>
        </p:spPr>
      </p:pic>
    </p:spTree>
    <p:extLst>
      <p:ext uri="{BB962C8B-B14F-4D97-AF65-F5344CB8AC3E}">
        <p14:creationId xmlns:p14="http://schemas.microsoft.com/office/powerpoint/2010/main" val="3883983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B8280-6622-D0F9-F3EA-EF4E053917C0}"/>
            </a:ext>
          </a:extLst>
        </p:cNvPr>
        <p:cNvGrpSpPr/>
        <p:nvPr/>
      </p:nvGrpSpPr>
      <p:grpSpPr>
        <a:xfrm>
          <a:off x="0" y="0"/>
          <a:ext cx="0" cy="0"/>
          <a:chOff x="0" y="0"/>
          <a:chExt cx="0" cy="0"/>
        </a:xfrm>
      </p:grpSpPr>
      <p:sp>
        <p:nvSpPr>
          <p:cNvPr id="7" name="Title 5">
            <a:extLst>
              <a:ext uri="{FF2B5EF4-FFF2-40B4-BE49-F238E27FC236}">
                <a16:creationId xmlns:a16="http://schemas.microsoft.com/office/drawing/2014/main" id="{75AD2B7A-FFF1-7952-1279-EE4C98F70BEA}"/>
              </a:ext>
            </a:extLst>
          </p:cNvPr>
          <p:cNvSpPr txBox="1">
            <a:spLocks/>
          </p:cNvSpPr>
          <p:nvPr/>
        </p:nvSpPr>
        <p:spPr>
          <a:xfrm>
            <a:off x="355599" y="2985801"/>
            <a:ext cx="8834700" cy="886397"/>
          </a:xfrm>
          <a:prstGeom prst="rect">
            <a:avLst/>
          </a:prstGeom>
        </p:spPr>
        <p:txBody>
          <a:bodyPr vert="horz" wrap="square" lIns="0" tIns="0" rIns="0" bIns="0" rtlCol="0" anchor="t" anchorCtr="0">
            <a:spAutoFit/>
          </a:bodyPr>
          <a:lstStyle>
            <a:lvl1pPr algn="l" defTabSz="914354" rtl="0" eaLnBrk="1" latinLnBrk="0" hangingPunct="1">
              <a:lnSpc>
                <a:spcPct val="90000"/>
              </a:lnSpc>
              <a:spcBef>
                <a:spcPct val="0"/>
              </a:spcBef>
              <a:buNone/>
              <a:defRPr sz="3200" b="1" i="0" kern="1200">
                <a:solidFill>
                  <a:schemeClr val="tx1"/>
                </a:solidFill>
                <a:latin typeface="Arial" panose="020B0604020202020204" pitchFamily="34" charset="0"/>
                <a:ea typeface="+mj-ea"/>
                <a:cs typeface="Arial" panose="020B0604020202020204" pitchFamily="34" charset="0"/>
              </a:defRPr>
            </a:lvl1pPr>
          </a:lstStyle>
          <a:p>
            <a:r>
              <a:rPr lang="en-US" dirty="0"/>
              <a:t>Activity: </a:t>
            </a:r>
            <a:r>
              <a:rPr lang="en-AU" altLang="zh-CN" dirty="0"/>
              <a:t>Practice Plot Documentation Sheets from Revit</a:t>
            </a:r>
            <a:endParaRPr lang="en-US" dirty="0"/>
          </a:p>
        </p:txBody>
      </p:sp>
    </p:spTree>
    <p:extLst>
      <p:ext uri="{BB962C8B-B14F-4D97-AF65-F5344CB8AC3E}">
        <p14:creationId xmlns:p14="http://schemas.microsoft.com/office/powerpoint/2010/main" val="716208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26120-BD89-8B75-97AB-26D0F7189CA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81F555C-ADD1-87CF-F037-F2E57C4DB5EB}"/>
              </a:ext>
            </a:extLst>
          </p:cNvPr>
          <p:cNvSpPr>
            <a:spLocks noGrp="1"/>
          </p:cNvSpPr>
          <p:nvPr>
            <p:ph type="ctrTitle"/>
          </p:nvPr>
        </p:nvSpPr>
        <p:spPr>
          <a:xfrm>
            <a:off x="599440" y="1832433"/>
            <a:ext cx="6291512" cy="1479648"/>
          </a:xfrm>
        </p:spPr>
        <p:txBody>
          <a:bodyPr lIns="0" tIns="0" rIns="0" bIns="0"/>
          <a:lstStyle/>
          <a:p>
            <a:r>
              <a:rPr lang="en-US" dirty="0"/>
              <a:t>Session 9</a:t>
            </a:r>
          </a:p>
        </p:txBody>
      </p:sp>
      <p:sp>
        <p:nvSpPr>
          <p:cNvPr id="10" name="Subtitle 2">
            <a:extLst>
              <a:ext uri="{FF2B5EF4-FFF2-40B4-BE49-F238E27FC236}">
                <a16:creationId xmlns:a16="http://schemas.microsoft.com/office/drawing/2014/main" id="{D5DA2BE1-8C16-17D0-869C-E2FE7A165D5E}"/>
              </a:ext>
            </a:extLst>
          </p:cNvPr>
          <p:cNvSpPr>
            <a:spLocks noGrp="1"/>
          </p:cNvSpPr>
          <p:nvPr>
            <p:ph type="subTitle" idx="1"/>
          </p:nvPr>
        </p:nvSpPr>
        <p:spPr>
          <a:xfrm>
            <a:off x="599440" y="2634634"/>
            <a:ext cx="5069840" cy="990115"/>
          </a:xfrm>
        </p:spPr>
        <p:txBody>
          <a:bodyPr lIns="0" tIns="0" rIns="0" bIns="0"/>
          <a:lstStyle/>
          <a:p>
            <a:r>
              <a:rPr lang="en-US" altLang="zh-CN" dirty="0" err="1"/>
              <a:t>Visualisation</a:t>
            </a:r>
            <a:endParaRPr lang="en-US" dirty="0"/>
          </a:p>
        </p:txBody>
      </p:sp>
    </p:spTree>
    <p:extLst>
      <p:ext uri="{BB962C8B-B14F-4D97-AF65-F5344CB8AC3E}">
        <p14:creationId xmlns:p14="http://schemas.microsoft.com/office/powerpoint/2010/main" val="1748766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FDA097-353A-E6E3-4C7E-6480BFEFF04C}"/>
              </a:ext>
            </a:extLst>
          </p:cNvPr>
          <p:cNvSpPr>
            <a:spLocks noGrp="1"/>
          </p:cNvSpPr>
          <p:nvPr>
            <p:ph type="body" sz="half" idx="2"/>
          </p:nvPr>
        </p:nvSpPr>
        <p:spPr/>
        <p:txBody>
          <a:bodyPr/>
          <a:lstStyle/>
          <a:p>
            <a:pPr marL="342900" indent="-342900">
              <a:buFont typeface="Arial" panose="020B0604020202020204" pitchFamily="34" charset="0"/>
              <a:buChar char="•"/>
            </a:pPr>
            <a:r>
              <a:rPr lang="en-AU" dirty="0"/>
              <a:t>Apart from documentation drawings, other visualisation drawings are required, such as rendered drawings. </a:t>
            </a:r>
          </a:p>
          <a:p>
            <a:pPr marL="342900" indent="-342900">
              <a:buFont typeface="Arial" panose="020B0604020202020204" pitchFamily="34" charset="0"/>
              <a:buChar char="•"/>
            </a:pPr>
            <a:r>
              <a:rPr lang="en-AU" dirty="0"/>
              <a:t>Let’s take a look at different visualisation works, such as render and collage…</a:t>
            </a:r>
          </a:p>
          <a:p>
            <a:pPr marL="342900" indent="-342900">
              <a:buFont typeface="Arial" panose="020B0604020202020204" pitchFamily="34" charset="0"/>
              <a:buChar char="•"/>
            </a:pPr>
            <a:r>
              <a:rPr lang="en-AU" dirty="0"/>
              <a:t>This is usually required for conceptual early state presentation and final outcome of the design visuals…</a:t>
            </a:r>
          </a:p>
        </p:txBody>
      </p:sp>
      <p:sp>
        <p:nvSpPr>
          <p:cNvPr id="2" name="Title 1">
            <a:extLst>
              <a:ext uri="{FF2B5EF4-FFF2-40B4-BE49-F238E27FC236}">
                <a16:creationId xmlns:a16="http://schemas.microsoft.com/office/drawing/2014/main" id="{A8D93985-6956-AB68-2825-D603333E4F4A}"/>
              </a:ext>
            </a:extLst>
          </p:cNvPr>
          <p:cNvSpPr>
            <a:spLocks noGrp="1"/>
          </p:cNvSpPr>
          <p:nvPr>
            <p:ph type="title"/>
          </p:nvPr>
        </p:nvSpPr>
        <p:spPr/>
        <p:txBody>
          <a:bodyPr/>
          <a:lstStyle/>
          <a:p>
            <a:r>
              <a:rPr lang="en-AU" dirty="0"/>
              <a:t>Visualisation</a:t>
            </a:r>
          </a:p>
        </p:txBody>
      </p:sp>
    </p:spTree>
    <p:extLst>
      <p:ext uri="{BB962C8B-B14F-4D97-AF65-F5344CB8AC3E}">
        <p14:creationId xmlns:p14="http://schemas.microsoft.com/office/powerpoint/2010/main" val="2988412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22AD9-5A65-FBAC-163A-8FC37433CC34}"/>
              </a:ext>
            </a:extLst>
          </p:cNvPr>
          <p:cNvSpPr>
            <a:spLocks noGrp="1"/>
          </p:cNvSpPr>
          <p:nvPr>
            <p:ph type="title"/>
          </p:nvPr>
        </p:nvSpPr>
        <p:spPr/>
        <p:txBody>
          <a:bodyPr/>
          <a:lstStyle/>
          <a:p>
            <a:r>
              <a:rPr lang="en-AU" dirty="0"/>
              <a:t>Rendering in Different Styles</a:t>
            </a:r>
          </a:p>
        </p:txBody>
      </p:sp>
      <p:pic>
        <p:nvPicPr>
          <p:cNvPr id="5" name="Content Placeholder 4">
            <a:extLst>
              <a:ext uri="{FF2B5EF4-FFF2-40B4-BE49-F238E27FC236}">
                <a16:creationId xmlns:a16="http://schemas.microsoft.com/office/drawing/2014/main" id="{42CF8967-55B2-FDAD-804A-9DE6E86002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4363" y="1448458"/>
            <a:ext cx="3806329" cy="5409540"/>
          </a:xfrm>
          <a:prstGeom prst="rect">
            <a:avLst/>
          </a:prstGeom>
        </p:spPr>
      </p:pic>
      <p:pic>
        <p:nvPicPr>
          <p:cNvPr id="7" name="Picture 6">
            <a:extLst>
              <a:ext uri="{FF2B5EF4-FFF2-40B4-BE49-F238E27FC236}">
                <a16:creationId xmlns:a16="http://schemas.microsoft.com/office/drawing/2014/main" id="{04626A6A-7314-5D8F-9040-1DC73E756D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7" y="1448458"/>
            <a:ext cx="4327633" cy="5409541"/>
          </a:xfrm>
          <a:prstGeom prst="rect">
            <a:avLst/>
          </a:prstGeom>
        </p:spPr>
      </p:pic>
      <p:pic>
        <p:nvPicPr>
          <p:cNvPr id="11" name="Picture 10">
            <a:extLst>
              <a:ext uri="{FF2B5EF4-FFF2-40B4-BE49-F238E27FC236}">
                <a16:creationId xmlns:a16="http://schemas.microsoft.com/office/drawing/2014/main" id="{3BCDBAF4-ED2B-FAE3-FD97-2C493741D4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03776" y="1448458"/>
            <a:ext cx="3788224" cy="5409542"/>
          </a:xfrm>
          <a:prstGeom prst="rect">
            <a:avLst/>
          </a:prstGeom>
        </p:spPr>
      </p:pic>
      <p:sp>
        <p:nvSpPr>
          <p:cNvPr id="3" name="TextBox 4">
            <a:extLst>
              <a:ext uri="{FF2B5EF4-FFF2-40B4-BE49-F238E27FC236}">
                <a16:creationId xmlns:a16="http://schemas.microsoft.com/office/drawing/2014/main" id="{0B774E6A-E6DE-22D1-6FC3-65EDADA4DFEB}"/>
              </a:ext>
            </a:extLst>
          </p:cNvPr>
          <p:cNvSpPr txBox="1"/>
          <p:nvPr/>
        </p:nvSpPr>
        <p:spPr>
          <a:xfrm>
            <a:off x="9651999" y="1027906"/>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a:t>
            </a:r>
            <a:r>
              <a:rPr lang="en-AU" dirty="0" err="1">
                <a:latin typeface="Calibri" panose="020F0502020204030204" pitchFamily="34" charset="0"/>
                <a:ea typeface="DengXian" panose="02010600030101010101" pitchFamily="2" charset="-122"/>
                <a:cs typeface="Times New Roman" panose="02020603050405020304" pitchFamily="18" charset="0"/>
              </a:rPr>
              <a:t>ArchDaily</a:t>
            </a:r>
            <a:endParaRPr lang="en-AU" dirty="0"/>
          </a:p>
        </p:txBody>
      </p:sp>
    </p:spTree>
    <p:extLst>
      <p:ext uri="{BB962C8B-B14F-4D97-AF65-F5344CB8AC3E}">
        <p14:creationId xmlns:p14="http://schemas.microsoft.com/office/powerpoint/2010/main" val="2752016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4CC3F-0CC7-641A-024E-7D7F8D1568E8}"/>
              </a:ext>
            </a:extLst>
          </p:cNvPr>
          <p:cNvSpPr>
            <a:spLocks noGrp="1"/>
          </p:cNvSpPr>
          <p:nvPr>
            <p:ph type="title"/>
          </p:nvPr>
        </p:nvSpPr>
        <p:spPr/>
        <p:txBody>
          <a:bodyPr/>
          <a:lstStyle/>
          <a:p>
            <a:r>
              <a:rPr lang="en-US" dirty="0"/>
              <a:t>Collage Examples</a:t>
            </a:r>
            <a:endParaRPr lang="en-AU" dirty="0"/>
          </a:p>
        </p:txBody>
      </p:sp>
      <p:pic>
        <p:nvPicPr>
          <p:cNvPr id="15" name="Picture 14">
            <a:extLst>
              <a:ext uri="{FF2B5EF4-FFF2-40B4-BE49-F238E27FC236}">
                <a16:creationId xmlns:a16="http://schemas.microsoft.com/office/drawing/2014/main" id="{E3579B9C-F637-EBF7-C3FA-2AE8075019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7556" y="1510174"/>
            <a:ext cx="3644444" cy="5347825"/>
          </a:xfrm>
          <a:prstGeom prst="rect">
            <a:avLst/>
          </a:prstGeom>
        </p:spPr>
      </p:pic>
      <p:pic>
        <p:nvPicPr>
          <p:cNvPr id="17" name="Picture 16">
            <a:extLst>
              <a:ext uri="{FF2B5EF4-FFF2-40B4-BE49-F238E27FC236}">
                <a16:creationId xmlns:a16="http://schemas.microsoft.com/office/drawing/2014/main" id="{D16BE150-3612-C2FE-2FBC-9D32E8D633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9988" y="1510174"/>
            <a:ext cx="3565217" cy="5347826"/>
          </a:xfrm>
          <a:prstGeom prst="rect">
            <a:avLst/>
          </a:prstGeom>
        </p:spPr>
      </p:pic>
      <p:pic>
        <p:nvPicPr>
          <p:cNvPr id="19" name="Picture 18">
            <a:extLst>
              <a:ext uri="{FF2B5EF4-FFF2-40B4-BE49-F238E27FC236}">
                <a16:creationId xmlns:a16="http://schemas.microsoft.com/office/drawing/2014/main" id="{FF8114FD-A599-886F-D266-78B26FEAD3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10174"/>
            <a:ext cx="3817637" cy="5347825"/>
          </a:xfrm>
          <a:prstGeom prst="rect">
            <a:avLst/>
          </a:prstGeom>
        </p:spPr>
      </p:pic>
      <p:sp>
        <p:nvSpPr>
          <p:cNvPr id="3" name="TextBox 4">
            <a:extLst>
              <a:ext uri="{FF2B5EF4-FFF2-40B4-BE49-F238E27FC236}">
                <a16:creationId xmlns:a16="http://schemas.microsoft.com/office/drawing/2014/main" id="{163B1FFE-477D-1E67-B528-AC0C15BF55EB}"/>
              </a:ext>
            </a:extLst>
          </p:cNvPr>
          <p:cNvSpPr txBox="1"/>
          <p:nvPr/>
        </p:nvSpPr>
        <p:spPr>
          <a:xfrm>
            <a:off x="9651999" y="1027906"/>
            <a:ext cx="2455334"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1800" dirty="0">
                <a:effectLst/>
                <a:latin typeface="Calibri" panose="020F0502020204030204" pitchFamily="34" charset="0"/>
                <a:ea typeface="DengXian" panose="02010600030101010101" pitchFamily="2" charset="-122"/>
                <a:cs typeface="Times New Roman" panose="02020603050405020304" pitchFamily="18" charset="0"/>
              </a:rPr>
              <a:t>Source:</a:t>
            </a:r>
            <a:r>
              <a:rPr lang="en-AU" dirty="0">
                <a:latin typeface="Calibri" panose="020F0502020204030204" pitchFamily="34" charset="0"/>
                <a:ea typeface="DengXian" panose="02010600030101010101" pitchFamily="2" charset="-122"/>
                <a:cs typeface="Times New Roman" panose="02020603050405020304" pitchFamily="18" charset="0"/>
              </a:rPr>
              <a:t> </a:t>
            </a:r>
            <a:r>
              <a:rPr lang="en-AU" dirty="0" err="1">
                <a:latin typeface="Calibri" panose="020F0502020204030204" pitchFamily="34" charset="0"/>
                <a:ea typeface="DengXian" panose="02010600030101010101" pitchFamily="2" charset="-122"/>
                <a:cs typeface="Times New Roman" panose="02020603050405020304" pitchFamily="18" charset="0"/>
              </a:rPr>
              <a:t>ArchDaily</a:t>
            </a:r>
            <a:endParaRPr lang="en-AU" dirty="0"/>
          </a:p>
        </p:txBody>
      </p:sp>
    </p:spTree>
    <p:extLst>
      <p:ext uri="{BB962C8B-B14F-4D97-AF65-F5344CB8AC3E}">
        <p14:creationId xmlns:p14="http://schemas.microsoft.com/office/powerpoint/2010/main" val="2793246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CB8C8-6FB8-8A56-E08B-EBF2458B1015}"/>
              </a:ext>
            </a:extLst>
          </p:cNvPr>
          <p:cNvSpPr>
            <a:spLocks noGrp="1"/>
          </p:cNvSpPr>
          <p:nvPr>
            <p:ph type="title"/>
          </p:nvPr>
        </p:nvSpPr>
        <p:spPr/>
        <p:txBody>
          <a:bodyPr/>
          <a:lstStyle/>
          <a:p>
            <a:r>
              <a:rPr lang="en-US" altLang="zh-CN" dirty="0"/>
              <a:t>The Use of Software </a:t>
            </a:r>
            <a:endParaRPr lang="en-AU" dirty="0"/>
          </a:p>
        </p:txBody>
      </p:sp>
      <p:pic>
        <p:nvPicPr>
          <p:cNvPr id="5" name="Content Placeholder 4">
            <a:extLst>
              <a:ext uri="{FF2B5EF4-FFF2-40B4-BE49-F238E27FC236}">
                <a16:creationId xmlns:a16="http://schemas.microsoft.com/office/drawing/2014/main" id="{30ABA5E8-4C78-3034-FC10-8AE47EB3DD3C}"/>
              </a:ext>
            </a:extLst>
          </p:cNvPr>
          <p:cNvPicPr>
            <a:picLocks noGrp="1" noChangeAspect="1"/>
          </p:cNvPicPr>
          <p:nvPr>
            <p:ph idx="1"/>
          </p:nvPr>
        </p:nvPicPr>
        <p:blipFill>
          <a:blip r:embed="rId2"/>
          <a:stretch>
            <a:fillRect/>
          </a:stretch>
        </p:blipFill>
        <p:spPr>
          <a:xfrm>
            <a:off x="1472492" y="1475476"/>
            <a:ext cx="9247016" cy="5115370"/>
          </a:xfrm>
        </p:spPr>
      </p:pic>
    </p:spTree>
    <p:extLst>
      <p:ext uri="{BB962C8B-B14F-4D97-AF65-F5344CB8AC3E}">
        <p14:creationId xmlns:p14="http://schemas.microsoft.com/office/powerpoint/2010/main" val="1487898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9A6CD-F6EA-B410-F6D5-EFDE8A9EC7E6}"/>
              </a:ext>
            </a:extLst>
          </p:cNvPr>
          <p:cNvSpPr>
            <a:spLocks noGrp="1"/>
          </p:cNvSpPr>
          <p:nvPr>
            <p:ph type="title"/>
          </p:nvPr>
        </p:nvSpPr>
        <p:spPr/>
        <p:txBody>
          <a:bodyPr/>
          <a:lstStyle/>
          <a:p>
            <a:r>
              <a:rPr lang="en-US" altLang="zh-CN" dirty="0"/>
              <a:t>Change Material Setting</a:t>
            </a:r>
            <a:endParaRPr lang="en-AU" dirty="0"/>
          </a:p>
        </p:txBody>
      </p:sp>
      <p:pic>
        <p:nvPicPr>
          <p:cNvPr id="5" name="Content Placeholder 4">
            <a:extLst>
              <a:ext uri="{FF2B5EF4-FFF2-40B4-BE49-F238E27FC236}">
                <a16:creationId xmlns:a16="http://schemas.microsoft.com/office/drawing/2014/main" id="{571738BD-CF1D-9DDF-CA30-9B73C5C15CCF}"/>
              </a:ext>
            </a:extLst>
          </p:cNvPr>
          <p:cNvPicPr>
            <a:picLocks noGrp="1" noChangeAspect="1"/>
          </p:cNvPicPr>
          <p:nvPr>
            <p:ph idx="1"/>
          </p:nvPr>
        </p:nvPicPr>
        <p:blipFill>
          <a:blip r:embed="rId2"/>
          <a:stretch>
            <a:fillRect/>
          </a:stretch>
        </p:blipFill>
        <p:spPr>
          <a:xfrm>
            <a:off x="3148692" y="1629013"/>
            <a:ext cx="5894615" cy="4863862"/>
          </a:xfrm>
        </p:spPr>
      </p:pic>
    </p:spTree>
    <p:extLst>
      <p:ext uri="{BB962C8B-B14F-4D97-AF65-F5344CB8AC3E}">
        <p14:creationId xmlns:p14="http://schemas.microsoft.com/office/powerpoint/2010/main" val="2579608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7983F-FB59-5123-B7EA-9B6366893361}"/>
              </a:ext>
            </a:extLst>
          </p:cNvPr>
          <p:cNvSpPr>
            <a:spLocks noGrp="1"/>
          </p:cNvSpPr>
          <p:nvPr>
            <p:ph type="title"/>
          </p:nvPr>
        </p:nvSpPr>
        <p:spPr/>
        <p:txBody>
          <a:bodyPr/>
          <a:lstStyle/>
          <a:p>
            <a:r>
              <a:rPr lang="en-US" altLang="zh-CN" dirty="0"/>
              <a:t>Editing </a:t>
            </a:r>
            <a:r>
              <a:rPr lang="en-AU" altLang="zh-CN" dirty="0"/>
              <a:t>a Texture</a:t>
            </a:r>
            <a:endParaRPr lang="en-AU" dirty="0"/>
          </a:p>
        </p:txBody>
      </p:sp>
      <p:pic>
        <p:nvPicPr>
          <p:cNvPr id="5" name="Content Placeholder 4">
            <a:extLst>
              <a:ext uri="{FF2B5EF4-FFF2-40B4-BE49-F238E27FC236}">
                <a16:creationId xmlns:a16="http://schemas.microsoft.com/office/drawing/2014/main" id="{C3114942-4207-C14B-C676-CA36E5F233ED}"/>
              </a:ext>
            </a:extLst>
          </p:cNvPr>
          <p:cNvPicPr>
            <a:picLocks noGrp="1" noChangeAspect="1"/>
          </p:cNvPicPr>
          <p:nvPr>
            <p:ph idx="1"/>
          </p:nvPr>
        </p:nvPicPr>
        <p:blipFill>
          <a:blip r:embed="rId2"/>
          <a:stretch>
            <a:fillRect/>
          </a:stretch>
        </p:blipFill>
        <p:spPr>
          <a:xfrm>
            <a:off x="2903764" y="1511560"/>
            <a:ext cx="6384471" cy="5132614"/>
          </a:xfrm>
        </p:spPr>
      </p:pic>
    </p:spTree>
    <p:extLst>
      <p:ext uri="{BB962C8B-B14F-4D97-AF65-F5344CB8AC3E}">
        <p14:creationId xmlns:p14="http://schemas.microsoft.com/office/powerpoint/2010/main" val="2852822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6915A-CBF1-96A7-1BD3-6564917A341B}"/>
              </a:ext>
            </a:extLst>
          </p:cNvPr>
          <p:cNvSpPr>
            <a:spLocks noGrp="1"/>
          </p:cNvSpPr>
          <p:nvPr>
            <p:ph type="title"/>
          </p:nvPr>
        </p:nvSpPr>
        <p:spPr/>
        <p:txBody>
          <a:bodyPr/>
          <a:lstStyle/>
          <a:p>
            <a:r>
              <a:rPr lang="en-US" altLang="zh-CN" dirty="0"/>
              <a:t>Creating a </a:t>
            </a:r>
            <a:r>
              <a:rPr lang="en-US" altLang="zh-CN" dirty="0" err="1"/>
              <a:t>Customised</a:t>
            </a:r>
            <a:r>
              <a:rPr lang="en-US" altLang="zh-CN" dirty="0"/>
              <a:t> Texture</a:t>
            </a:r>
            <a:endParaRPr lang="en-AU" dirty="0"/>
          </a:p>
        </p:txBody>
      </p:sp>
      <p:pic>
        <p:nvPicPr>
          <p:cNvPr id="5" name="Content Placeholder 4">
            <a:extLst>
              <a:ext uri="{FF2B5EF4-FFF2-40B4-BE49-F238E27FC236}">
                <a16:creationId xmlns:a16="http://schemas.microsoft.com/office/drawing/2014/main" id="{96F4869F-1AC0-0A0E-E505-972BB714C395}"/>
              </a:ext>
            </a:extLst>
          </p:cNvPr>
          <p:cNvPicPr>
            <a:picLocks noGrp="1" noChangeAspect="1"/>
          </p:cNvPicPr>
          <p:nvPr>
            <p:ph idx="1"/>
          </p:nvPr>
        </p:nvPicPr>
        <p:blipFill>
          <a:blip r:embed="rId2"/>
          <a:stretch>
            <a:fillRect/>
          </a:stretch>
        </p:blipFill>
        <p:spPr>
          <a:xfrm>
            <a:off x="838200" y="1366206"/>
            <a:ext cx="4563985" cy="5126669"/>
          </a:xfrm>
        </p:spPr>
      </p:pic>
      <p:sp>
        <p:nvSpPr>
          <p:cNvPr id="6" name="Title 1">
            <a:extLst>
              <a:ext uri="{FF2B5EF4-FFF2-40B4-BE49-F238E27FC236}">
                <a16:creationId xmlns:a16="http://schemas.microsoft.com/office/drawing/2014/main" id="{3F7BD254-3CE4-6B01-B7D7-5DB3EABCBB03}"/>
              </a:ext>
            </a:extLst>
          </p:cNvPr>
          <p:cNvSpPr txBox="1">
            <a:spLocks/>
          </p:cNvSpPr>
          <p:nvPr/>
        </p:nvSpPr>
        <p:spPr>
          <a:xfrm>
            <a:off x="6215743" y="5211308"/>
            <a:ext cx="5138057" cy="1325563"/>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Add a New Material from Library to Document</a:t>
            </a:r>
            <a:endParaRPr lang="en-AU" dirty="0"/>
          </a:p>
        </p:txBody>
      </p:sp>
      <p:pic>
        <p:nvPicPr>
          <p:cNvPr id="8" name="Picture 7">
            <a:extLst>
              <a:ext uri="{FF2B5EF4-FFF2-40B4-BE49-F238E27FC236}">
                <a16:creationId xmlns:a16="http://schemas.microsoft.com/office/drawing/2014/main" id="{0E1496AE-D3F5-1093-5825-6E10C0B4F4A6}"/>
              </a:ext>
            </a:extLst>
          </p:cNvPr>
          <p:cNvPicPr>
            <a:picLocks noChangeAspect="1"/>
          </p:cNvPicPr>
          <p:nvPr/>
        </p:nvPicPr>
        <p:blipFill>
          <a:blip r:embed="rId3"/>
          <a:stretch>
            <a:fillRect/>
          </a:stretch>
        </p:blipFill>
        <p:spPr>
          <a:xfrm>
            <a:off x="6215743" y="2743199"/>
            <a:ext cx="5529583" cy="1945594"/>
          </a:xfrm>
          <a:prstGeom prst="rect">
            <a:avLst/>
          </a:prstGeom>
        </p:spPr>
      </p:pic>
    </p:spTree>
    <p:extLst>
      <p:ext uri="{BB962C8B-B14F-4D97-AF65-F5344CB8AC3E}">
        <p14:creationId xmlns:p14="http://schemas.microsoft.com/office/powerpoint/2010/main" val="2099761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4F61C-C378-F29E-ADD1-DA6197F0AE62}"/>
              </a:ext>
            </a:extLst>
          </p:cNvPr>
          <p:cNvSpPr>
            <a:spLocks noGrp="1"/>
          </p:cNvSpPr>
          <p:nvPr>
            <p:ph type="title"/>
          </p:nvPr>
        </p:nvSpPr>
        <p:spPr/>
        <p:txBody>
          <a:bodyPr/>
          <a:lstStyle/>
          <a:p>
            <a:r>
              <a:rPr lang="en-AU" dirty="0"/>
              <a:t>Creating a New Library and Apply Material</a:t>
            </a:r>
          </a:p>
        </p:txBody>
      </p:sp>
      <p:pic>
        <p:nvPicPr>
          <p:cNvPr id="5" name="Content Placeholder 4">
            <a:extLst>
              <a:ext uri="{FF2B5EF4-FFF2-40B4-BE49-F238E27FC236}">
                <a16:creationId xmlns:a16="http://schemas.microsoft.com/office/drawing/2014/main" id="{529963AF-D667-D62B-D3C4-04C08A51A627}"/>
              </a:ext>
            </a:extLst>
          </p:cNvPr>
          <p:cNvPicPr>
            <a:picLocks noGrp="1" noChangeAspect="1"/>
          </p:cNvPicPr>
          <p:nvPr>
            <p:ph idx="1"/>
          </p:nvPr>
        </p:nvPicPr>
        <p:blipFill>
          <a:blip r:embed="rId2"/>
          <a:stretch>
            <a:fillRect/>
          </a:stretch>
        </p:blipFill>
        <p:spPr>
          <a:xfrm>
            <a:off x="576397" y="1690688"/>
            <a:ext cx="2896961" cy="3054977"/>
          </a:xfrm>
        </p:spPr>
      </p:pic>
      <p:pic>
        <p:nvPicPr>
          <p:cNvPr id="7" name="Picture 6">
            <a:extLst>
              <a:ext uri="{FF2B5EF4-FFF2-40B4-BE49-F238E27FC236}">
                <a16:creationId xmlns:a16="http://schemas.microsoft.com/office/drawing/2014/main" id="{2CF87A0A-F6C7-129D-7DD8-F6C46784B2CE}"/>
              </a:ext>
            </a:extLst>
          </p:cNvPr>
          <p:cNvPicPr>
            <a:picLocks noChangeAspect="1"/>
          </p:cNvPicPr>
          <p:nvPr/>
        </p:nvPicPr>
        <p:blipFill>
          <a:blip r:embed="rId3"/>
          <a:stretch>
            <a:fillRect/>
          </a:stretch>
        </p:blipFill>
        <p:spPr>
          <a:xfrm>
            <a:off x="3885519" y="1690688"/>
            <a:ext cx="7880442" cy="4318226"/>
          </a:xfrm>
          <a:prstGeom prst="rect">
            <a:avLst/>
          </a:prstGeom>
        </p:spPr>
      </p:pic>
    </p:spTree>
    <p:extLst>
      <p:ext uri="{BB962C8B-B14F-4D97-AF65-F5344CB8AC3E}">
        <p14:creationId xmlns:p14="http://schemas.microsoft.com/office/powerpoint/2010/main" val="2304398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C8C12E-D2CD-97E4-B02C-5A7E41C53455}"/>
              </a:ext>
            </a:extLst>
          </p:cNvPr>
          <p:cNvSpPr>
            <a:spLocks noGrp="1"/>
          </p:cNvSpPr>
          <p:nvPr>
            <p:ph type="body" sz="half" idx="2"/>
          </p:nvPr>
        </p:nvSpPr>
        <p:spPr/>
        <p:txBody>
          <a:bodyPr/>
          <a:lstStyle/>
          <a:p>
            <a:r>
              <a:rPr lang="en-AU" b="1" dirty="0"/>
              <a:t>Instructor to demonstrate camera setting and rendering basics – required for final project.</a:t>
            </a:r>
          </a:p>
        </p:txBody>
      </p:sp>
      <p:sp>
        <p:nvSpPr>
          <p:cNvPr id="2" name="Title 1">
            <a:extLst>
              <a:ext uri="{FF2B5EF4-FFF2-40B4-BE49-F238E27FC236}">
                <a16:creationId xmlns:a16="http://schemas.microsoft.com/office/drawing/2014/main" id="{9F2C2BF8-A1F3-8F40-1ACC-593EA6C522FD}"/>
              </a:ext>
            </a:extLst>
          </p:cNvPr>
          <p:cNvSpPr>
            <a:spLocks noGrp="1"/>
          </p:cNvSpPr>
          <p:nvPr>
            <p:ph type="title"/>
          </p:nvPr>
        </p:nvSpPr>
        <p:spPr/>
        <p:txBody>
          <a:bodyPr/>
          <a:lstStyle/>
          <a:p>
            <a:r>
              <a:rPr lang="en-AU" dirty="0"/>
              <a:t>Revit Rendering Basics</a:t>
            </a:r>
          </a:p>
        </p:txBody>
      </p:sp>
      <p:pic>
        <p:nvPicPr>
          <p:cNvPr id="4" name="Online Media 3" title="Autodesk Revit Architecture - How To Make A Render">
            <a:hlinkClick r:id="" action="ppaction://media"/>
            <a:extLst>
              <a:ext uri="{FF2B5EF4-FFF2-40B4-BE49-F238E27FC236}">
                <a16:creationId xmlns:a16="http://schemas.microsoft.com/office/drawing/2014/main" id="{19F8431E-F34A-0F79-1ABE-30CF0A5190C5}"/>
              </a:ext>
            </a:extLst>
          </p:cNvPr>
          <p:cNvPicPr>
            <a:picLocks noRot="1" noChangeAspect="1"/>
          </p:cNvPicPr>
          <p:nvPr>
            <a:videoFile r:link="rId1"/>
          </p:nvPr>
        </p:nvPicPr>
        <p:blipFill>
          <a:blip r:embed="rId3"/>
          <a:stretch>
            <a:fillRect/>
          </a:stretch>
        </p:blipFill>
        <p:spPr>
          <a:xfrm>
            <a:off x="2006260" y="2001361"/>
            <a:ext cx="7421320" cy="4193055"/>
          </a:xfrm>
          <a:prstGeom prst="rect">
            <a:avLst/>
          </a:prstGeom>
        </p:spPr>
      </p:pic>
    </p:spTree>
    <p:extLst>
      <p:ext uri="{BB962C8B-B14F-4D97-AF65-F5344CB8AC3E}">
        <p14:creationId xmlns:p14="http://schemas.microsoft.com/office/powerpoint/2010/main" val="52744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62B9CF-13E9-6D80-6A7A-423DD949E2E8}"/>
              </a:ext>
            </a:extLst>
          </p:cNvPr>
          <p:cNvSpPr>
            <a:spLocks noGrp="1"/>
          </p:cNvSpPr>
          <p:nvPr>
            <p:ph type="body" sz="half" idx="2"/>
          </p:nvPr>
        </p:nvSpPr>
        <p:spPr/>
        <p:txBody>
          <a:bodyPr/>
          <a:lstStyle/>
          <a:p>
            <a:r>
              <a:rPr lang="en-AU" b="1" dirty="0"/>
              <a:t>Instructor to demonstrate walkthrough basics – optional for final project.</a:t>
            </a:r>
          </a:p>
        </p:txBody>
      </p:sp>
      <p:sp>
        <p:nvSpPr>
          <p:cNvPr id="2" name="Title 1">
            <a:extLst>
              <a:ext uri="{FF2B5EF4-FFF2-40B4-BE49-F238E27FC236}">
                <a16:creationId xmlns:a16="http://schemas.microsoft.com/office/drawing/2014/main" id="{B96FB420-FC1D-9290-38ED-778DDB724602}"/>
              </a:ext>
            </a:extLst>
          </p:cNvPr>
          <p:cNvSpPr>
            <a:spLocks noGrp="1"/>
          </p:cNvSpPr>
          <p:nvPr>
            <p:ph type="title"/>
          </p:nvPr>
        </p:nvSpPr>
        <p:spPr/>
        <p:txBody>
          <a:bodyPr/>
          <a:lstStyle/>
          <a:p>
            <a:r>
              <a:rPr lang="en-AU" dirty="0"/>
              <a:t>Walkthrough in Revit</a:t>
            </a:r>
          </a:p>
        </p:txBody>
      </p:sp>
      <p:pic>
        <p:nvPicPr>
          <p:cNvPr id="4" name="Online Media 3" title="Revit Walkthrough - RENDERED version">
            <a:hlinkClick r:id="" action="ppaction://media"/>
            <a:extLst>
              <a:ext uri="{FF2B5EF4-FFF2-40B4-BE49-F238E27FC236}">
                <a16:creationId xmlns:a16="http://schemas.microsoft.com/office/drawing/2014/main" id="{B996277F-3457-4A6A-B9D7-308D8D612F0D}"/>
              </a:ext>
            </a:extLst>
          </p:cNvPr>
          <p:cNvPicPr>
            <a:picLocks noRot="1" noChangeAspect="1"/>
          </p:cNvPicPr>
          <p:nvPr>
            <a:videoFile r:link="rId1"/>
          </p:nvPr>
        </p:nvPicPr>
        <p:blipFill>
          <a:blip r:embed="rId3"/>
          <a:stretch>
            <a:fillRect/>
          </a:stretch>
        </p:blipFill>
        <p:spPr>
          <a:xfrm>
            <a:off x="2562145" y="2008208"/>
            <a:ext cx="7067710" cy="3993265"/>
          </a:xfrm>
          <a:prstGeom prst="rect">
            <a:avLst/>
          </a:prstGeom>
        </p:spPr>
      </p:pic>
    </p:spTree>
    <p:extLst>
      <p:ext uri="{BB962C8B-B14F-4D97-AF65-F5344CB8AC3E}">
        <p14:creationId xmlns:p14="http://schemas.microsoft.com/office/powerpoint/2010/main" val="1435696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1C43D1-3AA6-1D55-4ECB-C29AB701401E}"/>
              </a:ext>
            </a:extLst>
          </p:cNvPr>
          <p:cNvSpPr>
            <a:spLocks noGrp="1"/>
          </p:cNvSpPr>
          <p:nvPr>
            <p:ph type="body" sz="half" idx="2"/>
          </p:nvPr>
        </p:nvSpPr>
        <p:spPr/>
        <p:txBody>
          <a:bodyPr/>
          <a:lstStyle/>
          <a:p>
            <a:pPr marL="285750" indent="-285750">
              <a:buFont typeface="Arial" panose="020B0604020202020204" pitchFamily="34" charset="0"/>
              <a:buChar char="•"/>
            </a:pP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Arch Daily. (2025). </a:t>
            </a:r>
            <a:r>
              <a:rPr lang="en-AU" sz="1800" i="1" kern="100" dirty="0">
                <a:effectLst/>
                <a:latin typeface="Calibri" panose="020F0502020204030204" pitchFamily="34" charset="0"/>
                <a:ea typeface="DengXian" panose="02010600030101010101" pitchFamily="2" charset="-122"/>
                <a:cs typeface="Times New Roman" panose="02020603050405020304" pitchFamily="18" charset="0"/>
              </a:rPr>
              <a:t>Arch Daily Image</a:t>
            </a:r>
            <a:r>
              <a:rPr lang="en-AU" sz="1800" kern="100" dirty="0">
                <a:effectLst/>
                <a:latin typeface="Calibri" panose="020F0502020204030204" pitchFamily="34" charset="0"/>
                <a:ea typeface="DengXian" panose="02010600030101010101" pitchFamily="2" charset="-122"/>
                <a:cs typeface="Times New Roman" panose="02020603050405020304" pitchFamily="18" charset="0"/>
              </a:rPr>
              <a:t>. https://www.archdaily.com/</a:t>
            </a:r>
          </a:p>
          <a:p>
            <a:endParaRPr lang="en-AU" dirty="0"/>
          </a:p>
        </p:txBody>
      </p:sp>
      <p:sp>
        <p:nvSpPr>
          <p:cNvPr id="2" name="Title 1">
            <a:extLst>
              <a:ext uri="{FF2B5EF4-FFF2-40B4-BE49-F238E27FC236}">
                <a16:creationId xmlns:a16="http://schemas.microsoft.com/office/drawing/2014/main" id="{A7B7D7D8-1640-C5B3-3E98-633CF9427FF8}"/>
              </a:ext>
            </a:extLst>
          </p:cNvPr>
          <p:cNvSpPr>
            <a:spLocks noGrp="1"/>
          </p:cNvSpPr>
          <p:nvPr>
            <p:ph type="title"/>
          </p:nvPr>
        </p:nvSpPr>
        <p:spPr/>
        <p:txBody>
          <a:bodyPr/>
          <a:lstStyle/>
          <a:p>
            <a:r>
              <a:rPr lang="en-AU" dirty="0"/>
              <a:t>Reference</a:t>
            </a:r>
          </a:p>
        </p:txBody>
      </p:sp>
    </p:spTree>
    <p:extLst>
      <p:ext uri="{BB962C8B-B14F-4D97-AF65-F5344CB8AC3E}">
        <p14:creationId xmlns:p14="http://schemas.microsoft.com/office/powerpoint/2010/main" val="3182276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2A4B707-13BF-4B4F-A3D8-BB605AB10BC5}"/>
              </a:ext>
            </a:extLst>
          </p:cNvPr>
          <p:cNvSpPr>
            <a:spLocks noGrp="1"/>
          </p:cNvSpPr>
          <p:nvPr>
            <p:ph type="ctrTitle" idx="4294967295"/>
          </p:nvPr>
        </p:nvSpPr>
        <p:spPr>
          <a:xfrm>
            <a:off x="1196322" y="1680966"/>
            <a:ext cx="5077440" cy="1052596"/>
          </a:xfrm>
        </p:spPr>
        <p:txBody>
          <a:bodyPr/>
          <a:lstStyle/>
          <a:p>
            <a:r>
              <a:rPr lang="en-US" sz="4400" dirty="0"/>
              <a:t>Thank you</a:t>
            </a:r>
            <a:br>
              <a:rPr lang="en-US" dirty="0"/>
            </a:br>
            <a:r>
              <a:rPr lang="en-US" b="0" dirty="0"/>
              <a:t>Questions?</a:t>
            </a:r>
            <a:endParaRPr lang="en-US" dirty="0"/>
          </a:p>
        </p:txBody>
      </p:sp>
    </p:spTree>
    <p:extLst>
      <p:ext uri="{BB962C8B-B14F-4D97-AF65-F5344CB8AC3E}">
        <p14:creationId xmlns:p14="http://schemas.microsoft.com/office/powerpoint/2010/main" val="1915363159"/>
      </p:ext>
    </p:extLst>
  </p:cSld>
  <p:clrMapOvr>
    <a:masterClrMapping/>
  </p:clrMapOvr>
</p:sld>
</file>

<file path=ppt/theme/theme1.xml><?xml version="1.0" encoding="utf-8"?>
<a:theme xmlns:a="http://schemas.openxmlformats.org/drawingml/2006/main" name="Office Theme">
  <a:themeElements>
    <a:clrScheme name="VU 2024">
      <a:dk1>
        <a:srgbClr val="000000"/>
      </a:dk1>
      <a:lt1>
        <a:srgbClr val="FFFFFF"/>
      </a:lt1>
      <a:dk2>
        <a:srgbClr val="262626"/>
      </a:dk2>
      <a:lt2>
        <a:srgbClr val="FFFFFF"/>
      </a:lt2>
      <a:accent1>
        <a:srgbClr val="5BC2E7"/>
      </a:accent1>
      <a:accent2>
        <a:srgbClr val="1E1248"/>
      </a:accent2>
      <a:accent3>
        <a:srgbClr val="ED6B5E"/>
      </a:accent3>
      <a:accent4>
        <a:srgbClr val="B39AD2"/>
      </a:accent4>
      <a:accent5>
        <a:srgbClr val="EEEEEE"/>
      </a:accent5>
      <a:accent6>
        <a:srgbClr val="6E6E6E"/>
      </a:accent6>
      <a:hlink>
        <a:srgbClr val="0C71AC"/>
      </a:hlink>
      <a:folHlink>
        <a:srgbClr val="6E6E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CAF70F-E073-BF40-A79D-4081DC7CE9D1}" vid="{806BC320-17C3-6546-81D5-5AF729563D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a9cb1d79-f99f-49bb-8e2a-e2312126c491">
      <UserInfo>
        <DisplayName>Kate Hitchins</DisplayName>
        <AccountId>727</AccountId>
        <AccountType/>
      </UserInfo>
    </SharedWithUsers>
    <MediaLengthInSeconds xmlns="f38d7cb2-8266-40dc-9c80-5a14c72951d4" xsi:nil="true"/>
    <_activity xmlns="f38d7cb2-8266-40dc-9c80-5a14c72951d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9F76110527CE0478E6091AB5EC74898" ma:contentTypeVersion="15" ma:contentTypeDescription="Create a new document." ma:contentTypeScope="" ma:versionID="c1c5edefc9e02eae2714aa09383da356">
  <xsd:schema xmlns:xsd="http://www.w3.org/2001/XMLSchema" xmlns:xs="http://www.w3.org/2001/XMLSchema" xmlns:p="http://schemas.microsoft.com/office/2006/metadata/properties" xmlns:ns3="f38d7cb2-8266-40dc-9c80-5a14c72951d4" xmlns:ns4="a9cb1d79-f99f-49bb-8e2a-e2312126c491" targetNamespace="http://schemas.microsoft.com/office/2006/metadata/properties" ma:root="true" ma:fieldsID="843b90cf4550736d6ca05ee9401f6042" ns3:_="" ns4:_="">
    <xsd:import namespace="f38d7cb2-8266-40dc-9c80-5a14c72951d4"/>
    <xsd:import namespace="a9cb1d79-f99f-49bb-8e2a-e2312126c49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SearchProperties" minOccurs="0"/>
                <xsd:element ref="ns3:MediaServiceSystem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8d7cb2-8266-40dc-9c80-5a14c72951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9cb1d79-f99f-49bb-8e2a-e2312126c49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9109AC-3400-4D6C-BF7D-EE9E1DA1F086}">
  <ds:schemaRefs>
    <ds:schemaRef ds:uri="http://schemas.microsoft.com/sharepoint/v3/contenttype/forms"/>
  </ds:schemaRefs>
</ds:datastoreItem>
</file>

<file path=customXml/itemProps2.xml><?xml version="1.0" encoding="utf-8"?>
<ds:datastoreItem xmlns:ds="http://schemas.openxmlformats.org/officeDocument/2006/customXml" ds:itemID="{FA9BFBAB-54D8-4D2B-81F7-50E6F7501764}">
  <ds:schemaRefs>
    <ds:schemaRef ds:uri="http://purl.org/dc/elements/1.1/"/>
    <ds:schemaRef ds:uri="http://purl.org/dc/terms/"/>
    <ds:schemaRef ds:uri="f38d7cb2-8266-40dc-9c80-5a14c72951d4"/>
    <ds:schemaRef ds:uri="a9cb1d79-f99f-49bb-8e2a-e2312126c491"/>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9744AE7C-1058-4C5F-8244-E3C6339272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8d7cb2-8266-40dc-9c80-5a14c72951d4"/>
    <ds:schemaRef ds:uri="a9cb1d79-f99f-49bb-8e2a-e2312126c4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VU_PPT Template</Template>
  <TotalTime>111</TotalTime>
  <Words>455</Words>
  <Application>Microsoft Office PowerPoint</Application>
  <PresentationFormat>Widescreen</PresentationFormat>
  <Paragraphs>84</Paragraphs>
  <Slides>25</Slides>
  <Notes>0</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.Lucida Grande UI Regular</vt:lpstr>
      <vt:lpstr>Arial</vt:lpstr>
      <vt:lpstr>Calibri</vt:lpstr>
      <vt:lpstr>Helvetica Neue</vt:lpstr>
      <vt:lpstr>Office Theme</vt:lpstr>
      <vt:lpstr>Session 9</vt:lpstr>
      <vt:lpstr>PowerPoint Presentation</vt:lpstr>
      <vt:lpstr>Contract Document</vt:lpstr>
      <vt:lpstr>Types of Contracts</vt:lpstr>
      <vt:lpstr>Document Classification</vt:lpstr>
      <vt:lpstr>Document Classification</vt:lpstr>
      <vt:lpstr>Document Classification</vt:lpstr>
      <vt:lpstr>Residential Contract</vt:lpstr>
      <vt:lpstr>Commercial Contract</vt:lpstr>
      <vt:lpstr>Contract Terms</vt:lpstr>
      <vt:lpstr>Paper Size of Documentation</vt:lpstr>
      <vt:lpstr>PowerPoint Presentation</vt:lpstr>
      <vt:lpstr>Session 9</vt:lpstr>
      <vt:lpstr>Visualisation</vt:lpstr>
      <vt:lpstr>Rendering in Different Styles</vt:lpstr>
      <vt:lpstr>Collage Examples</vt:lpstr>
      <vt:lpstr>The Use of Software </vt:lpstr>
      <vt:lpstr>Change Material Setting</vt:lpstr>
      <vt:lpstr>Editing a Texture</vt:lpstr>
      <vt:lpstr>Creating a Customised Texture</vt:lpstr>
      <vt:lpstr>Creating a New Library and Apply Material</vt:lpstr>
      <vt:lpstr>Revit Rendering Basics</vt:lpstr>
      <vt:lpstr>Walkthrough in Revit</vt:lpstr>
      <vt:lpstr>Reference</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Axnick</dc:creator>
  <cp:lastModifiedBy>Daniel Axnick</cp:lastModifiedBy>
  <cp:revision>4</cp:revision>
  <dcterms:created xsi:type="dcterms:W3CDTF">2025-01-30T23:38:47Z</dcterms:created>
  <dcterms:modified xsi:type="dcterms:W3CDTF">2025-02-05T00:46:10Z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0x010100D9F76110527CE0478E6091AB5EC74898</vt:lpwstr>
  </property>
  <property fmtid="{D5CDD505-2E9C-101B-9397-08002B2CF9AE}" pid="4" name="_dlc_DocIdItemGuid">
    <vt:lpwstr>c455dfeb-16d0-4085-bac7-566eeb3c23ee</vt:lpwstr>
  </property>
  <property fmtid="{D5CDD505-2E9C-101B-9397-08002B2CF9AE}" pid="5" name="MSIP_Label_d7dc88d9-fa17-47eb-a208-3e66f59d50e5_Enabled">
    <vt:lpwstr>true</vt:lpwstr>
  </property>
  <property fmtid="{D5CDD505-2E9C-101B-9397-08002B2CF9AE}" pid="6" name="MSIP_Label_d7dc88d9-fa17-47eb-a208-3e66f59d50e5_SetDate">
    <vt:lpwstr>2023-08-16T02:10:42Z</vt:lpwstr>
  </property>
  <property fmtid="{D5CDD505-2E9C-101B-9397-08002B2CF9AE}" pid="7" name="MSIP_Label_d7dc88d9-fa17-47eb-a208-3e66f59d50e5_Method">
    <vt:lpwstr>Standard</vt:lpwstr>
  </property>
  <property fmtid="{D5CDD505-2E9C-101B-9397-08002B2CF9AE}" pid="8" name="MSIP_Label_d7dc88d9-fa17-47eb-a208-3e66f59d50e5_Name">
    <vt:lpwstr>Internal</vt:lpwstr>
  </property>
  <property fmtid="{D5CDD505-2E9C-101B-9397-08002B2CF9AE}" pid="9" name="MSIP_Label_d7dc88d9-fa17-47eb-a208-3e66f59d50e5_SiteId">
    <vt:lpwstr>d51ba343-9258-4ea6-9907-426d8c84ec12</vt:lpwstr>
  </property>
  <property fmtid="{D5CDD505-2E9C-101B-9397-08002B2CF9AE}" pid="10" name="MSIP_Label_d7dc88d9-fa17-47eb-a208-3e66f59d50e5_ActionId">
    <vt:lpwstr>988a31dd-b6e9-4136-86c0-f7d1a748cb73</vt:lpwstr>
  </property>
  <property fmtid="{D5CDD505-2E9C-101B-9397-08002B2CF9AE}" pid="11" name="MSIP_Label_d7dc88d9-fa17-47eb-a208-3e66f59d50e5_ContentBits">
    <vt:lpwstr>0</vt:lpwstr>
  </property>
  <property fmtid="{D5CDD505-2E9C-101B-9397-08002B2CF9AE}" pid="12" name="Order">
    <vt:lpwstr>20776600.0000000</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ies>
</file>