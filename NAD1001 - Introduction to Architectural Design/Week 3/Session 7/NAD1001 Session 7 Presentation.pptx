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2"/>
  </p:notesMasterIdLst>
  <p:sldIdLst>
    <p:sldId id="257" r:id="rId5"/>
    <p:sldId id="329" r:id="rId6"/>
    <p:sldId id="260" r:id="rId7"/>
    <p:sldId id="283" r:id="rId8"/>
    <p:sldId id="266" r:id="rId9"/>
    <p:sldId id="267" r:id="rId10"/>
    <p:sldId id="268" r:id="rId11"/>
    <p:sldId id="269" r:id="rId12"/>
    <p:sldId id="270" r:id="rId13"/>
    <p:sldId id="333" r:id="rId14"/>
    <p:sldId id="330" r:id="rId15"/>
    <p:sldId id="272" r:id="rId16"/>
    <p:sldId id="273" r:id="rId17"/>
    <p:sldId id="274" r:id="rId18"/>
    <p:sldId id="275" r:id="rId19"/>
    <p:sldId id="276" r:id="rId20"/>
    <p:sldId id="277" r:id="rId21"/>
    <p:sldId id="334" r:id="rId22"/>
    <p:sldId id="284" r:id="rId23"/>
    <p:sldId id="278" r:id="rId24"/>
    <p:sldId id="279" r:id="rId25"/>
    <p:sldId id="280" r:id="rId26"/>
    <p:sldId id="281" r:id="rId27"/>
    <p:sldId id="282" r:id="rId28"/>
    <p:sldId id="331" r:id="rId29"/>
    <p:sldId id="335" r:id="rId30"/>
    <p:sldId id="336" r:id="rId31"/>
    <p:sldId id="285" r:id="rId32"/>
    <p:sldId id="286" r:id="rId33"/>
    <p:sldId id="339" r:id="rId34"/>
    <p:sldId id="337" r:id="rId35"/>
    <p:sldId id="258" r:id="rId36"/>
    <p:sldId id="259" r:id="rId37"/>
    <p:sldId id="338" r:id="rId38"/>
    <p:sldId id="332" r:id="rId39"/>
    <p:sldId id="287" r:id="rId40"/>
    <p:sldId id="318" r:id="rId41"/>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9AD2"/>
    <a:srgbClr val="ED6B5E"/>
    <a:srgbClr val="0C71AC"/>
    <a:srgbClr val="5BC2E7"/>
    <a:srgbClr val="D9D9D9"/>
    <a:srgbClr val="B8B1E5"/>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10"/>
    <p:restoredTop sz="96327"/>
  </p:normalViewPr>
  <p:slideViewPr>
    <p:cSldViewPr snapToGrid="0" snapToObjects="1">
      <p:cViewPr varScale="1">
        <p:scale>
          <a:sx n="165" d="100"/>
          <a:sy n="165" d="100"/>
        </p:scale>
        <p:origin x="348"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C2B7137-6CE1-F74D-80B1-E1939CF18C0B}" type="datetimeFigureOut">
              <a:rPr lang="en-US" smtClean="0"/>
              <a:pPr/>
              <a:t>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448FA329-FEDE-3F45-9805-68CDC9FBB0EA}" type="slidenum">
              <a:rPr lang="en-US" smtClean="0"/>
              <a:pPr/>
              <a:t>‹#›</a:t>
            </a:fld>
            <a:endParaRPr lang="en-US" dirty="0"/>
          </a:p>
        </p:txBody>
      </p:sp>
    </p:spTree>
    <p:extLst>
      <p:ext uri="{BB962C8B-B14F-4D97-AF65-F5344CB8AC3E}">
        <p14:creationId xmlns:p14="http://schemas.microsoft.com/office/powerpoint/2010/main" val="377891344"/>
      </p:ext>
    </p:extLst>
  </p:cSld>
  <p:clrMap bg1="lt1" tx1="dk1" bg2="lt2" tx2="dk2" accent1="accent1" accent2="accent2" accent3="accent3" accent4="accent4" accent5="accent5" accent6="accent6" hlink="hlink" folHlink="folHlink"/>
  <p:notesStyle>
    <a:lvl1pPr marL="0" algn="l" defTabSz="914377" rtl="0" eaLnBrk="1" latinLnBrk="0" hangingPunct="1">
      <a:defRPr sz="1200" b="0" i="0" kern="1200">
        <a:solidFill>
          <a:schemeClr val="tx1"/>
        </a:solidFill>
        <a:latin typeface="Arial" panose="020B0604020202020204" pitchFamily="34" charset="0"/>
        <a:ea typeface="+mn-ea"/>
        <a:cs typeface="+mn-cs"/>
      </a:defRPr>
    </a:lvl1pPr>
    <a:lvl2pPr marL="457189" algn="l" defTabSz="914377" rtl="0" eaLnBrk="1" latinLnBrk="0" hangingPunct="1">
      <a:defRPr sz="1200" b="0" i="0" kern="1200">
        <a:solidFill>
          <a:schemeClr val="tx1"/>
        </a:solidFill>
        <a:latin typeface="Arial" panose="020B0604020202020204" pitchFamily="34" charset="0"/>
        <a:ea typeface="+mn-ea"/>
        <a:cs typeface="+mn-cs"/>
      </a:defRPr>
    </a:lvl2pPr>
    <a:lvl3pPr marL="914377" algn="l" defTabSz="914377" rtl="0" eaLnBrk="1" latinLnBrk="0" hangingPunct="1">
      <a:defRPr sz="1200" b="0" i="0" kern="1200">
        <a:solidFill>
          <a:schemeClr val="tx1"/>
        </a:solidFill>
        <a:latin typeface="Arial" panose="020B0604020202020204" pitchFamily="34" charset="0"/>
        <a:ea typeface="+mn-ea"/>
        <a:cs typeface="+mn-cs"/>
      </a:defRPr>
    </a:lvl3pPr>
    <a:lvl4pPr marL="1371566" algn="l" defTabSz="914377" rtl="0" eaLnBrk="1" latinLnBrk="0" hangingPunct="1">
      <a:defRPr sz="1200" b="0" i="0" kern="1200">
        <a:solidFill>
          <a:schemeClr val="tx1"/>
        </a:solidFill>
        <a:latin typeface="Arial" panose="020B0604020202020204" pitchFamily="34" charset="0"/>
        <a:ea typeface="+mn-ea"/>
        <a:cs typeface="+mn-cs"/>
      </a:defRPr>
    </a:lvl4pPr>
    <a:lvl5pPr marL="1828754" algn="l" defTabSz="914377" rtl="0" eaLnBrk="1" latinLnBrk="0" hangingPunct="1">
      <a:defRPr sz="1200" b="0" i="0" kern="1200">
        <a:solidFill>
          <a:schemeClr val="tx1"/>
        </a:solidFill>
        <a:latin typeface="Arial" panose="020B0604020202020204" pitchFamily="34"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CAD6CF6-B6E2-45E6-AC52-FCECE8B8700C}" type="slidenum">
              <a:rPr lang="en-AU" smtClean="0"/>
              <a:t>19</a:t>
            </a:fld>
            <a:endParaRPr lang="en-AU"/>
          </a:p>
        </p:txBody>
      </p:sp>
    </p:spTree>
    <p:extLst>
      <p:ext uri="{BB962C8B-B14F-4D97-AF65-F5344CB8AC3E}">
        <p14:creationId xmlns:p14="http://schemas.microsoft.com/office/powerpoint/2010/main" val="15918941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CECEC"/>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5D83670-F2E4-4145-A4CC-4F7098D5447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pic>
        <p:nvPicPr>
          <p:cNvPr id="7" name="Picture 6">
            <a:extLst>
              <a:ext uri="{FF2B5EF4-FFF2-40B4-BE49-F238E27FC236}">
                <a16:creationId xmlns:a16="http://schemas.microsoft.com/office/drawing/2014/main" id="{7AA79F56-8623-DA4F-9154-E92CAF0C59E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591369" y="3801838"/>
            <a:ext cx="8058151" cy="976841"/>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sp>
        <p:nvSpPr>
          <p:cNvPr id="8" name="TextBox 7">
            <a:extLst>
              <a:ext uri="{FF2B5EF4-FFF2-40B4-BE49-F238E27FC236}">
                <a16:creationId xmlns:a16="http://schemas.microsoft.com/office/drawing/2014/main" id="{EE004D8A-8ABC-6449-97E3-3B37B30C175B}"/>
              </a:ext>
            </a:extLst>
          </p:cNvPr>
          <p:cNvSpPr txBox="1"/>
          <p:nvPr userDrawn="1"/>
        </p:nvSpPr>
        <p:spPr>
          <a:xfrm>
            <a:off x="591367" y="6698538"/>
            <a:ext cx="9647031" cy="159462"/>
          </a:xfrm>
          <a:prstGeom prst="rect">
            <a:avLst/>
          </a:prstGeom>
          <a:noFill/>
        </p:spPr>
        <p:txBody>
          <a:bodyPr wrap="square" lIns="0" tIns="0" rIns="0" bIns="36000" rtlCol="0">
            <a:spAutoFit/>
          </a:bodyPr>
          <a:lstStyle/>
          <a:p>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086613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59C34E-6C23-7664-A6FF-A520EB5C657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sp>
        <p:nvSpPr>
          <p:cNvPr id="12" name="TextBox 11">
            <a:extLst>
              <a:ext uri="{FF2B5EF4-FFF2-40B4-BE49-F238E27FC236}">
                <a16:creationId xmlns:a16="http://schemas.microsoft.com/office/drawing/2014/main" id="{53DAAF4F-61F9-ED0A-B599-3C8C7999092B}"/>
              </a:ext>
            </a:extLst>
          </p:cNvPr>
          <p:cNvSpPr txBox="1"/>
          <p:nvPr userDrawn="1"/>
        </p:nvSpPr>
        <p:spPr>
          <a:xfrm>
            <a:off x="591367" y="6707373"/>
            <a:ext cx="9647031" cy="159462"/>
          </a:xfrm>
          <a:prstGeom prst="rect">
            <a:avLst/>
          </a:prstGeom>
          <a:noFill/>
        </p:spPr>
        <p:txBody>
          <a:bodyPr wrap="square" lIns="0" tIns="0" rIns="0" bIns="36000" rtlCol="0">
            <a:noAutofit/>
          </a:bodyPr>
          <a:lstStyle/>
          <a:p>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15" name="Title 1">
            <a:extLst>
              <a:ext uri="{FF2B5EF4-FFF2-40B4-BE49-F238E27FC236}">
                <a16:creationId xmlns:a16="http://schemas.microsoft.com/office/drawing/2014/main" id="{BA676A7E-1F92-F5DD-19AD-F9338B409BC7}"/>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6" name="Subtitle 2">
            <a:extLst>
              <a:ext uri="{FF2B5EF4-FFF2-40B4-BE49-F238E27FC236}">
                <a16:creationId xmlns:a16="http://schemas.microsoft.com/office/drawing/2014/main" id="{12A66ADF-A69C-D692-4EBD-51E0ED52029B}"/>
              </a:ext>
            </a:extLst>
          </p:cNvPr>
          <p:cNvSpPr>
            <a:spLocks noGrp="1"/>
          </p:cNvSpPr>
          <p:nvPr>
            <p:ph type="subTitle" idx="1" hasCustomPrompt="1"/>
          </p:nvPr>
        </p:nvSpPr>
        <p:spPr>
          <a:xfrm>
            <a:off x="591369" y="3801838"/>
            <a:ext cx="8058151" cy="1095839"/>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2" name="Picture 1">
            <a:extLst>
              <a:ext uri="{FF2B5EF4-FFF2-40B4-BE49-F238E27FC236}">
                <a16:creationId xmlns:a16="http://schemas.microsoft.com/office/drawing/2014/main" id="{647D9C09-20BA-30E8-179F-D5B69628E42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3407642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tx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641471" y="1967790"/>
            <a:ext cx="6859152" cy="1697037"/>
          </a:xfrm>
        </p:spPr>
        <p:txBody>
          <a:bodyPr lIns="36000" tIns="36000" rIns="36000" bIns="36000" anchor="t" anchorCtr="0">
            <a:noAutofit/>
          </a:bodyPr>
          <a:lstStyle>
            <a:lvl1pPr algn="l">
              <a:defRPr sz="4800" cap="none" baseline="0">
                <a:solidFill>
                  <a:schemeClr val="bg1"/>
                </a:solidFill>
              </a:defRPr>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641473" y="3801839"/>
            <a:ext cx="8058151" cy="1082332"/>
          </a:xfrm>
        </p:spPr>
        <p:txBody>
          <a:bodyPr lIns="36000" tIns="36000" rIns="36000" bIns="36000">
            <a:noAutofit/>
          </a:bodyPr>
          <a:lstStyle>
            <a:lvl1pPr marL="0" indent="0" algn="l">
              <a:buNone/>
              <a:defRPr sz="2400" b="0">
                <a:solidFill>
                  <a:schemeClr val="bg1"/>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8" name="Picture 7">
            <a:extLst>
              <a:ext uri="{FF2B5EF4-FFF2-40B4-BE49-F238E27FC236}">
                <a16:creationId xmlns:a16="http://schemas.microsoft.com/office/drawing/2014/main" id="{333FBAC8-8DF8-934F-9301-1D7309E5B3D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211525"/>
            <a:ext cx="3097618" cy="1425798"/>
          </a:xfrm>
          <a:prstGeom prst="rect">
            <a:avLst/>
          </a:prstGeom>
        </p:spPr>
      </p:pic>
      <p:sp>
        <p:nvSpPr>
          <p:cNvPr id="12" name="TextBox 11">
            <a:extLst>
              <a:ext uri="{FF2B5EF4-FFF2-40B4-BE49-F238E27FC236}">
                <a16:creationId xmlns:a16="http://schemas.microsoft.com/office/drawing/2014/main" id="{FF2F004A-3E42-FC3E-2E5A-51F2E5F58ADE}"/>
              </a:ext>
            </a:extLst>
          </p:cNvPr>
          <p:cNvSpPr txBox="1"/>
          <p:nvPr userDrawn="1"/>
        </p:nvSpPr>
        <p:spPr>
          <a:xfrm>
            <a:off x="560631" y="6693585"/>
            <a:ext cx="9647031" cy="164415"/>
          </a:xfrm>
          <a:prstGeom prst="rect">
            <a:avLst/>
          </a:prstGeom>
          <a:noFill/>
        </p:spPr>
        <p:txBody>
          <a:bodyPr wrap="square" lIns="0" tIns="0" rIns="0" bIns="36000" rtlCol="0">
            <a:noAutofit/>
          </a:bodyPr>
          <a:lstStyle/>
          <a:p>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2" name="Picture 1">
            <a:extLst>
              <a:ext uri="{FF2B5EF4-FFF2-40B4-BE49-F238E27FC236}">
                <a16:creationId xmlns:a16="http://schemas.microsoft.com/office/drawing/2014/main" id="{AFBE7F60-820F-BC4C-04A4-CBDFC816439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420715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652077" cy="1552541"/>
          </a:xfrm>
          <a:prstGeom prst="rect">
            <a:avLst/>
          </a:prstGeom>
        </p:spPr>
        <p:txBody>
          <a:bodyPr wrap="square"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Victoria University acknowledges, recognises and respects the Ancestors, Elders and families of the Bunurong/Boonwurrung, Wadawurrung and Wurundjeri/Woiwurrung of the Kulin who are the traditional owners of University land in Victoria, the Gadigal and Guring-gai of the Eora Nation who are the traditional owners of University land in Sydney, and the </a:t>
            </a:r>
            <a:r>
              <a:rPr kumimoji="0" lang="en-A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Yugara</a:t>
            </a: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/YUgarapul people and Turrbal people living in Meanjin (Brisbane).</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9302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Melbourne</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768127" cy="2584234"/>
          </a:xfrm>
          <a:prstGeom prst="rect">
            <a:avLst/>
          </a:prstGeom>
        </p:spPr>
        <p:txBody>
          <a:bodyPr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Kulin Nation who are the Traditional Owners of University land. We also acknowledge all Traditional Owners of Country throughout Victoria and pay our respect to their culture, and their Elders past, present and future</a:t>
            </a:r>
            <a:r>
              <a:rPr lang="en-AU" sz="1800" b="0" dirty="0">
                <a:solidFill>
                  <a:prstClr val="black"/>
                </a:solidFill>
              </a:rPr>
              <a:t>.</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Kulin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19909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38671"/>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Eora Nation who are the Traditional Owners of University land. We also acknowledge all Traditional Owners of Country throughout NSW and pay our respect to their culture, and their Elders past, present and future.</a:t>
            </a:r>
          </a:p>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Eora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pic>
        <p:nvPicPr>
          <p:cNvPr id="16" name="Picture 15">
            <a:extLst>
              <a:ext uri="{FF2B5EF4-FFF2-40B4-BE49-F238E27FC236}">
                <a16:creationId xmlns:a16="http://schemas.microsoft.com/office/drawing/2014/main" id="{57D03C71-71EB-324E-A605-96C89CD8C4B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2621" y="6231470"/>
            <a:ext cx="3095795" cy="626530"/>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Sydney</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1138583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47463"/>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Yulara/YUgarapul and Turrbal Nation who are the Traditional Owners of University land. We also acknowledge all Traditional Owners of Country throughout Queensland and pay our respect to their culture, and their Elders past, present and future.</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Yulara/YUgarapul and Turrbal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Brisbane</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6" name="Picture 5">
            <a:extLst>
              <a:ext uri="{FF2B5EF4-FFF2-40B4-BE49-F238E27FC236}">
                <a16:creationId xmlns:a16="http://schemas.microsoft.com/office/drawing/2014/main" id="{61AA56A9-5942-BD94-2BA8-BF441E3AFAF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32494" y="6234007"/>
            <a:ext cx="3204595" cy="643467"/>
          </a:xfrm>
          <a:prstGeom prst="rect">
            <a:avLst/>
          </a:prstGeom>
        </p:spPr>
      </p:pic>
    </p:spTree>
    <p:extLst>
      <p:ext uri="{BB962C8B-B14F-4D97-AF65-F5344CB8AC3E}">
        <p14:creationId xmlns:p14="http://schemas.microsoft.com/office/powerpoint/2010/main" val="2543818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accent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5" name="Picture 14">
            <a:extLst>
              <a:ext uri="{FF2B5EF4-FFF2-40B4-BE49-F238E27FC236}">
                <a16:creationId xmlns:a16="http://schemas.microsoft.com/office/drawing/2014/main" id="{F44F8D07-75C1-D94C-B157-919A7496B41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8DD6CA7B-5747-1D76-6CE1-4BC5818EBA5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B3DF3D85-AD9F-C7FC-A1EC-D47BF2676F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2330C086-7229-C924-60FF-D50B532A3D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3F23D11F-75ED-ED34-D148-922A0989343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6847189C-4201-4056-D1B3-0984E848FD06}"/>
              </a:ext>
            </a:extLst>
          </p:cNvPr>
          <p:cNvSpPr>
            <a:spLocks noGrp="1"/>
          </p:cNvSpPr>
          <p:nvPr>
            <p:ph sz="half" idx="1" hasCustomPrompt="1"/>
          </p:nvPr>
        </p:nvSpPr>
        <p:spPr>
          <a:xfrm>
            <a:off x="399738" y="1503307"/>
            <a:ext cx="8019098" cy="1846659"/>
          </a:xfrm>
        </p:spPr>
        <p:txBody>
          <a:bodyPr wrap="square" lIns="0" tIns="0" rIns="0" bIns="0">
            <a:spAutoFit/>
          </a:bodyPr>
          <a:lstStyle>
            <a:lvl1pPr>
              <a:buClr>
                <a:schemeClr val="bg1"/>
              </a:buClr>
              <a:defRPr/>
            </a:lvl1pPr>
            <a:lvl2pPr>
              <a:buClr>
                <a:schemeClr val="bg1"/>
              </a:buClr>
              <a:defRPr/>
            </a:lvl2pPr>
            <a:lvl3pPr>
              <a:buClr>
                <a:schemeClr val="bg1"/>
              </a:buClr>
              <a:defRPr/>
            </a:lvl3pPr>
            <a:lvl4pPr>
              <a:buClr>
                <a:schemeClr val="bg1"/>
              </a:buClr>
              <a:defRPr/>
            </a:lvl4pPr>
            <a:lvl5pPr>
              <a:buClr>
                <a:schemeClr val="bg1"/>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itle Placeholder 1">
            <a:extLst>
              <a:ext uri="{FF2B5EF4-FFF2-40B4-BE49-F238E27FC236}">
                <a16:creationId xmlns:a16="http://schemas.microsoft.com/office/drawing/2014/main" id="{92C6084F-4814-B589-289A-A1DF9EDA27F7}"/>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2" name="Picture 1" descr="A picture containing pattern, symmetry, black, darkness&#10;&#10;Description automatically generated">
            <a:extLst>
              <a:ext uri="{FF2B5EF4-FFF2-40B4-BE49-F238E27FC236}">
                <a16:creationId xmlns:a16="http://schemas.microsoft.com/office/drawing/2014/main" id="{461E62F1-B92D-012C-3731-A9C3B7DD9E8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Tree>
    <p:extLst>
      <p:ext uri="{BB962C8B-B14F-4D97-AF65-F5344CB8AC3E}">
        <p14:creationId xmlns:p14="http://schemas.microsoft.com/office/powerpoint/2010/main" val="27649264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3" y="3"/>
            <a:ext cx="12192000" cy="6296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5400000">
            <a:off x="7150201" y="1189801"/>
            <a:ext cx="6231600" cy="3852000"/>
          </a:xfrm>
          <a:prstGeom prst="rect">
            <a:avLst/>
          </a:prstGeom>
        </p:spPr>
      </p:pic>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21" name="Picture 20">
            <a:extLst>
              <a:ext uri="{FF2B5EF4-FFF2-40B4-BE49-F238E27FC236}">
                <a16:creationId xmlns:a16="http://schemas.microsoft.com/office/drawing/2014/main" id="{B0523545-3227-E344-8808-B6DBDFF8FFC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043FA94E-A12A-1690-D93B-690C8944ECF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EC1FDB05-9DA2-6468-7F29-063F6EBF524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77C4FCF8-47CC-0EA3-8FF5-37B68069D8A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C188AFE5-FC84-C69B-2DB3-DF363E231931}"/>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lvl1pPr>
            <a:lvl2pPr marL="575972" indent="-287986">
              <a:buClr>
                <a:schemeClr val="accent1"/>
              </a:buClr>
              <a:buFont typeface=".Lucida Grande UI Regular"/>
              <a:buChar char="◆"/>
              <a:defRPr/>
            </a:lvl2pPr>
            <a:lvl3pPr marL="863957" indent="-287986">
              <a:buClr>
                <a:schemeClr val="accent1"/>
              </a:buClr>
              <a:buFont typeface=".Lucida Grande UI Regular"/>
              <a:buChar char="◆"/>
              <a:defRPr/>
            </a:lvl3pPr>
            <a:lvl4pPr marL="1151942" indent="-287986">
              <a:buClr>
                <a:schemeClr val="accent1"/>
              </a:buClr>
              <a:buFont typeface=".Lucida Grande UI Regular"/>
              <a:buChar char="◆"/>
              <a:defRPr/>
            </a:lvl4pPr>
            <a:lvl5pPr marL="1439928" indent="-287986">
              <a:buClr>
                <a:schemeClr val="accent1"/>
              </a:buClr>
              <a:buFont typeface=".Lucida Grande UI Regular"/>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itle Placeholder 1">
            <a:extLst>
              <a:ext uri="{FF2B5EF4-FFF2-40B4-BE49-F238E27FC236}">
                <a16:creationId xmlns:a16="http://schemas.microsoft.com/office/drawing/2014/main" id="{87E69F8A-40C2-95D8-6C78-2805150E05B5}"/>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C1E954CD-73EF-F046-EC10-62CA0E515E6C}"/>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89C82B84-00EE-0914-CA5E-9D26D54E1F2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60558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6_Custom Layout">
    <p:bg>
      <p:bgPr>
        <a:solidFill>
          <a:schemeClr val="tx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3" name="Picture 12">
            <a:extLst>
              <a:ext uri="{FF2B5EF4-FFF2-40B4-BE49-F238E27FC236}">
                <a16:creationId xmlns:a16="http://schemas.microsoft.com/office/drawing/2014/main" id="{648DAA79-5972-9941-8B04-9BF74EBDBD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7377D2E-6CCF-9089-33FD-811A6A9F95EB}"/>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0994AC71-BF86-0E9E-548C-85F0AB3A1C9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B98D3903-AEC4-13D2-283D-4805D7246F2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Content Placeholder 2">
            <a:extLst>
              <a:ext uri="{FF2B5EF4-FFF2-40B4-BE49-F238E27FC236}">
                <a16:creationId xmlns:a16="http://schemas.microsoft.com/office/drawing/2014/main" id="{2095D537-8F4D-C169-F01F-5278C969AACD}"/>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solidFill>
                  <a:schemeClr val="bg1"/>
                </a:solidFill>
              </a:defRPr>
            </a:lvl1pPr>
            <a:lvl2pPr marL="575972" indent="-287986">
              <a:buClr>
                <a:schemeClr val="accent1"/>
              </a:buClr>
              <a:buFont typeface=".Lucida Grande UI Regular"/>
              <a:buChar char="◆"/>
              <a:defRPr>
                <a:solidFill>
                  <a:schemeClr val="bg1"/>
                </a:solidFill>
              </a:defRPr>
            </a:lvl2pPr>
            <a:lvl3pPr marL="863957" indent="-287986">
              <a:buClr>
                <a:schemeClr val="accent1"/>
              </a:buClr>
              <a:buFont typeface=".Lucida Grande UI Regular"/>
              <a:buChar char="◆"/>
              <a:defRPr>
                <a:solidFill>
                  <a:schemeClr val="bg1"/>
                </a:solidFill>
              </a:defRPr>
            </a:lvl3pPr>
            <a:lvl4pPr marL="1151942" indent="-287986">
              <a:buClr>
                <a:schemeClr val="accent1"/>
              </a:buClr>
              <a:buFont typeface=".Lucida Grande UI Regular"/>
              <a:buChar char="◆"/>
              <a:defRPr>
                <a:solidFill>
                  <a:schemeClr val="bg1"/>
                </a:solidFill>
              </a:defRPr>
            </a:lvl4pPr>
            <a:lvl5pPr marL="1439928" indent="-287986">
              <a:buClr>
                <a:schemeClr val="accent1"/>
              </a:buClr>
              <a:buFont typeface=".Lucida Grande UI Regular"/>
              <a:buChar cha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itle Placeholder 1">
            <a:extLst>
              <a:ext uri="{FF2B5EF4-FFF2-40B4-BE49-F238E27FC236}">
                <a16:creationId xmlns:a16="http://schemas.microsoft.com/office/drawing/2014/main" id="{49659056-15A5-782B-90B5-388BDE47CCDB}"/>
              </a:ext>
            </a:extLst>
          </p:cNvPr>
          <p:cNvSpPr>
            <a:spLocks noGrp="1"/>
          </p:cNvSpPr>
          <p:nvPr>
            <p:ph type="title"/>
          </p:nvPr>
        </p:nvSpPr>
        <p:spPr>
          <a:xfrm>
            <a:off x="399737" y="343837"/>
            <a:ext cx="11365319" cy="443198"/>
          </a:xfrm>
          <a:prstGeom prst="rect">
            <a:avLst/>
          </a:prstGeom>
        </p:spPr>
        <p:txBody>
          <a:bodyPr vert="horz" wrap="square" lIns="0" tIns="0" rIns="0" bIns="0" rtlCol="0" anchor="t" anchorCtr="0">
            <a:spAutoFit/>
          </a:bodyPr>
          <a:lstStyle>
            <a:lvl1pPr>
              <a:defRPr>
                <a:solidFill>
                  <a:schemeClr val="bg1"/>
                </a:solidFill>
              </a:defRPr>
            </a:lvl1pPr>
          </a:lstStyle>
          <a:p>
            <a:r>
              <a:rPr lang="en-US"/>
              <a:t>Click to edit Master title style</a:t>
            </a:r>
            <a:endParaRPr lang="en-US" dirty="0"/>
          </a:p>
        </p:txBody>
      </p:sp>
      <p:pic>
        <p:nvPicPr>
          <p:cNvPr id="2" name="Picture 1" descr="A picture containing screenshot, pattern, symmetry, black&#10;&#10;Description automatically generated">
            <a:extLst>
              <a:ext uri="{FF2B5EF4-FFF2-40B4-BE49-F238E27FC236}">
                <a16:creationId xmlns:a16="http://schemas.microsoft.com/office/drawing/2014/main" id="{0A4FD1D8-7099-AE7B-C4BE-9297B45BEE0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17282052-A3B6-1416-E3D3-DD738668A83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519534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1516" y="2248455"/>
            <a:ext cx="629702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519FEDA2-B9A7-CC46-A50F-E76C7B57A2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68BB3307-2F1C-144B-FCE9-6CF1594D73D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8465500A-1AE8-9466-F533-026B217BF9E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5318FDA1-31F4-0E44-BC1A-C7897BD3A766}"/>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C399F179-FE58-5CAD-8D38-7F0528E3341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D2EF5C8C-EDAC-C213-0C59-8A31586D957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057688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8696" y="2248385"/>
            <a:ext cx="594468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4CE00F83-B7B4-2D46-8819-128947031A5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3AEBA50B-7961-3D47-9173-5819A153BC1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6E10178E-5855-5B93-810C-4B75E9B8950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B390DAE2-14BE-5523-40C4-348BD64882E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E5BC234-63C3-57D1-1CBA-2583553C165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1D7A7BE8-C041-8BBD-B434-FE81A346FFE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604960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53060" y="2280665"/>
            <a:ext cx="6253479" cy="1291498"/>
          </a:xfrm>
        </p:spPr>
        <p:txBody>
          <a:bodyPr/>
          <a:lstStyle>
            <a:lvl1pPr>
              <a:defRPr sz="4400">
                <a:solidFill>
                  <a:schemeClr val="accent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1B92C45-3EDE-074C-8187-1049CCED899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9394BC0D-EB47-34BA-C559-25F41DEAAB57}"/>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7EF284EC-B11E-6252-04AB-2D31CA4D005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D17EA44B-2C6D-C5C3-A77F-36A87FA389F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48C78B85-0731-9269-63F5-138D9D1EEE8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F9B804B7-35A1-E5DD-99CF-4DC7D88AD30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726414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468BB1F6-1F9C-4B43-A3CF-73D42034484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3" name="Content Placeholder 2">
            <a:extLst>
              <a:ext uri="{FF2B5EF4-FFF2-40B4-BE49-F238E27FC236}">
                <a16:creationId xmlns:a16="http://schemas.microsoft.com/office/drawing/2014/main" id="{A74221F2-C39C-8F76-AFB7-65BC0BEE7617}"/>
              </a:ext>
            </a:extLst>
          </p:cNvPr>
          <p:cNvSpPr>
            <a:spLocks noGrp="1"/>
          </p:cNvSpPr>
          <p:nvPr>
            <p:ph sz="half" idx="12" hasCustomPrompt="1"/>
          </p:nvPr>
        </p:nvSpPr>
        <p:spPr>
          <a:xfrm>
            <a:off x="399737" y="1503307"/>
            <a:ext cx="8577208" cy="1846659"/>
          </a:xfrm>
        </p:spPr>
        <p:txBody>
          <a:bodyPr wrap="square" lIns="0" tIns="0" rIns="0" bIns="0">
            <a:spAutoFit/>
          </a:bodyPr>
          <a:lstStyle>
            <a:lvl1pPr marL="0" indent="0">
              <a:buFontTx/>
              <a:buNone/>
              <a:defRPr/>
            </a:lvl1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51ECFDD3-6A5B-2187-AD2A-25D51A21C75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7B1B1C2A-CA9B-7E2C-7E63-8ECC4C95C1B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F231DEA-F0DD-4F75-82AB-BC6051D889C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D65F1039-B6AF-37AF-17C2-921C2AE213E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C04A9EE1-6933-3437-8FDA-A20B7A21531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6" name="TextBox 5">
            <a:extLst>
              <a:ext uri="{FF2B5EF4-FFF2-40B4-BE49-F238E27FC236}">
                <a16:creationId xmlns:a16="http://schemas.microsoft.com/office/drawing/2014/main" id="{2FCB0FC2-2364-F3F5-C032-955AB04CCD9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9912964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503304"/>
            <a:ext cx="9082830" cy="4502724"/>
          </a:xfrm>
        </p:spPr>
        <p:txBody>
          <a:bodyPr/>
          <a:lstStyle>
            <a:lvl1pPr marL="0" indent="0">
              <a:buClr>
                <a:schemeClr val="bg1"/>
              </a:buClr>
              <a:buFontTx/>
              <a:buNone/>
              <a:defRPr>
                <a:solidFill>
                  <a:schemeClr val="tx1"/>
                </a:solidFill>
              </a:defRPr>
            </a:lvl1pPr>
            <a:lvl2pPr marL="6350" indent="0">
              <a:buClr>
                <a:schemeClr val="bg1"/>
              </a:buClr>
              <a:buFontTx/>
              <a:buNone/>
              <a:tabLst/>
              <a:defRPr>
                <a:solidFill>
                  <a:schemeClr val="tx1"/>
                </a:solidFill>
              </a:defRPr>
            </a:lvl2pPr>
            <a:lvl3pPr marL="6350" indent="0">
              <a:buClr>
                <a:schemeClr val="bg1"/>
              </a:buClr>
              <a:buFontTx/>
              <a:buNone/>
              <a:tabLst/>
              <a:defRPr>
                <a:solidFill>
                  <a:schemeClr val="tx1"/>
                </a:solidFill>
              </a:defRPr>
            </a:lvl3pPr>
            <a:lvl4pPr marL="6350" indent="0">
              <a:buClr>
                <a:schemeClr val="bg1"/>
              </a:buClr>
              <a:buFontTx/>
              <a:buNone/>
              <a:tabLst/>
              <a:defRPr>
                <a:solidFill>
                  <a:schemeClr val="tx1"/>
                </a:solidFill>
              </a:defRPr>
            </a:lvl4pPr>
            <a:lvl5pPr marL="6350" indent="0">
              <a:buClr>
                <a:schemeClr val="bg1"/>
              </a:buClr>
              <a:buFontTx/>
              <a:buNone/>
              <a:tabLst/>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05C9648-CD8C-3949-987A-32564A1A21E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91251687-52D0-8BD9-F9CA-059AFDE4E3E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2" name="TextBox 1">
            <a:extLst>
              <a:ext uri="{FF2B5EF4-FFF2-40B4-BE49-F238E27FC236}">
                <a16:creationId xmlns:a16="http://schemas.microsoft.com/office/drawing/2014/main" id="{2C55AED4-7EF0-58C9-A0AF-6CCF60EB916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3FC2459D-3136-6570-1015-F0E7F013F55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6D1CCEE3-5553-491F-0F18-375DCD36363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0BFC678E-FC47-CB24-5767-2B76D2BC4DB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442314FD-05D8-069B-F2D0-F184D1B8C44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Tree>
    <p:extLst>
      <p:ext uri="{BB962C8B-B14F-4D97-AF65-F5344CB8AC3E}">
        <p14:creationId xmlns:p14="http://schemas.microsoft.com/office/powerpoint/2010/main" val="22040877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ontent with Cap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7"/>
            <a:ext cx="11459536" cy="4437560"/>
          </a:xfrm>
        </p:spPr>
        <p:txBody>
          <a:bodyPr>
            <a:no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8CC51C9-ECA3-5340-ABCF-83B40312B6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1421B67-4D43-BB08-5C10-8A16073BF4A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BD44A885-303D-A3BF-98BD-56CEDAD5105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F783C8F0-25AE-E07D-A37F-3D558E5051D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5F66D656-9888-1A15-623F-3B0417C10EDC}"/>
              </a:ext>
            </a:extLst>
          </p:cNvPr>
          <p:cNvSpPr>
            <a:spLocks noGrp="1"/>
          </p:cNvSpPr>
          <p:nvPr>
            <p:ph type="title"/>
          </p:nvPr>
        </p:nvSpPr>
        <p:spPr>
          <a:xfrm>
            <a:off x="399737" y="343837"/>
            <a:ext cx="11459535"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6556BFC7-55B8-DA91-E08B-08C9D419006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02058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63CA3AD-6B9A-AD41-A7E7-9462E6B533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7" name="Text Placeholder 3">
            <a:extLst>
              <a:ext uri="{FF2B5EF4-FFF2-40B4-BE49-F238E27FC236}">
                <a16:creationId xmlns:a16="http://schemas.microsoft.com/office/drawing/2014/main" id="{2AD421B6-4912-5A45-8D3C-2FB70C1FC801}"/>
              </a:ext>
            </a:extLst>
          </p:cNvPr>
          <p:cNvSpPr>
            <a:spLocks noGrp="1"/>
          </p:cNvSpPr>
          <p:nvPr>
            <p:ph type="body" sz="half" idx="13" hasCustomPrompt="1"/>
          </p:nvPr>
        </p:nvSpPr>
        <p:spPr>
          <a:xfrm>
            <a:off x="625721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8" name="Text Placeholder 3">
            <a:extLst>
              <a:ext uri="{FF2B5EF4-FFF2-40B4-BE49-F238E27FC236}">
                <a16:creationId xmlns:a16="http://schemas.microsoft.com/office/drawing/2014/main" id="{D9240F03-0365-FDB5-6FE3-B61E81C37404}"/>
              </a:ext>
            </a:extLst>
          </p:cNvPr>
          <p:cNvSpPr>
            <a:spLocks noGrp="1"/>
          </p:cNvSpPr>
          <p:nvPr>
            <p:ph type="body" sz="half" idx="14" hasCustomPrompt="1"/>
          </p:nvPr>
        </p:nvSpPr>
        <p:spPr>
          <a:xfrm>
            <a:off x="39973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2" name="TextBox 1">
            <a:extLst>
              <a:ext uri="{FF2B5EF4-FFF2-40B4-BE49-F238E27FC236}">
                <a16:creationId xmlns:a16="http://schemas.microsoft.com/office/drawing/2014/main" id="{31DE070B-2ECD-757E-05B7-7D464A7D780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01B07F9F-A015-7CF7-1B3A-D6BC0DAEBE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F78BD73-7173-1382-04CA-8E1199A5443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Title Placeholder 1">
            <a:extLst>
              <a:ext uri="{FF2B5EF4-FFF2-40B4-BE49-F238E27FC236}">
                <a16:creationId xmlns:a16="http://schemas.microsoft.com/office/drawing/2014/main" id="{1D24DA40-BF0E-B7A6-8CDB-6DD58F73843B}"/>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D74CE0A5-424F-1D7C-1A49-A1B6B9A8A00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3063680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8D041142-4F7A-A180-B4EF-B8B9A8A9977E}"/>
              </a:ext>
            </a:extLst>
          </p:cNvPr>
          <p:cNvSpPr>
            <a:spLocks noGrp="1"/>
          </p:cNvSpPr>
          <p:nvPr>
            <p:ph type="body" sz="half" idx="10" hasCustomPrompt="1"/>
          </p:nvPr>
        </p:nvSpPr>
        <p:spPr>
          <a:xfrm>
            <a:off x="399737" y="1503307"/>
            <a:ext cx="5557512"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7EE6855-6739-994B-B890-250D287A05D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9" name="Text Placeholder 3">
            <a:extLst>
              <a:ext uri="{FF2B5EF4-FFF2-40B4-BE49-F238E27FC236}">
                <a16:creationId xmlns:a16="http://schemas.microsoft.com/office/drawing/2014/main" id="{CB8668DE-AC0D-87D3-054D-C8504C0B6613}"/>
              </a:ext>
            </a:extLst>
          </p:cNvPr>
          <p:cNvSpPr>
            <a:spLocks noGrp="1"/>
          </p:cNvSpPr>
          <p:nvPr>
            <p:ph type="body" sz="half" idx="11" hasCustomPrompt="1"/>
          </p:nvPr>
        </p:nvSpPr>
        <p:spPr>
          <a:xfrm>
            <a:off x="6255530" y="1503307"/>
            <a:ext cx="5559199"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8A740C33-6C73-E595-4B9E-B3C1368BA88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E5C8E73B-C1A0-4747-053E-CEA3E760EF1E}"/>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46F378E4-E006-11F6-0B4E-C148B1654BB4}"/>
              </a:ext>
            </a:extLst>
          </p:cNvPr>
          <p:cNvSpPr>
            <a:spLocks noGrp="1"/>
          </p:cNvSpPr>
          <p:nvPr>
            <p:ph type="ftr" sz="quarter" idx="12"/>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C69DD8FA-2BF1-16EB-760F-AA7F3729A57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6" name="TextBox 5">
            <a:extLst>
              <a:ext uri="{FF2B5EF4-FFF2-40B4-BE49-F238E27FC236}">
                <a16:creationId xmlns:a16="http://schemas.microsoft.com/office/drawing/2014/main" id="{EF920DB4-7309-8DEB-2929-2B27514DA96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470137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BA69A2-6A43-3E40-87D7-C9EF31A5047B}"/>
              </a:ext>
            </a:extLst>
          </p:cNvPr>
          <p:cNvSpPr>
            <a:spLocks noGrp="1"/>
          </p:cNvSpPr>
          <p:nvPr>
            <p:ph idx="1" hasCustomPrompt="1"/>
          </p:nvPr>
        </p:nvSpPr>
        <p:spPr>
          <a:xfrm>
            <a:off x="4927601" y="1503302"/>
            <a:ext cx="6887127" cy="4404516"/>
          </a:xfrm>
        </p:spPr>
        <p:txBody>
          <a:bodyPr>
            <a:normAutofit/>
          </a:bodyPr>
          <a:lstStyle>
            <a:lvl1pPr marL="0" indent="0">
              <a:buFontTx/>
              <a:buNone/>
              <a:defRPr sz="2000" b="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dirty="0"/>
              <a:t>Click to edit master text styles</a:t>
            </a:r>
          </a:p>
        </p:txBody>
      </p:sp>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4"/>
            <a:ext cx="4187253" cy="4404514"/>
          </a:xfrm>
        </p:spPr>
        <p:txBody>
          <a:bodyPr>
            <a:normAutofit/>
          </a:bodyPr>
          <a:lstStyle>
            <a:lvl1pPr marL="0" indent="0">
              <a:buNone/>
              <a:defRPr sz="20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11AA30BC-1D42-9846-9AF2-E2A5071148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B0B467FB-30AA-F6BE-5110-D9CC90B98D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7C6C29CC-67CE-6421-C8B0-489BBC5647F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41B5FE3D-CA78-C098-999D-C842514BE79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E8475EEE-A2AA-6793-0317-A2C5009E59E3}"/>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5" name="TextBox 4">
            <a:extLst>
              <a:ext uri="{FF2B5EF4-FFF2-40B4-BE49-F238E27FC236}">
                <a16:creationId xmlns:a16="http://schemas.microsoft.com/office/drawing/2014/main" id="{0F550321-7F1F-3286-1384-A3723E61FDB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738671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824E094-F896-8E40-AC9C-ABF9075C5AE1}"/>
              </a:ext>
            </a:extLst>
          </p:cNvPr>
          <p:cNvSpPr>
            <a:spLocks noGrp="1"/>
          </p:cNvSpPr>
          <p:nvPr>
            <p:ph type="pic" idx="1"/>
          </p:nvPr>
        </p:nvSpPr>
        <p:spPr>
          <a:xfrm>
            <a:off x="4939263" y="1503300"/>
            <a:ext cx="7252737" cy="4728169"/>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2" name="Rectangle 11">
            <a:extLst>
              <a:ext uri="{FF2B5EF4-FFF2-40B4-BE49-F238E27FC236}">
                <a16:creationId xmlns:a16="http://schemas.microsoft.com/office/drawing/2014/main" id="{5FB21F4C-4EE3-A548-921D-45FB30330E6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77D3286F-C0D4-6642-8D0B-14EEC9C7AFE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Content Placeholder 2">
            <a:extLst>
              <a:ext uri="{FF2B5EF4-FFF2-40B4-BE49-F238E27FC236}">
                <a16:creationId xmlns:a16="http://schemas.microsoft.com/office/drawing/2014/main" id="{4A908564-1E90-ABBE-37D2-7DC31735C088}"/>
              </a:ext>
            </a:extLst>
          </p:cNvPr>
          <p:cNvSpPr>
            <a:spLocks noGrp="1"/>
          </p:cNvSpPr>
          <p:nvPr>
            <p:ph sz="half" idx="14" hasCustomPrompt="1"/>
          </p:nvPr>
        </p:nvSpPr>
        <p:spPr>
          <a:xfrm>
            <a:off x="398783" y="1503301"/>
            <a:ext cx="4187253" cy="440451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Box 7">
            <a:extLst>
              <a:ext uri="{FF2B5EF4-FFF2-40B4-BE49-F238E27FC236}">
                <a16:creationId xmlns:a16="http://schemas.microsoft.com/office/drawing/2014/main" id="{FFF3E3DC-94E4-F17D-36CB-450544502F3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9" name="Straight Connector 8">
            <a:extLst>
              <a:ext uri="{FF2B5EF4-FFF2-40B4-BE49-F238E27FC236}">
                <a16:creationId xmlns:a16="http://schemas.microsoft.com/office/drawing/2014/main" id="{90BF3BC5-D94C-EDA3-8FBC-6435B4DE16C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DB726D05-460B-0A59-026D-A6ABD195828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447C72BC-0B7D-4FB3-3772-38C5E4C708D1}"/>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F4AAD095-7F6F-2D3F-0CCA-FB24F185F57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9371847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0D1CB3-C3E8-8E4B-AAC3-082CC0AF6319}"/>
              </a:ext>
            </a:extLst>
          </p:cNvPr>
          <p:cNvSpPr>
            <a:spLocks noGrp="1"/>
          </p:cNvSpPr>
          <p:nvPr>
            <p:ph sz="half" idx="1" hasCustomPrompt="1"/>
          </p:nvPr>
        </p:nvSpPr>
        <p:spPr>
          <a:xfrm>
            <a:off x="399737" y="1511016"/>
            <a:ext cx="4328644" cy="435013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DDDAF287-83F2-C44A-BF25-155F5BF57EEB}"/>
              </a:ext>
            </a:extLst>
          </p:cNvPr>
          <p:cNvSpPr>
            <a:spLocks noGrp="1"/>
          </p:cNvSpPr>
          <p:nvPr>
            <p:ph idx="12"/>
          </p:nvPr>
        </p:nvSpPr>
        <p:spPr>
          <a:xfrm>
            <a:off x="5026662" y="1503304"/>
            <a:ext cx="5067372" cy="4357850"/>
          </a:xfrm>
        </p:spPr>
        <p:txBody>
          <a:bodyPr/>
          <a:lstStyle>
            <a:lvl1pPr marL="0" indent="0">
              <a:buFontTx/>
              <a:buNone/>
              <a:defRPr/>
            </a:lvl1pPr>
          </a:lstStyle>
          <a:p>
            <a:pPr lvl="0"/>
            <a:r>
              <a:rPr lang="en-US"/>
              <a:t>Click to edit Master text styles</a:t>
            </a:r>
          </a:p>
        </p:txBody>
      </p:sp>
      <p:pic>
        <p:nvPicPr>
          <p:cNvPr id="11" name="Picture 10">
            <a:extLst>
              <a:ext uri="{FF2B5EF4-FFF2-40B4-BE49-F238E27FC236}">
                <a16:creationId xmlns:a16="http://schemas.microsoft.com/office/drawing/2014/main" id="{E846172F-6290-AC4F-9851-A75FAD18249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343597D2-6234-696B-F5AA-307FEE72576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6A7DA34A-383A-16A2-0FEE-FE854DA0F3D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C4DA649-F063-49F9-EEA4-E099F09DE7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6" name="Title Placeholder 1">
            <a:extLst>
              <a:ext uri="{FF2B5EF4-FFF2-40B4-BE49-F238E27FC236}">
                <a16:creationId xmlns:a16="http://schemas.microsoft.com/office/drawing/2014/main" id="{B9F5F6DC-9D74-3B39-1849-9967761D563D}"/>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A7FD0B13-B446-BD59-8B8C-DB0E88B170A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56301" r="1"/>
          <a:stretch/>
        </p:blipFill>
        <p:spPr>
          <a:xfrm>
            <a:off x="10302948" y="416892"/>
            <a:ext cx="1670459" cy="5397500"/>
          </a:xfrm>
          <a:prstGeom prst="rect">
            <a:avLst/>
          </a:prstGeom>
        </p:spPr>
      </p:pic>
      <p:sp>
        <p:nvSpPr>
          <p:cNvPr id="6" name="TextBox 5">
            <a:extLst>
              <a:ext uri="{FF2B5EF4-FFF2-40B4-BE49-F238E27FC236}">
                <a16:creationId xmlns:a16="http://schemas.microsoft.com/office/drawing/2014/main" id="{6FB64277-B642-727C-F7FE-FFADA4C2040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765944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CC34B4-C291-1845-8F85-19EE1A313584}"/>
              </a:ext>
            </a:extLst>
          </p:cNvPr>
          <p:cNvSpPr>
            <a:spLocks noGrp="1"/>
          </p:cNvSpPr>
          <p:nvPr>
            <p:ph type="body" idx="1" hasCustomPrompt="1"/>
          </p:nvPr>
        </p:nvSpPr>
        <p:spPr>
          <a:xfrm>
            <a:off x="399737"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59CE3547-43AB-3343-96D0-300034BEC47B}"/>
              </a:ext>
            </a:extLst>
          </p:cNvPr>
          <p:cNvSpPr>
            <a:spLocks noGrp="1"/>
          </p:cNvSpPr>
          <p:nvPr>
            <p:ph sz="half" idx="2" hasCustomPrompt="1"/>
          </p:nvPr>
        </p:nvSpPr>
        <p:spPr>
          <a:xfrm>
            <a:off x="399737"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Rectangle 12">
            <a:extLst>
              <a:ext uri="{FF2B5EF4-FFF2-40B4-BE49-F238E27FC236}">
                <a16:creationId xmlns:a16="http://schemas.microsoft.com/office/drawing/2014/main" id="{181F6DE2-F45B-5548-AC93-0AC8CD73A22F}"/>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2" name="Picture 11">
            <a:extLst>
              <a:ext uri="{FF2B5EF4-FFF2-40B4-BE49-F238E27FC236}">
                <a16:creationId xmlns:a16="http://schemas.microsoft.com/office/drawing/2014/main" id="{46232D65-41CC-734C-883D-26D89F1B26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8" name="Text Placeholder 2">
            <a:extLst>
              <a:ext uri="{FF2B5EF4-FFF2-40B4-BE49-F238E27FC236}">
                <a16:creationId xmlns:a16="http://schemas.microsoft.com/office/drawing/2014/main" id="{42499B4A-BC3F-66ED-33DF-03102A73F90C}"/>
              </a:ext>
            </a:extLst>
          </p:cNvPr>
          <p:cNvSpPr>
            <a:spLocks noGrp="1"/>
          </p:cNvSpPr>
          <p:nvPr>
            <p:ph type="body" idx="13" hasCustomPrompt="1"/>
          </p:nvPr>
        </p:nvSpPr>
        <p:spPr>
          <a:xfrm>
            <a:off x="6237658"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19" name="Content Placeholder 3">
            <a:extLst>
              <a:ext uri="{FF2B5EF4-FFF2-40B4-BE49-F238E27FC236}">
                <a16:creationId xmlns:a16="http://schemas.microsoft.com/office/drawing/2014/main" id="{E1C9DA8B-FED8-041D-C2A3-4BE6014B50FD}"/>
              </a:ext>
            </a:extLst>
          </p:cNvPr>
          <p:cNvSpPr>
            <a:spLocks noGrp="1"/>
          </p:cNvSpPr>
          <p:nvPr>
            <p:ph sz="half" idx="14" hasCustomPrompt="1"/>
          </p:nvPr>
        </p:nvSpPr>
        <p:spPr>
          <a:xfrm>
            <a:off x="6237658"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F4F3F962-268D-7E8F-E0A7-FC40EC2195D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EF67D6CA-A404-6EAA-9894-119E28996123}"/>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069CFB3D-778C-9AA2-261C-C6F7BCE8A95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7A3C954C-26BD-006C-AF1C-7BCFB4728C2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7" name="TextBox 6">
            <a:extLst>
              <a:ext uri="{FF2B5EF4-FFF2-40B4-BE49-F238E27FC236}">
                <a16:creationId xmlns:a16="http://schemas.microsoft.com/office/drawing/2014/main" id="{F7A4A621-AAE6-B1BF-2758-69ED058DD13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0655665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6" name="Picture Placeholder 2">
            <a:extLst>
              <a:ext uri="{FF2B5EF4-FFF2-40B4-BE49-F238E27FC236}">
                <a16:creationId xmlns:a16="http://schemas.microsoft.com/office/drawing/2014/main" id="{DDF5BCD2-566C-304B-9603-DBF49E1C6C3B}"/>
              </a:ext>
            </a:extLst>
          </p:cNvPr>
          <p:cNvSpPr>
            <a:spLocks noGrp="1"/>
          </p:cNvSpPr>
          <p:nvPr>
            <p:ph type="pic" idx="1"/>
          </p:nvPr>
        </p:nvSpPr>
        <p:spPr>
          <a:xfrm>
            <a:off x="399738"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0" name="Content Placeholder 2">
            <a:extLst>
              <a:ext uri="{FF2B5EF4-FFF2-40B4-BE49-F238E27FC236}">
                <a16:creationId xmlns:a16="http://schemas.microsoft.com/office/drawing/2014/main" id="{D5C6FD78-5957-3743-9051-7A833B8B93B7}"/>
              </a:ext>
            </a:extLst>
          </p:cNvPr>
          <p:cNvSpPr>
            <a:spLocks noGrp="1"/>
          </p:cNvSpPr>
          <p:nvPr>
            <p:ph sz="half" idx="18" hasCustomPrompt="1"/>
          </p:nvPr>
        </p:nvSpPr>
        <p:spPr>
          <a:xfrm>
            <a:off x="399746"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5" name="Text Placeholder 3">
            <a:extLst>
              <a:ext uri="{FF2B5EF4-FFF2-40B4-BE49-F238E27FC236}">
                <a16:creationId xmlns:a16="http://schemas.microsoft.com/office/drawing/2014/main" id="{8D62D7B6-9A5A-644C-8286-5E98BABC4490}"/>
              </a:ext>
            </a:extLst>
          </p:cNvPr>
          <p:cNvSpPr>
            <a:spLocks noGrp="1"/>
          </p:cNvSpPr>
          <p:nvPr>
            <p:ph type="body" sz="half" idx="2" hasCustomPrompt="1"/>
          </p:nvPr>
        </p:nvSpPr>
        <p:spPr>
          <a:xfrm>
            <a:off x="399738" y="1431326"/>
            <a:ext cx="9827454" cy="1061936"/>
          </a:xfrm>
        </p:spPr>
        <p:txBody>
          <a:bodyPr>
            <a:noAutofit/>
          </a:bodyPr>
          <a:lstStyle>
            <a:lvl1pPr marL="0" indent="0">
              <a:buNone/>
              <a:defRPr sz="16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pic>
        <p:nvPicPr>
          <p:cNvPr id="17" name="Picture 16">
            <a:extLst>
              <a:ext uri="{FF2B5EF4-FFF2-40B4-BE49-F238E27FC236}">
                <a16:creationId xmlns:a16="http://schemas.microsoft.com/office/drawing/2014/main" id="{64C4096F-2FFA-DE41-9D57-0CE5D3D158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1" name="Picture Placeholder 2">
            <a:extLst>
              <a:ext uri="{FF2B5EF4-FFF2-40B4-BE49-F238E27FC236}">
                <a16:creationId xmlns:a16="http://schemas.microsoft.com/office/drawing/2014/main" id="{F57DBF7D-11EE-F2C5-80EC-E85C32283ABE}"/>
              </a:ext>
            </a:extLst>
          </p:cNvPr>
          <p:cNvSpPr>
            <a:spLocks noGrp="1"/>
          </p:cNvSpPr>
          <p:nvPr>
            <p:ph type="pic" idx="19"/>
          </p:nvPr>
        </p:nvSpPr>
        <p:spPr>
          <a:xfrm>
            <a:off x="3301635"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0" name="Content Placeholder 2">
            <a:extLst>
              <a:ext uri="{FF2B5EF4-FFF2-40B4-BE49-F238E27FC236}">
                <a16:creationId xmlns:a16="http://schemas.microsoft.com/office/drawing/2014/main" id="{EC7DA3D2-59BD-6137-81AD-86750A32889C}"/>
              </a:ext>
            </a:extLst>
          </p:cNvPr>
          <p:cNvSpPr>
            <a:spLocks noGrp="1"/>
          </p:cNvSpPr>
          <p:nvPr>
            <p:ph sz="half" idx="20" hasCustomPrompt="1"/>
          </p:nvPr>
        </p:nvSpPr>
        <p:spPr>
          <a:xfrm>
            <a:off x="3301643"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1" name="Picture Placeholder 2">
            <a:extLst>
              <a:ext uri="{FF2B5EF4-FFF2-40B4-BE49-F238E27FC236}">
                <a16:creationId xmlns:a16="http://schemas.microsoft.com/office/drawing/2014/main" id="{9C9B462E-49D5-11F9-F1F5-872D1298452F}"/>
              </a:ext>
            </a:extLst>
          </p:cNvPr>
          <p:cNvSpPr>
            <a:spLocks noGrp="1"/>
          </p:cNvSpPr>
          <p:nvPr>
            <p:ph type="pic" idx="21"/>
          </p:nvPr>
        </p:nvSpPr>
        <p:spPr>
          <a:xfrm>
            <a:off x="6203526"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2" name="Content Placeholder 2">
            <a:extLst>
              <a:ext uri="{FF2B5EF4-FFF2-40B4-BE49-F238E27FC236}">
                <a16:creationId xmlns:a16="http://schemas.microsoft.com/office/drawing/2014/main" id="{9F4812D9-E50A-9912-1AAB-2CBFCD7BB51C}"/>
              </a:ext>
            </a:extLst>
          </p:cNvPr>
          <p:cNvSpPr>
            <a:spLocks noGrp="1"/>
          </p:cNvSpPr>
          <p:nvPr>
            <p:ph sz="half" idx="22" hasCustomPrompt="1"/>
          </p:nvPr>
        </p:nvSpPr>
        <p:spPr>
          <a:xfrm>
            <a:off x="6203534"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3" name="Picture Placeholder 2">
            <a:extLst>
              <a:ext uri="{FF2B5EF4-FFF2-40B4-BE49-F238E27FC236}">
                <a16:creationId xmlns:a16="http://schemas.microsoft.com/office/drawing/2014/main" id="{4AC0237F-F3D2-5B48-FDD3-0D38A29F9329}"/>
              </a:ext>
            </a:extLst>
          </p:cNvPr>
          <p:cNvSpPr>
            <a:spLocks noGrp="1"/>
          </p:cNvSpPr>
          <p:nvPr>
            <p:ph type="pic" idx="23"/>
          </p:nvPr>
        </p:nvSpPr>
        <p:spPr>
          <a:xfrm>
            <a:off x="9105429"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4" name="Content Placeholder 2">
            <a:extLst>
              <a:ext uri="{FF2B5EF4-FFF2-40B4-BE49-F238E27FC236}">
                <a16:creationId xmlns:a16="http://schemas.microsoft.com/office/drawing/2014/main" id="{9C3F4213-26B4-FC1E-F3B7-05D32356B3BD}"/>
              </a:ext>
            </a:extLst>
          </p:cNvPr>
          <p:cNvSpPr>
            <a:spLocks noGrp="1"/>
          </p:cNvSpPr>
          <p:nvPr>
            <p:ph sz="half" idx="24" hasCustomPrompt="1"/>
          </p:nvPr>
        </p:nvSpPr>
        <p:spPr>
          <a:xfrm>
            <a:off x="9105437"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 name="TextBox 1">
            <a:extLst>
              <a:ext uri="{FF2B5EF4-FFF2-40B4-BE49-F238E27FC236}">
                <a16:creationId xmlns:a16="http://schemas.microsoft.com/office/drawing/2014/main" id="{90E3E1F3-60BC-A502-C92D-697C2C40846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43AB2FE-DFD2-0FA3-C038-FB5684C9FAF2}"/>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715E079-78EC-4037-5AC3-052D98B24FE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Title Placeholder 1">
            <a:extLst>
              <a:ext uri="{FF2B5EF4-FFF2-40B4-BE49-F238E27FC236}">
                <a16:creationId xmlns:a16="http://schemas.microsoft.com/office/drawing/2014/main" id="{A081EB8E-5372-4255-8858-E2870EA73172}"/>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5EA7A7A-5CFD-5739-A684-0C18C083165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831312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1E77CA1-9CDF-734F-9BC2-A77ABB697C7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8" name="Picture 7">
            <a:extLst>
              <a:ext uri="{FF2B5EF4-FFF2-40B4-BE49-F238E27FC236}">
                <a16:creationId xmlns:a16="http://schemas.microsoft.com/office/drawing/2014/main" id="{77C989A6-F100-D244-9811-9480ED6055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2953FB21-2646-0D56-02B8-10257E98D9F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8CDB768E-55F5-7876-CF52-F1518763AAE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DC1351BB-F4DD-D90C-430F-C7056589AD1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0" name="Title Placeholder 1">
            <a:extLst>
              <a:ext uri="{FF2B5EF4-FFF2-40B4-BE49-F238E27FC236}">
                <a16:creationId xmlns:a16="http://schemas.microsoft.com/office/drawing/2014/main" id="{7CABF511-E87A-C207-7C25-AC958A88C0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DC9689DA-81EA-4FC5-28D0-500FEE17901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18636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 r="23451" b="15127"/>
          <a:stretch/>
        </p:blipFill>
        <p:spPr>
          <a:xfrm>
            <a:off x="8217720" y="11646"/>
            <a:ext cx="3960000" cy="6219825"/>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5FE38075-372F-6844-9F98-C937958AD6B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B451E343-9084-E686-3699-FAA7B6CBC1E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ED84418-AEC2-6F8C-A6E8-0F39927E5B7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5438FB49-85BE-3E87-1702-3595716815F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8237965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901" r="26223"/>
          <a:stretch/>
        </p:blipFill>
        <p:spPr>
          <a:xfrm>
            <a:off x="9245674" y="252197"/>
            <a:ext cx="2761485" cy="5679878"/>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073DC8B9-5768-F986-D58C-5C39F0469C8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BAEA4F-2F7D-F21F-2313-D358C006F46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2A20AE0-AC3D-470A-3954-50AC61FED74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AED0737A-B554-2118-56EF-2BA0D086727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71115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2" name="TextBox 11">
            <a:extLst>
              <a:ext uri="{FF2B5EF4-FFF2-40B4-BE49-F238E27FC236}">
                <a16:creationId xmlns:a16="http://schemas.microsoft.com/office/drawing/2014/main" id="{634A6CF0-C66C-59ED-4F69-B1F2CFF4E0C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E87900B1-CCD2-07B5-E6CA-A036E077CD5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564C38D5-0B53-7E61-E7F7-1A01524FB5D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EB1441EA-87AE-CA59-A66A-2A78F95593A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2" name="TextBox 1">
            <a:extLst>
              <a:ext uri="{FF2B5EF4-FFF2-40B4-BE49-F238E27FC236}">
                <a16:creationId xmlns:a16="http://schemas.microsoft.com/office/drawing/2014/main" id="{5A74AB3D-938B-19A8-19F2-4EF9378543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557609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B6E2CBE-CD80-5BB4-CAFE-132C6A98DCE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0DF6B8-49B1-01CF-1B67-5A88EE2CEA7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606676F-FDEC-7B5B-19F7-349E65490DB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C1368512-FEB8-4E8B-FDD2-3D135596DB3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0729FB62-5559-2CC8-0B52-9B2C12A3622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844370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E4F5E42C-C654-DB45-B035-68B7257F6A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00E7C711-F858-BF6F-32AF-9A2726E33B35}"/>
              </a:ext>
            </a:extLst>
          </p:cNvPr>
          <p:cNvSpPr>
            <a:spLocks noGrp="1"/>
          </p:cNvSpPr>
          <p:nvPr>
            <p:ph sz="half" idx="1" hasCustomPrompt="1"/>
          </p:nvPr>
        </p:nvSpPr>
        <p:spPr>
          <a:xfrm>
            <a:off x="399738" y="1439113"/>
            <a:ext cx="920146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12BDC4E-18B4-4F80-E298-6277CB4949B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BF572040-95A7-9333-2822-8936DDB4D6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1070AA9-73AA-BFBF-9CC9-D39DB8676D2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E58F9A88-72B2-39F3-5CE0-22A5B1847B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9D7E4530-CEFF-1897-0019-7070CBD9344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2AFE2B6-8718-F6E9-6C5B-AC6D543E5D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5110859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907C2A4A-AB7D-C346-A4AE-5D700790B49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397674E6-4CD2-5DC2-979E-5A11515DA5CE}"/>
              </a:ext>
            </a:extLst>
          </p:cNvPr>
          <p:cNvSpPr>
            <a:spLocks noGrp="1"/>
          </p:cNvSpPr>
          <p:nvPr>
            <p:ph sz="half" idx="1" hasCustomPrompt="1"/>
          </p:nvPr>
        </p:nvSpPr>
        <p:spPr>
          <a:xfrm>
            <a:off x="399737" y="1439113"/>
            <a:ext cx="1141499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6802BE17-EEF4-07E7-8B66-4E233EB7C07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8DF14D4-802C-408D-210E-510FC171118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Footer Placeholder 4">
            <a:extLst>
              <a:ext uri="{FF2B5EF4-FFF2-40B4-BE49-F238E27FC236}">
                <a16:creationId xmlns:a16="http://schemas.microsoft.com/office/drawing/2014/main" id="{544D89AB-C64C-8B64-8877-E3719DBC19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9684CB88-9266-F952-BF1A-BCAE5B3F8C20}"/>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42A7EF2-C9E0-E4A3-BA94-C458564CC46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92835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BFEDAD7-F69F-4C4F-9E99-953D7E949E9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F2D79A63-41FE-DB3D-BA6E-C61D8F9BFC10}"/>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945E02DD-F400-2D5D-8839-1827C8BCC25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CB320EFD-B929-4CAD-0B2F-8AAE73C486A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AF402314-0F80-4B7D-619F-0E4554C6C1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A5DBE723-68B9-7915-E582-1E32B82ACE98}"/>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5A4572D8-0735-550F-0BAE-54D1A261DF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25387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2EEA8E5F-D372-3F46-8D11-BD4E448DB62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1204432E-E762-DE06-6323-E73B06716CD3}"/>
              </a:ext>
            </a:extLst>
          </p:cNvPr>
          <p:cNvSpPr>
            <a:spLocks noGrp="1"/>
          </p:cNvSpPr>
          <p:nvPr>
            <p:ph sz="half" idx="1" hasCustomPrompt="1"/>
          </p:nvPr>
        </p:nvSpPr>
        <p:spPr>
          <a:xfrm>
            <a:off x="399738" y="1439113"/>
            <a:ext cx="9144784"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9175E44-33CD-2FD2-DBB2-6AB836EBA5F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912929EE-0091-7B22-DA4C-0324C074247A}"/>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35FFEE06-648D-C71E-F49B-06D912F5D46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20D27E15-43B5-CAD5-73BD-387115E92C1B}"/>
              </a:ext>
            </a:extLst>
          </p:cNvPr>
          <p:cNvSpPr>
            <a:spLocks noGrp="1"/>
          </p:cNvSpPr>
          <p:nvPr>
            <p:ph type="title"/>
          </p:nvPr>
        </p:nvSpPr>
        <p:spPr>
          <a:xfrm>
            <a:off x="399737" y="343837"/>
            <a:ext cx="9144783"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EF0AC716-A195-1E4F-3FF8-99DF68016BA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636E1F5-B69F-7543-E521-650D14983C2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9235334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0"/>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D3D1167-3A5B-3540-AF3B-AE48F5C0768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625F3D20-44B0-012A-11E3-B845C1454DC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2342E279-61ED-DC45-F3AE-4AD2BC5340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8BD8578A-DB80-E679-2DA7-6C3D97BF909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6215E171-94D6-C64B-704F-702DDFC7D04E}"/>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73218746-4DC1-957D-5822-F6CC0D79F4D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3284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99735" y="345416"/>
            <a:ext cx="8055778" cy="515901"/>
          </a:xfrm>
        </p:spPr>
        <p:txBody>
          <a:bodyPr/>
          <a:lstStyle>
            <a:lvl1pPr>
              <a:defRPr>
                <a:solidFill>
                  <a:schemeClr val="bg1"/>
                </a:solidFill>
              </a:defRPr>
            </a:lvl1pPr>
          </a:lstStyle>
          <a:p>
            <a:r>
              <a:rPr lang="en-GB" dirty="0"/>
              <a:t>Click to edit master title style</a:t>
            </a:r>
            <a:endParaRPr lang="en-US" dirty="0"/>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5" y="1451501"/>
            <a:ext cx="8055778" cy="4367371"/>
          </a:xfrm>
        </p:spPr>
        <p:txBody>
          <a:bodyPr/>
          <a:lstStyle>
            <a:lvl1pPr>
              <a:buClr>
                <a:schemeClr val="bg1"/>
              </a:buClr>
              <a:defRPr>
                <a:solidFill>
                  <a:schemeClr val="bg1"/>
                </a:solidFill>
              </a:defRPr>
            </a:lvl1pPr>
            <a:lvl2pPr>
              <a:buClr>
                <a:schemeClr val="accent1"/>
              </a:buClr>
              <a:defRPr>
                <a:solidFill>
                  <a:schemeClr val="accent1"/>
                </a:solidFill>
              </a:defRPr>
            </a:lvl2pPr>
            <a:lvl3pPr>
              <a:buClr>
                <a:schemeClr val="accent1"/>
              </a:buClr>
              <a:defRPr>
                <a:solidFill>
                  <a:schemeClr val="accent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C4E7C2E4-01F1-E442-B8C8-0DF81347D091}"/>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6488F74A-3BB3-7641-8E75-F37B03910A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B216D54C-F1E6-7181-3C06-FED98DBA8A0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10B60624-9DD9-B79A-4AF9-B891924086AD}"/>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ooter Placeholder 4">
            <a:extLst>
              <a:ext uri="{FF2B5EF4-FFF2-40B4-BE49-F238E27FC236}">
                <a16:creationId xmlns:a16="http://schemas.microsoft.com/office/drawing/2014/main" id="{7B4537AC-52F4-6FDB-19F6-68BD45F92A1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3D01D56-89FF-1FD8-C139-0ABC70DDD3C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AE538175-A7CA-18FD-1439-5CD11A4805E5}"/>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77803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FD3FEC-F3E9-864F-A930-BADE1873571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568"/>
          <a:stretch/>
        </p:blipFill>
        <p:spPr>
          <a:xfrm>
            <a:off x="5899319" y="0"/>
            <a:ext cx="2196000" cy="5070984"/>
          </a:xfrm>
          <a:prstGeom prst="rect">
            <a:avLst/>
          </a:prstGeom>
        </p:spPr>
      </p:pic>
      <p:pic>
        <p:nvPicPr>
          <p:cNvPr id="9" name="Picture 8">
            <a:extLst>
              <a:ext uri="{FF2B5EF4-FFF2-40B4-BE49-F238E27FC236}">
                <a16:creationId xmlns:a16="http://schemas.microsoft.com/office/drawing/2014/main" id="{695EBA51-6387-4C4C-81D6-6B59BC0903D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3" r="-293" b="15968"/>
          <a:stretch/>
        </p:blipFill>
        <p:spPr>
          <a:xfrm>
            <a:off x="7908000" y="0"/>
            <a:ext cx="4284000" cy="5070984"/>
          </a:xfrm>
          <a:prstGeom prst="rect">
            <a:avLst/>
          </a:prstGeom>
        </p:spPr>
      </p:pic>
      <p:pic>
        <p:nvPicPr>
          <p:cNvPr id="12" name="Picture 11">
            <a:extLst>
              <a:ext uri="{FF2B5EF4-FFF2-40B4-BE49-F238E27FC236}">
                <a16:creationId xmlns:a16="http://schemas.microsoft.com/office/drawing/2014/main" id="{6F10BBFD-B3A4-5D47-9E65-C7EFA466431B}"/>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sp>
        <p:nvSpPr>
          <p:cNvPr id="2" name="Title 1">
            <a:extLst>
              <a:ext uri="{FF2B5EF4-FFF2-40B4-BE49-F238E27FC236}">
                <a16:creationId xmlns:a16="http://schemas.microsoft.com/office/drawing/2014/main" id="{33B2095B-3738-14BB-59F0-FBF3EA2EEB4A}"/>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3" name="Picture 2" descr="A picture containing pattern, symmetry, black, darkness&#10;&#10;Description automatically generated">
            <a:extLst>
              <a:ext uri="{FF2B5EF4-FFF2-40B4-BE49-F238E27FC236}">
                <a16:creationId xmlns:a16="http://schemas.microsoft.com/office/drawing/2014/main" id="{0B3F2832-7570-4705-05E1-C4D00F3039B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4254"/>
          <a:stretch/>
        </p:blipFill>
        <p:spPr>
          <a:xfrm>
            <a:off x="8313338" y="416892"/>
            <a:ext cx="3660070" cy="5397500"/>
          </a:xfrm>
          <a:prstGeom prst="rect">
            <a:avLst/>
          </a:prstGeom>
        </p:spPr>
      </p:pic>
      <p:sp>
        <p:nvSpPr>
          <p:cNvPr id="5" name="TextBox 4">
            <a:extLst>
              <a:ext uri="{FF2B5EF4-FFF2-40B4-BE49-F238E27FC236}">
                <a16:creationId xmlns:a16="http://schemas.microsoft.com/office/drawing/2014/main" id="{11793F8E-D348-C752-2686-405F4EDCC51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228068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AE4D03-A620-D14C-BD5A-2A350807216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08785"/>
            <a:ext cx="3097618" cy="1425798"/>
          </a:xfrm>
          <a:prstGeom prst="rect">
            <a:avLst/>
          </a:prstGeom>
        </p:spPr>
      </p:pic>
      <p:sp>
        <p:nvSpPr>
          <p:cNvPr id="3" name="Title 1">
            <a:extLst>
              <a:ext uri="{FF2B5EF4-FFF2-40B4-BE49-F238E27FC236}">
                <a16:creationId xmlns:a16="http://schemas.microsoft.com/office/drawing/2014/main" id="{B6BBAC78-63F0-46DE-3550-3E04975BEB10}"/>
              </a:ext>
            </a:extLst>
          </p:cNvPr>
          <p:cNvSpPr>
            <a:spLocks noGrp="1"/>
          </p:cNvSpPr>
          <p:nvPr>
            <p:ph type="ctrTitle" idx="4294967295" hasCustomPrompt="1"/>
          </p:nvPr>
        </p:nvSpPr>
        <p:spPr>
          <a:xfrm>
            <a:off x="603860" y="2173853"/>
            <a:ext cx="5077440" cy="1218795"/>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4" name="Picture 3" descr="A picture containing screenshot, pattern, symmetry, black&#10;&#10;Description automatically generated">
            <a:extLst>
              <a:ext uri="{FF2B5EF4-FFF2-40B4-BE49-F238E27FC236}">
                <a16:creationId xmlns:a16="http://schemas.microsoft.com/office/drawing/2014/main" id="{050392FE-8149-4829-F2B5-10E8A5D47E6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2" name="TextBox 1">
            <a:extLst>
              <a:ext uri="{FF2B5EF4-FFF2-40B4-BE49-F238E27FC236}">
                <a16:creationId xmlns:a16="http://schemas.microsoft.com/office/drawing/2014/main" id="{4D2F848E-F372-1363-36F4-3378179C61F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68014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rgbClr val="ECECEC"/>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E8522B1-D663-0841-86D8-80D681225302}"/>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6" name="Picture 5">
            <a:extLst>
              <a:ext uri="{FF2B5EF4-FFF2-40B4-BE49-F238E27FC236}">
                <a16:creationId xmlns:a16="http://schemas.microsoft.com/office/drawing/2014/main" id="{A6E1F9C1-B904-C64A-9353-68E1CCDB98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pic>
        <p:nvPicPr>
          <p:cNvPr id="2" name="Picture 1" descr="A picture containing screenshot, pattern, symmetry, black&#10;&#10;Description automatically generated">
            <a:extLst>
              <a:ext uri="{FF2B5EF4-FFF2-40B4-BE49-F238E27FC236}">
                <a16:creationId xmlns:a16="http://schemas.microsoft.com/office/drawing/2014/main" id="{D4637D6B-3535-21BB-F5A3-4CEB19DD308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4" name="TextBox 3">
            <a:extLst>
              <a:ext uri="{FF2B5EF4-FFF2-40B4-BE49-F238E27FC236}">
                <a16:creationId xmlns:a16="http://schemas.microsoft.com/office/drawing/2014/main" id="{05EF8265-7BE8-7D30-63D9-3B73F577D4E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129254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rgbClr val="ECECEC"/>
        </a:solidFill>
        <a:effectLst/>
      </p:bgPr>
    </p:bg>
    <p:spTree>
      <p:nvGrpSpPr>
        <p:cNvPr id="1" name=""/>
        <p:cNvGrpSpPr/>
        <p:nvPr/>
      </p:nvGrpSpPr>
      <p:grpSpPr>
        <a:xfrm>
          <a:off x="0" y="0"/>
          <a:ext cx="0" cy="0"/>
          <a:chOff x="0" y="0"/>
          <a:chExt cx="0" cy="0"/>
        </a:xfrm>
      </p:grpSpPr>
      <p:pic>
        <p:nvPicPr>
          <p:cNvPr id="5" name="Picture 4" descr="A large building&#10;&#10;Description automatically generated">
            <a:extLst>
              <a:ext uri="{FF2B5EF4-FFF2-40B4-BE49-F238E27FC236}">
                <a16:creationId xmlns:a16="http://schemas.microsoft.com/office/drawing/2014/main" id="{44BB9AD5-5855-D74E-8009-AB00B987C4E0}"/>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05A239C4-066B-F74E-82A2-FE2AA5E70B1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3" name="Title 1">
            <a:extLst>
              <a:ext uri="{FF2B5EF4-FFF2-40B4-BE49-F238E27FC236}">
                <a16:creationId xmlns:a16="http://schemas.microsoft.com/office/drawing/2014/main" id="{641518E3-3AA8-F6D3-CBEF-2EB3AEFFBBE0}"/>
              </a:ext>
            </a:extLst>
          </p:cNvPr>
          <p:cNvSpPr>
            <a:spLocks noGrp="1"/>
          </p:cNvSpPr>
          <p:nvPr>
            <p:ph type="ctrTitle" idx="4294967295" hasCustomPrompt="1"/>
          </p:nvPr>
        </p:nvSpPr>
        <p:spPr>
          <a:xfrm>
            <a:off x="563897" y="1194792"/>
            <a:ext cx="5077440" cy="1218795"/>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sp>
        <p:nvSpPr>
          <p:cNvPr id="2" name="TextBox 1">
            <a:extLst>
              <a:ext uri="{FF2B5EF4-FFF2-40B4-BE49-F238E27FC236}">
                <a16:creationId xmlns:a16="http://schemas.microsoft.com/office/drawing/2014/main" id="{AB47E340-2F7D-8151-66B7-D638258C84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1660094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ECECEC"/>
        </a:solidFill>
        <a:effectLst/>
      </p:bgPr>
    </p:bg>
    <p:spTree>
      <p:nvGrpSpPr>
        <p:cNvPr id="1" name=""/>
        <p:cNvGrpSpPr/>
        <p:nvPr/>
      </p:nvGrpSpPr>
      <p:grpSpPr>
        <a:xfrm>
          <a:off x="0" y="0"/>
          <a:ext cx="0" cy="0"/>
          <a:chOff x="0" y="0"/>
          <a:chExt cx="0" cy="0"/>
        </a:xfrm>
      </p:grpSpPr>
      <p:pic>
        <p:nvPicPr>
          <p:cNvPr id="5" name="Picture 4" descr="A picture containing outdoor, cloud, sky, tree&#10;&#10;Description automatically generated">
            <a:extLst>
              <a:ext uri="{FF2B5EF4-FFF2-40B4-BE49-F238E27FC236}">
                <a16:creationId xmlns:a16="http://schemas.microsoft.com/office/drawing/2014/main" id="{1BE27CF4-73CF-CF33-B948-C4085B2E3F0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304842" cy="6946899"/>
          </a:xfrm>
          <a:prstGeom prst="rect">
            <a:avLst/>
          </a:prstGeom>
        </p:spPr>
      </p:pic>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7" name="Picture 6">
            <a:extLst>
              <a:ext uri="{FF2B5EF4-FFF2-40B4-BE49-F238E27FC236}">
                <a16:creationId xmlns:a16="http://schemas.microsoft.com/office/drawing/2014/main" id="{B38D0EC0-A17F-A048-AB05-F1B8F237A15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1971549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8_Title Slide">
    <p:bg>
      <p:bgPr>
        <a:solidFill>
          <a:srgbClr val="ECECEC"/>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B3C75B-2CDB-B3A7-76D3-8B38035E190F}"/>
              </a:ext>
            </a:extLst>
          </p:cNvPr>
          <p:cNvPicPr>
            <a:picLocks noChangeAspect="1"/>
          </p:cNvPicPr>
          <p:nvPr userDrawn="1"/>
        </p:nvPicPr>
        <p:blipFill>
          <a:blip r:embed="rId2"/>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526AB0C6-18A8-A690-7B2C-80947655F75E}"/>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10" name="Picture 9">
            <a:extLst>
              <a:ext uri="{FF2B5EF4-FFF2-40B4-BE49-F238E27FC236}">
                <a16:creationId xmlns:a16="http://schemas.microsoft.com/office/drawing/2014/main" id="{D12ED99E-6B9D-7AEA-3698-4DD759E3B9B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Tree>
    <p:extLst>
      <p:ext uri="{BB962C8B-B14F-4D97-AF65-F5344CB8AC3E}">
        <p14:creationId xmlns:p14="http://schemas.microsoft.com/office/powerpoint/2010/main" val="27745762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9_Title Slide">
    <p:bg>
      <p:bgPr>
        <a:solidFill>
          <a:srgbClr val="ECECEC"/>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066CA2-5C58-5921-60E9-D28ADA36826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1B693D0-9E80-C772-133E-7B4CB57CE3B3}"/>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7" name="Picture 6">
            <a:extLst>
              <a:ext uri="{FF2B5EF4-FFF2-40B4-BE49-F238E27FC236}">
                <a16:creationId xmlns:a16="http://schemas.microsoft.com/office/drawing/2014/main" id="{FC76220B-EB3D-736A-703B-9D5C9AC0506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2" name="Rectangle 1">
            <a:extLst>
              <a:ext uri="{FF2B5EF4-FFF2-40B4-BE49-F238E27FC236}">
                <a16:creationId xmlns:a16="http://schemas.microsoft.com/office/drawing/2014/main" id="{EEB389DE-8018-324D-9427-78B74469B8FA}"/>
              </a:ext>
            </a:extLst>
          </p:cNvPr>
          <p:cNvSpPr/>
          <p:nvPr userDrawn="1"/>
        </p:nvSpPr>
        <p:spPr>
          <a:xfrm rot="10800000">
            <a:off x="0" y="0"/>
            <a:ext cx="12191999" cy="2769326"/>
          </a:xfrm>
          <a:prstGeom prst="rect">
            <a:avLst/>
          </a:prstGeom>
          <a:gradFill>
            <a:gsLst>
              <a:gs pos="0">
                <a:schemeClr val="accent1">
                  <a:lumMod val="5000"/>
                  <a:lumOff val="95000"/>
                  <a:alpha val="0"/>
                </a:schemeClr>
              </a:gs>
              <a:gs pos="25000">
                <a:schemeClr val="tx1">
                  <a:alpha val="2174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54457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CD364-DF0F-3498-118A-ED2F8A55AAC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633470A-677B-DC50-3C12-1100ABDA35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2CCDF23-A732-995B-BA28-8B1148C2C2F5}"/>
              </a:ext>
            </a:extLst>
          </p:cNvPr>
          <p:cNvSpPr>
            <a:spLocks noGrp="1"/>
          </p:cNvSpPr>
          <p:nvPr>
            <p:ph type="dt" sz="half" idx="10"/>
          </p:nvPr>
        </p:nvSpPr>
        <p:spPr/>
        <p:txBody>
          <a:bodyPr/>
          <a:lstStyle/>
          <a:p>
            <a:fld id="{E086F8DF-ABDB-4B86-A593-ABE389C84782}" type="datetimeFigureOut">
              <a:rPr lang="en-AU" smtClean="0"/>
              <a:t>5/02/2025</a:t>
            </a:fld>
            <a:endParaRPr lang="en-AU"/>
          </a:p>
        </p:txBody>
      </p:sp>
      <p:sp>
        <p:nvSpPr>
          <p:cNvPr id="5" name="Footer Placeholder 4">
            <a:extLst>
              <a:ext uri="{FF2B5EF4-FFF2-40B4-BE49-F238E27FC236}">
                <a16:creationId xmlns:a16="http://schemas.microsoft.com/office/drawing/2014/main" id="{E160197D-E4A5-1E87-D348-62971C38E94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91E9763-477C-498D-65A9-193BE06ED099}"/>
              </a:ext>
            </a:extLst>
          </p:cNvPr>
          <p:cNvSpPr>
            <a:spLocks noGrp="1"/>
          </p:cNvSpPr>
          <p:nvPr>
            <p:ph type="sldNum" sz="quarter" idx="12"/>
          </p:nvPr>
        </p:nvSpPr>
        <p:spPr/>
        <p:txBody>
          <a:bodyPr/>
          <a:lstStyle/>
          <a:p>
            <a:fld id="{F7B9B712-4DCE-4520-BCFB-DD36FC7F32A3}" type="slidenum">
              <a:rPr lang="en-AU" smtClean="0"/>
              <a:t>‹#›</a:t>
            </a:fld>
            <a:endParaRPr lang="en-AU"/>
          </a:p>
        </p:txBody>
      </p:sp>
    </p:spTree>
    <p:extLst>
      <p:ext uri="{BB962C8B-B14F-4D97-AF65-F5344CB8AC3E}">
        <p14:creationId xmlns:p14="http://schemas.microsoft.com/office/powerpoint/2010/main" val="8200656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F4FD54-D143-8544-8A0E-C449B851C5F4}"/>
              </a:ext>
            </a:extLst>
          </p:cNvPr>
          <p:cNvSpPr>
            <a:spLocks noGrp="1"/>
          </p:cNvSpPr>
          <p:nvPr>
            <p:ph type="title"/>
          </p:nvPr>
        </p:nvSpPr>
        <p:spPr>
          <a:xfrm>
            <a:off x="365760" y="350838"/>
            <a:ext cx="11436772"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876B6D7-1BFF-2D47-9B38-9CF11F641FED}"/>
              </a:ext>
            </a:extLst>
          </p:cNvPr>
          <p:cNvSpPr>
            <a:spLocks noGrp="1"/>
          </p:cNvSpPr>
          <p:nvPr>
            <p:ph type="body" idx="1"/>
          </p:nvPr>
        </p:nvSpPr>
        <p:spPr>
          <a:xfrm>
            <a:off x="365759" y="1393825"/>
            <a:ext cx="11436773" cy="45751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817484"/>
      </p:ext>
    </p:extLst>
  </p:cSld>
  <p:clrMap bg1="lt1" tx1="dk1" bg2="lt2" tx2="dk2" accent1="accent1" accent2="accent2" accent3="accent3" accent4="accent4" accent5="accent5" accent6="accent6" hlink="hlink" folHlink="folHlink"/>
  <p:sldLayoutIdLst>
    <p:sldLayoutId id="2147483649" r:id="rId1"/>
    <p:sldLayoutId id="2147483705" r:id="rId2"/>
    <p:sldLayoutId id="2147483706" r:id="rId3"/>
    <p:sldLayoutId id="2147483650" r:id="rId4"/>
    <p:sldLayoutId id="2147483710" r:id="rId5"/>
    <p:sldLayoutId id="2147483702" r:id="rId6"/>
    <p:sldLayoutId id="2147483709" r:id="rId7"/>
    <p:sldLayoutId id="2147483658" r:id="rId8"/>
    <p:sldLayoutId id="2147483693" r:id="rId9"/>
    <p:sldLayoutId id="2147483694" r:id="rId10"/>
    <p:sldLayoutId id="2147483692" r:id="rId11"/>
    <p:sldLayoutId id="2147483686" r:id="rId12"/>
    <p:sldLayoutId id="2147483667" r:id="rId13"/>
    <p:sldLayoutId id="2147483652" r:id="rId14"/>
    <p:sldLayoutId id="2147483698" r:id="rId15"/>
    <p:sldLayoutId id="2147483695" r:id="rId16"/>
    <p:sldLayoutId id="2147483696" r:id="rId17"/>
    <p:sldLayoutId id="2147483680" r:id="rId18"/>
    <p:sldLayoutId id="2147483656" r:id="rId19"/>
    <p:sldLayoutId id="2147483657" r:id="rId20"/>
    <p:sldLayoutId id="2147483681" r:id="rId21"/>
    <p:sldLayoutId id="2147483653" r:id="rId22"/>
    <p:sldLayoutId id="2147483682" r:id="rId23"/>
    <p:sldLayoutId id="2147483676" r:id="rId24"/>
    <p:sldLayoutId id="2147483666" r:id="rId25"/>
    <p:sldLayoutId id="2147483708" r:id="rId26"/>
    <p:sldLayoutId id="2147483683" r:id="rId27"/>
    <p:sldLayoutId id="2147483707" r:id="rId28"/>
    <p:sldLayoutId id="2147483663" r:id="rId29"/>
    <p:sldLayoutId id="2147483700" r:id="rId30"/>
    <p:sldLayoutId id="2147483697" r:id="rId31"/>
    <p:sldLayoutId id="2147483699" r:id="rId32"/>
    <p:sldLayoutId id="2147483701" r:id="rId33"/>
    <p:sldLayoutId id="2147483661" r:id="rId34"/>
    <p:sldLayoutId id="2147483669" r:id="rId35"/>
    <p:sldLayoutId id="2147483690" r:id="rId36"/>
    <p:sldLayoutId id="2147483691" r:id="rId37"/>
    <p:sldLayoutId id="2147483703" r:id="rId38"/>
    <p:sldLayoutId id="2147483704" r:id="rId39"/>
    <p:sldLayoutId id="2147483711" r:id="rId40"/>
    <p:sldLayoutId id="2147483712" r:id="rId41"/>
    <p:sldLayoutId id="2147483713" r:id="rId42"/>
  </p:sldLayoutIdLst>
  <p:hf sldNum="0" hdr="0" dt="0"/>
  <p:txStyles>
    <p:title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p:titleStyle>
    <p:bodyStyle>
      <a:lvl1pPr marL="287986"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2000" b="1" i="0" kern="1200">
          <a:solidFill>
            <a:schemeClr val="tx1"/>
          </a:solidFill>
          <a:latin typeface="Arial" panose="020B0604020202020204" pitchFamily="34" charset="0"/>
          <a:ea typeface="+mn-ea"/>
          <a:cs typeface="Arial" panose="020B0604020202020204" pitchFamily="34" charset="0"/>
        </a:defRPr>
      </a:lvl1pPr>
      <a:lvl2pPr marL="57597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800" b="0" i="0" kern="1200">
          <a:solidFill>
            <a:schemeClr val="tx1"/>
          </a:solidFill>
          <a:latin typeface="Arial" panose="020B0604020202020204" pitchFamily="34" charset="0"/>
          <a:ea typeface="+mn-ea"/>
          <a:cs typeface="Arial" panose="020B0604020202020204" pitchFamily="34" charset="0"/>
        </a:defRPr>
      </a:lvl2pPr>
      <a:lvl3pPr marL="863957"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600" b="1" i="0" kern="1200">
          <a:solidFill>
            <a:schemeClr val="tx1"/>
          </a:solidFill>
          <a:latin typeface="Arial" panose="020B0604020202020204" pitchFamily="34" charset="0"/>
          <a:ea typeface="+mn-ea"/>
          <a:cs typeface="Arial" panose="020B0604020202020204" pitchFamily="34" charset="0"/>
        </a:defRPr>
      </a:lvl3pPr>
      <a:lvl4pPr marL="115194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400" b="0" i="0" kern="1200">
          <a:solidFill>
            <a:schemeClr val="tx1"/>
          </a:solidFill>
          <a:latin typeface="Arial" panose="020B0604020202020204" pitchFamily="34" charset="0"/>
          <a:ea typeface="+mn-ea"/>
          <a:cs typeface="Arial" panose="020B0604020202020204" pitchFamily="34" charset="0"/>
        </a:defRPr>
      </a:lvl4pPr>
      <a:lvl5pPr marL="1439928"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200" b="1" i="0" kern="1200">
          <a:solidFill>
            <a:schemeClr val="tx1"/>
          </a:solidFill>
          <a:latin typeface="Arial" panose="020B0604020202020204" pitchFamily="34" charset="0"/>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2" Type="http://schemas.openxmlformats.org/officeDocument/2006/relationships/hyperlink" Target="https://www.saiglobal.com/PDFTemp/Previews/OSH/As/as1000/1100/1100101.pdf" TargetMode="Externa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037F766-F5AA-C743-82FA-9221F693F5C7}"/>
              </a:ext>
            </a:extLst>
          </p:cNvPr>
          <p:cNvSpPr>
            <a:spLocks noGrp="1"/>
          </p:cNvSpPr>
          <p:nvPr>
            <p:ph type="ctrTitle"/>
          </p:nvPr>
        </p:nvSpPr>
        <p:spPr>
          <a:xfrm>
            <a:off x="599440" y="1832433"/>
            <a:ext cx="6291512" cy="1479648"/>
          </a:xfrm>
        </p:spPr>
        <p:txBody>
          <a:bodyPr lIns="0" tIns="0" rIns="0" bIns="0"/>
          <a:lstStyle/>
          <a:p>
            <a:r>
              <a:rPr lang="en-US" dirty="0"/>
              <a:t>Session 7</a:t>
            </a:r>
          </a:p>
        </p:txBody>
      </p:sp>
      <p:sp>
        <p:nvSpPr>
          <p:cNvPr id="10" name="Subtitle 2">
            <a:extLst>
              <a:ext uri="{FF2B5EF4-FFF2-40B4-BE49-F238E27FC236}">
                <a16:creationId xmlns:a16="http://schemas.microsoft.com/office/drawing/2014/main" id="{2122BAEA-8E13-DA41-A1A3-099D1631A6AE}"/>
              </a:ext>
            </a:extLst>
          </p:cNvPr>
          <p:cNvSpPr>
            <a:spLocks noGrp="1"/>
          </p:cNvSpPr>
          <p:nvPr>
            <p:ph type="subTitle" idx="1"/>
          </p:nvPr>
        </p:nvSpPr>
        <p:spPr>
          <a:xfrm>
            <a:off x="599441" y="3259667"/>
            <a:ext cx="5069840" cy="990115"/>
          </a:xfrm>
        </p:spPr>
        <p:txBody>
          <a:bodyPr lIns="0" tIns="0" rIns="0" bIns="0"/>
          <a:lstStyle/>
          <a:p>
            <a:r>
              <a:rPr lang="en-US" dirty="0"/>
              <a:t>NAD1001: INTRODUCTION TO ARCHITECTURAL DESIGN</a:t>
            </a:r>
          </a:p>
        </p:txBody>
      </p:sp>
    </p:spTree>
    <p:extLst>
      <p:ext uri="{BB962C8B-B14F-4D97-AF65-F5344CB8AC3E}">
        <p14:creationId xmlns:p14="http://schemas.microsoft.com/office/powerpoint/2010/main" val="2693254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6784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5D82A8-CC72-9FE4-2E87-0E50C48555A0}"/>
              </a:ext>
            </a:extLst>
          </p:cNvPr>
          <p:cNvSpPr>
            <a:spLocks noGrp="1"/>
          </p:cNvSpPr>
          <p:nvPr>
            <p:ph type="body" sz="half" idx="2"/>
          </p:nvPr>
        </p:nvSpPr>
        <p:spPr/>
        <p:txBody>
          <a:bodyPr/>
          <a:lstStyle/>
          <a:p>
            <a:pPr marL="342900" indent="-342900">
              <a:buFont typeface="Arial" panose="020B0604020202020204" pitchFamily="34" charset="0"/>
              <a:buChar char="•"/>
            </a:pPr>
            <a:r>
              <a:rPr lang="en-US" altLang="zh-CN" dirty="0"/>
              <a:t>Read the Australian Standard on Technical Drawings  </a:t>
            </a:r>
          </a:p>
          <a:p>
            <a:pPr marL="342900" indent="-342900">
              <a:buFont typeface="Arial" panose="020B0604020202020204" pitchFamily="34" charset="0"/>
              <a:buChar char="•"/>
            </a:pPr>
            <a:r>
              <a:rPr lang="en-US" altLang="zh-CN" dirty="0"/>
              <a:t>Then discuss around other documentation drawings will continue in week 2 and week 3…</a:t>
            </a:r>
            <a:endParaRPr lang="en-AU" dirty="0"/>
          </a:p>
        </p:txBody>
      </p:sp>
      <p:sp>
        <p:nvSpPr>
          <p:cNvPr id="2" name="Title 1">
            <a:extLst>
              <a:ext uri="{FF2B5EF4-FFF2-40B4-BE49-F238E27FC236}">
                <a16:creationId xmlns:a16="http://schemas.microsoft.com/office/drawing/2014/main" id="{D8D5AFED-BE95-2F4F-E112-E98A81D653DF}"/>
              </a:ext>
            </a:extLst>
          </p:cNvPr>
          <p:cNvSpPr>
            <a:spLocks noGrp="1"/>
          </p:cNvSpPr>
          <p:nvPr>
            <p:ph type="title"/>
          </p:nvPr>
        </p:nvSpPr>
        <p:spPr/>
        <p:txBody>
          <a:bodyPr/>
          <a:lstStyle/>
          <a:p>
            <a:r>
              <a:rPr lang="en-AU" dirty="0"/>
              <a:t>Australian Standard on Technical Drawings</a:t>
            </a:r>
          </a:p>
        </p:txBody>
      </p:sp>
    </p:spTree>
    <p:extLst>
      <p:ext uri="{BB962C8B-B14F-4D97-AF65-F5344CB8AC3E}">
        <p14:creationId xmlns:p14="http://schemas.microsoft.com/office/powerpoint/2010/main" val="3487784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01B985D1-474E-44A1-0C8D-59A48F1BB2BE}"/>
              </a:ext>
            </a:extLst>
          </p:cNvPr>
          <p:cNvSpPr txBox="1">
            <a:spLocks/>
          </p:cNvSpPr>
          <p:nvPr/>
        </p:nvSpPr>
        <p:spPr>
          <a:xfrm>
            <a:off x="1790860" y="2789945"/>
            <a:ext cx="1051560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Section 3 - Lines</a:t>
            </a:r>
          </a:p>
        </p:txBody>
      </p:sp>
    </p:spTree>
    <p:extLst>
      <p:ext uri="{BB962C8B-B14F-4D97-AF65-F5344CB8AC3E}">
        <p14:creationId xmlns:p14="http://schemas.microsoft.com/office/powerpoint/2010/main" val="4129433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95A3F-C022-1073-3CA1-B9B3C82EA538}"/>
              </a:ext>
            </a:extLst>
          </p:cNvPr>
          <p:cNvSpPr>
            <a:spLocks noGrp="1"/>
          </p:cNvSpPr>
          <p:nvPr>
            <p:ph type="title"/>
          </p:nvPr>
        </p:nvSpPr>
        <p:spPr/>
        <p:txBody>
          <a:bodyPr/>
          <a:lstStyle/>
          <a:p>
            <a:r>
              <a:rPr lang="en-AU" dirty="0"/>
              <a:t>Line Styles and Conventions – the Basics</a:t>
            </a:r>
          </a:p>
        </p:txBody>
      </p:sp>
      <p:pic>
        <p:nvPicPr>
          <p:cNvPr id="5" name="Content Placeholder 4">
            <a:extLst>
              <a:ext uri="{FF2B5EF4-FFF2-40B4-BE49-F238E27FC236}">
                <a16:creationId xmlns:a16="http://schemas.microsoft.com/office/drawing/2014/main" id="{0DDD3E10-E0B1-BA60-9D96-E1FD21414DCE}"/>
              </a:ext>
            </a:extLst>
          </p:cNvPr>
          <p:cNvPicPr>
            <a:picLocks noGrp="1" noChangeAspect="1"/>
          </p:cNvPicPr>
          <p:nvPr>
            <p:ph idx="4294967295"/>
          </p:nvPr>
        </p:nvPicPr>
        <p:blipFill>
          <a:blip r:embed="rId2"/>
          <a:stretch>
            <a:fillRect/>
          </a:stretch>
        </p:blipFill>
        <p:spPr>
          <a:xfrm>
            <a:off x="289367" y="1436045"/>
            <a:ext cx="7334250" cy="4351337"/>
          </a:xfrm>
        </p:spPr>
      </p:pic>
      <p:pic>
        <p:nvPicPr>
          <p:cNvPr id="7" name="Picture 6">
            <a:extLst>
              <a:ext uri="{FF2B5EF4-FFF2-40B4-BE49-F238E27FC236}">
                <a16:creationId xmlns:a16="http://schemas.microsoft.com/office/drawing/2014/main" id="{E577C2E9-612D-CD82-5301-0F59FEA82A68}"/>
              </a:ext>
            </a:extLst>
          </p:cNvPr>
          <p:cNvPicPr>
            <a:picLocks noChangeAspect="1"/>
          </p:cNvPicPr>
          <p:nvPr/>
        </p:nvPicPr>
        <p:blipFill>
          <a:blip r:embed="rId3"/>
          <a:stretch>
            <a:fillRect/>
          </a:stretch>
        </p:blipFill>
        <p:spPr>
          <a:xfrm>
            <a:off x="8132586" y="1436045"/>
            <a:ext cx="3686414" cy="4351337"/>
          </a:xfrm>
          <a:prstGeom prst="rect">
            <a:avLst/>
          </a:prstGeom>
        </p:spPr>
      </p:pic>
    </p:spTree>
    <p:extLst>
      <p:ext uri="{BB962C8B-B14F-4D97-AF65-F5344CB8AC3E}">
        <p14:creationId xmlns:p14="http://schemas.microsoft.com/office/powerpoint/2010/main" val="1290101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D4BCD-A6FB-BC36-A849-A24573DF84B1}"/>
              </a:ext>
            </a:extLst>
          </p:cNvPr>
          <p:cNvSpPr>
            <a:spLocks noGrp="1"/>
          </p:cNvSpPr>
          <p:nvPr>
            <p:ph type="title"/>
          </p:nvPr>
        </p:nvSpPr>
        <p:spPr/>
        <p:txBody>
          <a:bodyPr/>
          <a:lstStyle/>
          <a:p>
            <a:r>
              <a:rPr lang="en-AU" dirty="0"/>
              <a:t>Line Styles and Conventions – the Basics </a:t>
            </a:r>
          </a:p>
        </p:txBody>
      </p:sp>
      <p:pic>
        <p:nvPicPr>
          <p:cNvPr id="5" name="Content Placeholder 4">
            <a:extLst>
              <a:ext uri="{FF2B5EF4-FFF2-40B4-BE49-F238E27FC236}">
                <a16:creationId xmlns:a16="http://schemas.microsoft.com/office/drawing/2014/main" id="{39627ACC-CB0F-3C59-9B22-C89D5F0086D4}"/>
              </a:ext>
            </a:extLst>
          </p:cNvPr>
          <p:cNvPicPr>
            <a:picLocks noGrp="1" noChangeAspect="1"/>
          </p:cNvPicPr>
          <p:nvPr>
            <p:ph idx="4294967295"/>
          </p:nvPr>
        </p:nvPicPr>
        <p:blipFill>
          <a:blip r:embed="rId2"/>
          <a:stretch>
            <a:fillRect/>
          </a:stretch>
        </p:blipFill>
        <p:spPr>
          <a:xfrm>
            <a:off x="1143000" y="1175615"/>
            <a:ext cx="9906000" cy="4841875"/>
          </a:xfrm>
        </p:spPr>
      </p:pic>
    </p:spTree>
    <p:extLst>
      <p:ext uri="{BB962C8B-B14F-4D97-AF65-F5344CB8AC3E}">
        <p14:creationId xmlns:p14="http://schemas.microsoft.com/office/powerpoint/2010/main" val="842930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5B946-3EFA-CB25-24AB-8C8552E2823D}"/>
              </a:ext>
            </a:extLst>
          </p:cNvPr>
          <p:cNvSpPr>
            <a:spLocks noGrp="1"/>
          </p:cNvSpPr>
          <p:nvPr>
            <p:ph type="title"/>
          </p:nvPr>
        </p:nvSpPr>
        <p:spPr>
          <a:xfrm>
            <a:off x="399738" y="322363"/>
            <a:ext cx="11459535" cy="443198"/>
          </a:xfrm>
        </p:spPr>
        <p:txBody>
          <a:bodyPr/>
          <a:lstStyle/>
          <a:p>
            <a:r>
              <a:rPr lang="en-AU" dirty="0"/>
              <a:t>Pick a Drawing- Question </a:t>
            </a:r>
          </a:p>
        </p:txBody>
      </p:sp>
      <p:pic>
        <p:nvPicPr>
          <p:cNvPr id="5" name="Content Placeholder 4">
            <a:extLst>
              <a:ext uri="{FF2B5EF4-FFF2-40B4-BE49-F238E27FC236}">
                <a16:creationId xmlns:a16="http://schemas.microsoft.com/office/drawing/2014/main" id="{1B75FFFF-AD24-74CB-A7F9-6E4D3177843E}"/>
              </a:ext>
            </a:extLst>
          </p:cNvPr>
          <p:cNvPicPr>
            <a:picLocks noGrp="1" noChangeAspect="1"/>
          </p:cNvPicPr>
          <p:nvPr>
            <p:ph idx="4294967295"/>
          </p:nvPr>
        </p:nvPicPr>
        <p:blipFill>
          <a:blip r:embed="rId2"/>
          <a:stretch>
            <a:fillRect/>
          </a:stretch>
        </p:blipFill>
        <p:spPr>
          <a:xfrm>
            <a:off x="3206127" y="880901"/>
            <a:ext cx="6325625" cy="5096198"/>
          </a:xfrm>
        </p:spPr>
      </p:pic>
    </p:spTree>
    <p:extLst>
      <p:ext uri="{BB962C8B-B14F-4D97-AF65-F5344CB8AC3E}">
        <p14:creationId xmlns:p14="http://schemas.microsoft.com/office/powerpoint/2010/main" val="3333625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2BFED-4484-AD91-ED33-0D69E84C13A9}"/>
              </a:ext>
            </a:extLst>
          </p:cNvPr>
          <p:cNvSpPr>
            <a:spLocks noGrp="1"/>
          </p:cNvSpPr>
          <p:nvPr>
            <p:ph type="title"/>
          </p:nvPr>
        </p:nvSpPr>
        <p:spPr/>
        <p:txBody>
          <a:bodyPr/>
          <a:lstStyle/>
          <a:p>
            <a:r>
              <a:rPr lang="en-AU" dirty="0"/>
              <a:t>Pick a Drawing – Answer</a:t>
            </a:r>
          </a:p>
        </p:txBody>
      </p:sp>
      <p:pic>
        <p:nvPicPr>
          <p:cNvPr id="5" name="Content Placeholder 4">
            <a:extLst>
              <a:ext uri="{FF2B5EF4-FFF2-40B4-BE49-F238E27FC236}">
                <a16:creationId xmlns:a16="http://schemas.microsoft.com/office/drawing/2014/main" id="{3B6D2C49-EB4C-B73B-B027-8908A8855B73}"/>
              </a:ext>
            </a:extLst>
          </p:cNvPr>
          <p:cNvPicPr>
            <a:picLocks noGrp="1" noChangeAspect="1"/>
          </p:cNvPicPr>
          <p:nvPr>
            <p:ph idx="4294967295"/>
          </p:nvPr>
        </p:nvPicPr>
        <p:blipFill>
          <a:blip r:embed="rId2"/>
          <a:stretch>
            <a:fillRect/>
          </a:stretch>
        </p:blipFill>
        <p:spPr>
          <a:xfrm>
            <a:off x="5435359" y="626444"/>
            <a:ext cx="5532743" cy="5605111"/>
          </a:xfrm>
        </p:spPr>
      </p:pic>
    </p:spTree>
    <p:extLst>
      <p:ext uri="{BB962C8B-B14F-4D97-AF65-F5344CB8AC3E}">
        <p14:creationId xmlns:p14="http://schemas.microsoft.com/office/powerpoint/2010/main" val="2261843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D7969-7593-11F7-3CCF-A88403A177EA}"/>
              </a:ext>
            </a:extLst>
          </p:cNvPr>
          <p:cNvSpPr>
            <a:spLocks noGrp="1"/>
          </p:cNvSpPr>
          <p:nvPr>
            <p:ph type="title"/>
          </p:nvPr>
        </p:nvSpPr>
        <p:spPr/>
        <p:txBody>
          <a:bodyPr>
            <a:normAutofit/>
          </a:bodyPr>
          <a:lstStyle/>
          <a:p>
            <a:r>
              <a:rPr lang="en-AU" dirty="0"/>
              <a:t>Drawing Sample – Based on the Line Weights and Types</a:t>
            </a:r>
          </a:p>
        </p:txBody>
      </p:sp>
      <p:pic>
        <p:nvPicPr>
          <p:cNvPr id="5" name="Content Placeholder 4">
            <a:extLst>
              <a:ext uri="{FF2B5EF4-FFF2-40B4-BE49-F238E27FC236}">
                <a16:creationId xmlns:a16="http://schemas.microsoft.com/office/drawing/2014/main" id="{7F42252E-3B3E-4DF1-72E1-61D6386BECCC}"/>
              </a:ext>
            </a:extLst>
          </p:cNvPr>
          <p:cNvPicPr>
            <a:picLocks noGrp="1" noChangeAspect="1"/>
          </p:cNvPicPr>
          <p:nvPr>
            <p:ph idx="4294967295"/>
          </p:nvPr>
        </p:nvPicPr>
        <p:blipFill>
          <a:blip r:embed="rId2"/>
          <a:stretch>
            <a:fillRect/>
          </a:stretch>
        </p:blipFill>
        <p:spPr>
          <a:xfrm>
            <a:off x="3150247" y="1201636"/>
            <a:ext cx="5328209" cy="4784091"/>
          </a:xfrm>
        </p:spPr>
      </p:pic>
    </p:spTree>
    <p:extLst>
      <p:ext uri="{BB962C8B-B14F-4D97-AF65-F5344CB8AC3E}">
        <p14:creationId xmlns:p14="http://schemas.microsoft.com/office/powerpoint/2010/main" val="2450772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E70C7-D10B-4BCD-6D3E-D7068362B8D9}"/>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CD15109C-F54E-46F5-5C36-55913A28324C}"/>
              </a:ext>
            </a:extLst>
          </p:cNvPr>
          <p:cNvSpPr txBox="1">
            <a:spLocks/>
          </p:cNvSpPr>
          <p:nvPr/>
        </p:nvSpPr>
        <p:spPr>
          <a:xfrm>
            <a:off x="401898" y="2789945"/>
            <a:ext cx="8464310" cy="886397"/>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Section 4 - Letters, Numerals and Symbols</a:t>
            </a:r>
          </a:p>
        </p:txBody>
      </p:sp>
    </p:spTree>
    <p:extLst>
      <p:ext uri="{BB962C8B-B14F-4D97-AF65-F5344CB8AC3E}">
        <p14:creationId xmlns:p14="http://schemas.microsoft.com/office/powerpoint/2010/main" val="4026436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27A98-D261-1956-A7FC-F81F08B64583}"/>
              </a:ext>
            </a:extLst>
          </p:cNvPr>
          <p:cNvSpPr>
            <a:spLocks noGrp="1"/>
          </p:cNvSpPr>
          <p:nvPr>
            <p:ph type="title"/>
          </p:nvPr>
        </p:nvSpPr>
        <p:spPr/>
        <p:txBody>
          <a:bodyPr/>
          <a:lstStyle/>
          <a:p>
            <a:r>
              <a:rPr lang="en-AU" dirty="0"/>
              <a:t>Symbols</a:t>
            </a:r>
          </a:p>
        </p:txBody>
      </p:sp>
      <p:pic>
        <p:nvPicPr>
          <p:cNvPr id="5" name="Content Placeholder 4">
            <a:extLst>
              <a:ext uri="{FF2B5EF4-FFF2-40B4-BE49-F238E27FC236}">
                <a16:creationId xmlns:a16="http://schemas.microsoft.com/office/drawing/2014/main" id="{0545BD5D-DDD5-5557-DE7E-951C5F524628}"/>
              </a:ext>
            </a:extLst>
          </p:cNvPr>
          <p:cNvPicPr>
            <a:picLocks noGrp="1" noChangeAspect="1"/>
          </p:cNvPicPr>
          <p:nvPr>
            <p:ph idx="4294967295"/>
          </p:nvPr>
        </p:nvPicPr>
        <p:blipFill>
          <a:blip r:embed="rId2"/>
          <a:stretch>
            <a:fillRect/>
          </a:stretch>
        </p:blipFill>
        <p:spPr>
          <a:xfrm>
            <a:off x="243068" y="1890030"/>
            <a:ext cx="5162550" cy="3257550"/>
          </a:xfrm>
        </p:spPr>
      </p:pic>
      <p:pic>
        <p:nvPicPr>
          <p:cNvPr id="7" name="Picture 6">
            <a:extLst>
              <a:ext uri="{FF2B5EF4-FFF2-40B4-BE49-F238E27FC236}">
                <a16:creationId xmlns:a16="http://schemas.microsoft.com/office/drawing/2014/main" id="{9CBE26B8-C7C0-7E6E-200A-65F0A26F3709}"/>
              </a:ext>
            </a:extLst>
          </p:cNvPr>
          <p:cNvPicPr>
            <a:picLocks noChangeAspect="1"/>
          </p:cNvPicPr>
          <p:nvPr/>
        </p:nvPicPr>
        <p:blipFill>
          <a:blip r:embed="rId3"/>
          <a:stretch>
            <a:fillRect/>
          </a:stretch>
        </p:blipFill>
        <p:spPr>
          <a:xfrm>
            <a:off x="5790768" y="1970992"/>
            <a:ext cx="6115050" cy="3095625"/>
          </a:xfrm>
          <a:prstGeom prst="rect">
            <a:avLst/>
          </a:prstGeom>
        </p:spPr>
      </p:pic>
    </p:spTree>
    <p:extLst>
      <p:ext uri="{BB962C8B-B14F-4D97-AF65-F5344CB8AC3E}">
        <p14:creationId xmlns:p14="http://schemas.microsoft.com/office/powerpoint/2010/main" val="1721557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570D2-9B1A-A084-6E9F-62024D2F24AD}"/>
              </a:ext>
            </a:extLst>
          </p:cNvPr>
          <p:cNvSpPr>
            <a:spLocks noGrp="1"/>
          </p:cNvSpPr>
          <p:nvPr>
            <p:ph type="title"/>
          </p:nvPr>
        </p:nvSpPr>
        <p:spPr/>
        <p:txBody>
          <a:bodyPr/>
          <a:lstStyle/>
          <a:p>
            <a:r>
              <a:rPr lang="en-AU" dirty="0"/>
              <a:t>Section Cross-Reference</a:t>
            </a:r>
          </a:p>
        </p:txBody>
      </p:sp>
      <p:pic>
        <p:nvPicPr>
          <p:cNvPr id="5" name="Content Placeholder 4">
            <a:extLst>
              <a:ext uri="{FF2B5EF4-FFF2-40B4-BE49-F238E27FC236}">
                <a16:creationId xmlns:a16="http://schemas.microsoft.com/office/drawing/2014/main" id="{C9AE915F-79B7-3DF9-8339-539F612B2D89}"/>
              </a:ext>
            </a:extLst>
          </p:cNvPr>
          <p:cNvPicPr>
            <a:picLocks noGrp="1" noChangeAspect="1"/>
          </p:cNvPicPr>
          <p:nvPr>
            <p:ph idx="4294967295"/>
          </p:nvPr>
        </p:nvPicPr>
        <p:blipFill>
          <a:blip r:embed="rId2"/>
          <a:stretch>
            <a:fillRect/>
          </a:stretch>
        </p:blipFill>
        <p:spPr>
          <a:xfrm>
            <a:off x="1701479" y="905485"/>
            <a:ext cx="8296275" cy="5249862"/>
          </a:xfrm>
        </p:spPr>
      </p:pic>
    </p:spTree>
    <p:extLst>
      <p:ext uri="{BB962C8B-B14F-4D97-AF65-F5344CB8AC3E}">
        <p14:creationId xmlns:p14="http://schemas.microsoft.com/office/powerpoint/2010/main" val="2232014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14595-4C71-375E-B0E3-3986D530FFE5}"/>
              </a:ext>
            </a:extLst>
          </p:cNvPr>
          <p:cNvSpPr>
            <a:spLocks noGrp="1"/>
          </p:cNvSpPr>
          <p:nvPr>
            <p:ph type="title"/>
          </p:nvPr>
        </p:nvSpPr>
        <p:spPr/>
        <p:txBody>
          <a:bodyPr/>
          <a:lstStyle/>
          <a:p>
            <a:r>
              <a:rPr lang="en-AU" dirty="0"/>
              <a:t>Symbols</a:t>
            </a:r>
          </a:p>
        </p:txBody>
      </p:sp>
      <p:pic>
        <p:nvPicPr>
          <p:cNvPr id="5" name="Content Placeholder 4">
            <a:extLst>
              <a:ext uri="{FF2B5EF4-FFF2-40B4-BE49-F238E27FC236}">
                <a16:creationId xmlns:a16="http://schemas.microsoft.com/office/drawing/2014/main" id="{A9368E8F-CFF6-043B-45E9-A38D4256AEFF}"/>
              </a:ext>
            </a:extLst>
          </p:cNvPr>
          <p:cNvPicPr>
            <a:picLocks noGrp="1" noChangeAspect="1"/>
          </p:cNvPicPr>
          <p:nvPr>
            <p:ph idx="4294967295"/>
          </p:nvPr>
        </p:nvPicPr>
        <p:blipFill>
          <a:blip r:embed="rId2"/>
          <a:stretch>
            <a:fillRect/>
          </a:stretch>
        </p:blipFill>
        <p:spPr>
          <a:xfrm>
            <a:off x="2023934" y="1012785"/>
            <a:ext cx="8144131" cy="5101286"/>
          </a:xfrm>
        </p:spPr>
      </p:pic>
    </p:spTree>
    <p:extLst>
      <p:ext uri="{BB962C8B-B14F-4D97-AF65-F5344CB8AC3E}">
        <p14:creationId xmlns:p14="http://schemas.microsoft.com/office/powerpoint/2010/main" val="3316286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559BE-F4BB-BDE9-F10D-714EBA36D671}"/>
              </a:ext>
            </a:extLst>
          </p:cNvPr>
          <p:cNvSpPr>
            <a:spLocks noGrp="1"/>
          </p:cNvSpPr>
          <p:nvPr>
            <p:ph type="title"/>
          </p:nvPr>
        </p:nvSpPr>
        <p:spPr/>
        <p:txBody>
          <a:bodyPr/>
          <a:lstStyle/>
          <a:p>
            <a:r>
              <a:rPr lang="en-AU" dirty="0"/>
              <a:t>Doors </a:t>
            </a:r>
          </a:p>
        </p:txBody>
      </p:sp>
      <p:pic>
        <p:nvPicPr>
          <p:cNvPr id="5" name="Content Placeholder 4">
            <a:extLst>
              <a:ext uri="{FF2B5EF4-FFF2-40B4-BE49-F238E27FC236}">
                <a16:creationId xmlns:a16="http://schemas.microsoft.com/office/drawing/2014/main" id="{08D342AD-D635-2CAE-835C-E9917B6C7644}"/>
              </a:ext>
            </a:extLst>
          </p:cNvPr>
          <p:cNvPicPr>
            <a:picLocks noGrp="1" noChangeAspect="1"/>
          </p:cNvPicPr>
          <p:nvPr>
            <p:ph idx="4294967295"/>
          </p:nvPr>
        </p:nvPicPr>
        <p:blipFill>
          <a:blip r:embed="rId2"/>
          <a:stretch>
            <a:fillRect/>
          </a:stretch>
        </p:blipFill>
        <p:spPr>
          <a:xfrm>
            <a:off x="1707266" y="983688"/>
            <a:ext cx="8474075" cy="5057775"/>
          </a:xfrm>
        </p:spPr>
      </p:pic>
    </p:spTree>
    <p:extLst>
      <p:ext uri="{BB962C8B-B14F-4D97-AF65-F5344CB8AC3E}">
        <p14:creationId xmlns:p14="http://schemas.microsoft.com/office/powerpoint/2010/main" val="2287425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A2BA2-D9F6-90AE-279B-3C05191814E2}"/>
              </a:ext>
            </a:extLst>
          </p:cNvPr>
          <p:cNvSpPr>
            <a:spLocks noGrp="1"/>
          </p:cNvSpPr>
          <p:nvPr>
            <p:ph type="title"/>
          </p:nvPr>
        </p:nvSpPr>
        <p:spPr/>
        <p:txBody>
          <a:bodyPr/>
          <a:lstStyle/>
          <a:p>
            <a:r>
              <a:rPr lang="en-AU" dirty="0"/>
              <a:t>Windows</a:t>
            </a:r>
          </a:p>
        </p:txBody>
      </p:sp>
      <p:pic>
        <p:nvPicPr>
          <p:cNvPr id="5" name="Content Placeholder 4">
            <a:extLst>
              <a:ext uri="{FF2B5EF4-FFF2-40B4-BE49-F238E27FC236}">
                <a16:creationId xmlns:a16="http://schemas.microsoft.com/office/drawing/2014/main" id="{894B8B7B-4DEB-D1CD-5AB6-5F5E267236E4}"/>
              </a:ext>
            </a:extLst>
          </p:cNvPr>
          <p:cNvPicPr>
            <a:picLocks noGrp="1" noChangeAspect="1"/>
          </p:cNvPicPr>
          <p:nvPr>
            <p:ph idx="4294967295"/>
          </p:nvPr>
        </p:nvPicPr>
        <p:blipFill>
          <a:blip r:embed="rId2"/>
          <a:stretch>
            <a:fillRect/>
          </a:stretch>
        </p:blipFill>
        <p:spPr>
          <a:xfrm>
            <a:off x="399737" y="933740"/>
            <a:ext cx="5783263" cy="5164137"/>
          </a:xfrm>
        </p:spPr>
      </p:pic>
      <p:pic>
        <p:nvPicPr>
          <p:cNvPr id="7" name="Picture 6">
            <a:extLst>
              <a:ext uri="{FF2B5EF4-FFF2-40B4-BE49-F238E27FC236}">
                <a16:creationId xmlns:a16="http://schemas.microsoft.com/office/drawing/2014/main" id="{3C2B55D4-7BF8-F9C2-6B39-79E3A51C14EC}"/>
              </a:ext>
            </a:extLst>
          </p:cNvPr>
          <p:cNvPicPr>
            <a:picLocks noChangeAspect="1"/>
          </p:cNvPicPr>
          <p:nvPr/>
        </p:nvPicPr>
        <p:blipFill>
          <a:blip r:embed="rId3"/>
          <a:stretch>
            <a:fillRect/>
          </a:stretch>
        </p:blipFill>
        <p:spPr>
          <a:xfrm>
            <a:off x="6839597" y="2348997"/>
            <a:ext cx="5019675" cy="2333625"/>
          </a:xfrm>
          <a:prstGeom prst="rect">
            <a:avLst/>
          </a:prstGeom>
        </p:spPr>
      </p:pic>
    </p:spTree>
    <p:extLst>
      <p:ext uri="{BB962C8B-B14F-4D97-AF65-F5344CB8AC3E}">
        <p14:creationId xmlns:p14="http://schemas.microsoft.com/office/powerpoint/2010/main" val="26971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0A8C4-14C3-0803-BE92-724835495110}"/>
              </a:ext>
            </a:extLst>
          </p:cNvPr>
          <p:cNvSpPr>
            <a:spLocks noGrp="1"/>
          </p:cNvSpPr>
          <p:nvPr>
            <p:ph type="title"/>
          </p:nvPr>
        </p:nvSpPr>
        <p:spPr/>
        <p:txBody>
          <a:bodyPr/>
          <a:lstStyle/>
          <a:p>
            <a:r>
              <a:rPr lang="en-AU" dirty="0"/>
              <a:t>Plan and Elevation View</a:t>
            </a:r>
          </a:p>
        </p:txBody>
      </p:sp>
      <p:pic>
        <p:nvPicPr>
          <p:cNvPr id="5" name="Content Placeholder 4">
            <a:extLst>
              <a:ext uri="{FF2B5EF4-FFF2-40B4-BE49-F238E27FC236}">
                <a16:creationId xmlns:a16="http://schemas.microsoft.com/office/drawing/2014/main" id="{3ACCEC9E-ADF0-6C82-7803-18C4F66800A7}"/>
              </a:ext>
            </a:extLst>
          </p:cNvPr>
          <p:cNvPicPr>
            <a:picLocks noGrp="1" noChangeAspect="1"/>
          </p:cNvPicPr>
          <p:nvPr>
            <p:ph idx="4294967295"/>
          </p:nvPr>
        </p:nvPicPr>
        <p:blipFill>
          <a:blip r:embed="rId2"/>
          <a:stretch>
            <a:fillRect/>
          </a:stretch>
        </p:blipFill>
        <p:spPr>
          <a:xfrm>
            <a:off x="1908341" y="1197940"/>
            <a:ext cx="8442325" cy="4968875"/>
          </a:xfrm>
        </p:spPr>
      </p:pic>
    </p:spTree>
    <p:extLst>
      <p:ext uri="{BB962C8B-B14F-4D97-AF65-F5344CB8AC3E}">
        <p14:creationId xmlns:p14="http://schemas.microsoft.com/office/powerpoint/2010/main" val="3193807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C80FF-90E8-0B4F-4672-D888DC23F57A}"/>
              </a:ext>
            </a:extLst>
          </p:cNvPr>
          <p:cNvSpPr>
            <a:spLocks noGrp="1"/>
          </p:cNvSpPr>
          <p:nvPr>
            <p:ph type="title"/>
          </p:nvPr>
        </p:nvSpPr>
        <p:spPr/>
        <p:txBody>
          <a:bodyPr/>
          <a:lstStyle/>
          <a:p>
            <a:r>
              <a:rPr lang="en-AU" dirty="0"/>
              <a:t>Other Symbols</a:t>
            </a:r>
          </a:p>
        </p:txBody>
      </p:sp>
      <p:pic>
        <p:nvPicPr>
          <p:cNvPr id="5" name="Content Placeholder 4">
            <a:extLst>
              <a:ext uri="{FF2B5EF4-FFF2-40B4-BE49-F238E27FC236}">
                <a16:creationId xmlns:a16="http://schemas.microsoft.com/office/drawing/2014/main" id="{0467DB41-7DE2-72A2-EF6F-EC15E878C66D}"/>
              </a:ext>
            </a:extLst>
          </p:cNvPr>
          <p:cNvPicPr>
            <a:picLocks noGrp="1" noChangeAspect="1"/>
          </p:cNvPicPr>
          <p:nvPr>
            <p:ph idx="4294967295"/>
          </p:nvPr>
        </p:nvPicPr>
        <p:blipFill>
          <a:blip r:embed="rId2"/>
          <a:stretch>
            <a:fillRect/>
          </a:stretch>
        </p:blipFill>
        <p:spPr>
          <a:xfrm>
            <a:off x="1614669" y="947236"/>
            <a:ext cx="3494088" cy="5175250"/>
          </a:xfrm>
        </p:spPr>
      </p:pic>
      <p:pic>
        <p:nvPicPr>
          <p:cNvPr id="7" name="Picture 6">
            <a:extLst>
              <a:ext uri="{FF2B5EF4-FFF2-40B4-BE49-F238E27FC236}">
                <a16:creationId xmlns:a16="http://schemas.microsoft.com/office/drawing/2014/main" id="{7DF28DE9-AF6C-B2F0-8662-AD362F384EAE}"/>
              </a:ext>
            </a:extLst>
          </p:cNvPr>
          <p:cNvPicPr>
            <a:picLocks noChangeAspect="1"/>
          </p:cNvPicPr>
          <p:nvPr/>
        </p:nvPicPr>
        <p:blipFill>
          <a:blip r:embed="rId3"/>
          <a:stretch>
            <a:fillRect/>
          </a:stretch>
        </p:blipFill>
        <p:spPr>
          <a:xfrm>
            <a:off x="6129504" y="204887"/>
            <a:ext cx="4004582" cy="5917599"/>
          </a:xfrm>
          <a:prstGeom prst="rect">
            <a:avLst/>
          </a:prstGeom>
        </p:spPr>
      </p:pic>
    </p:spTree>
    <p:extLst>
      <p:ext uri="{BB962C8B-B14F-4D97-AF65-F5344CB8AC3E}">
        <p14:creationId xmlns:p14="http://schemas.microsoft.com/office/powerpoint/2010/main" val="3072501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CB7E-D7D9-1E32-E392-ECF49274C95F}"/>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1371D3C2-A456-3F97-4F25-98834E5E1C14}"/>
              </a:ext>
            </a:extLst>
          </p:cNvPr>
          <p:cNvSpPr txBox="1">
            <a:spLocks/>
          </p:cNvSpPr>
          <p:nvPr/>
        </p:nvSpPr>
        <p:spPr>
          <a:xfrm>
            <a:off x="2253847" y="2870968"/>
            <a:ext cx="846431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a:t>
            </a:r>
            <a:r>
              <a:rPr lang="en-AU" dirty="0"/>
              <a:t>Section 5 - Scales</a:t>
            </a:r>
            <a:endParaRPr lang="en-US" dirty="0"/>
          </a:p>
        </p:txBody>
      </p:sp>
    </p:spTree>
    <p:extLst>
      <p:ext uri="{BB962C8B-B14F-4D97-AF65-F5344CB8AC3E}">
        <p14:creationId xmlns:p14="http://schemas.microsoft.com/office/powerpoint/2010/main" val="3398152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96CE1-4D2D-F61E-82FD-79500822CE82}"/>
              </a:ext>
            </a:extLst>
          </p:cNvPr>
          <p:cNvSpPr>
            <a:spLocks noGrp="1"/>
          </p:cNvSpPr>
          <p:nvPr>
            <p:ph type="title"/>
          </p:nvPr>
        </p:nvSpPr>
        <p:spPr>
          <a:xfrm>
            <a:off x="838200" y="365125"/>
            <a:ext cx="2968864" cy="1325563"/>
          </a:xfrm>
        </p:spPr>
        <p:txBody>
          <a:bodyPr/>
          <a:lstStyle/>
          <a:p>
            <a:r>
              <a:rPr lang="en-AU" dirty="0"/>
              <a:t>Answer to Activity</a:t>
            </a:r>
          </a:p>
        </p:txBody>
      </p:sp>
      <p:pic>
        <p:nvPicPr>
          <p:cNvPr id="5" name="Content Placeholder 4">
            <a:extLst>
              <a:ext uri="{FF2B5EF4-FFF2-40B4-BE49-F238E27FC236}">
                <a16:creationId xmlns:a16="http://schemas.microsoft.com/office/drawing/2014/main" id="{E263EDF5-E319-C5D3-32D2-3B2A35AA47A1}"/>
              </a:ext>
            </a:extLst>
          </p:cNvPr>
          <p:cNvPicPr>
            <a:picLocks noGrp="1" noChangeAspect="1"/>
          </p:cNvPicPr>
          <p:nvPr>
            <p:ph idx="1"/>
          </p:nvPr>
        </p:nvPicPr>
        <p:blipFill>
          <a:blip r:embed="rId3"/>
          <a:stretch>
            <a:fillRect/>
          </a:stretch>
        </p:blipFill>
        <p:spPr>
          <a:xfrm>
            <a:off x="5381864" y="0"/>
            <a:ext cx="6636619" cy="6308210"/>
          </a:xfrm>
        </p:spPr>
      </p:pic>
      <p:sp>
        <p:nvSpPr>
          <p:cNvPr id="4" name="TextBox 3">
            <a:extLst>
              <a:ext uri="{FF2B5EF4-FFF2-40B4-BE49-F238E27FC236}">
                <a16:creationId xmlns:a16="http://schemas.microsoft.com/office/drawing/2014/main" id="{ED643F1B-4DC5-E511-7730-230C7BBF603F}"/>
              </a:ext>
            </a:extLst>
          </p:cNvPr>
          <p:cNvSpPr txBox="1"/>
          <p:nvPr/>
        </p:nvSpPr>
        <p:spPr>
          <a:xfrm>
            <a:off x="347133" y="6308209"/>
            <a:ext cx="5960534" cy="369332"/>
          </a:xfrm>
          <a:prstGeom prst="rect">
            <a:avLst/>
          </a:prstGeom>
          <a:noFill/>
        </p:spPr>
        <p:txBody>
          <a:bodyPr wrap="square">
            <a:spAutoFit/>
          </a:bodyPr>
          <a:lstStyle/>
          <a:p>
            <a:r>
              <a:rPr lang="en-AU" sz="1800" dirty="0">
                <a:effectLst/>
                <a:latin typeface="Calibri" panose="020F0502020204030204" pitchFamily="34" charset="0"/>
                <a:ea typeface="DengXian" panose="02010600030101010101" pitchFamily="2" charset="-122"/>
                <a:cs typeface="Times New Roman" panose="02020603050405020304" pitchFamily="18" charset="0"/>
              </a:rPr>
              <a:t>Source: Australian Standard 1100.101-1992 Technical drawing</a:t>
            </a:r>
            <a:endParaRPr lang="en-AU" dirty="0"/>
          </a:p>
        </p:txBody>
      </p:sp>
    </p:spTree>
    <p:extLst>
      <p:ext uri="{BB962C8B-B14F-4D97-AF65-F5344CB8AC3E}">
        <p14:creationId xmlns:p14="http://schemas.microsoft.com/office/powerpoint/2010/main" val="1825126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5958F-C351-97D2-A470-0EE45AA82697}"/>
              </a:ext>
            </a:extLst>
          </p:cNvPr>
          <p:cNvSpPr>
            <a:spLocks noGrp="1"/>
          </p:cNvSpPr>
          <p:nvPr>
            <p:ph type="title"/>
          </p:nvPr>
        </p:nvSpPr>
        <p:spPr/>
        <p:txBody>
          <a:bodyPr/>
          <a:lstStyle/>
          <a:p>
            <a:r>
              <a:rPr lang="en-AU" dirty="0"/>
              <a:t>Scale</a:t>
            </a:r>
          </a:p>
        </p:txBody>
      </p:sp>
      <p:pic>
        <p:nvPicPr>
          <p:cNvPr id="5" name="Content Placeholder 4">
            <a:extLst>
              <a:ext uri="{FF2B5EF4-FFF2-40B4-BE49-F238E27FC236}">
                <a16:creationId xmlns:a16="http://schemas.microsoft.com/office/drawing/2014/main" id="{E295DEE5-68DE-29E0-A758-0BD4226D5F3B}"/>
              </a:ext>
            </a:extLst>
          </p:cNvPr>
          <p:cNvPicPr>
            <a:picLocks noGrp="1" noChangeAspect="1"/>
          </p:cNvPicPr>
          <p:nvPr>
            <p:ph idx="4294967295"/>
          </p:nvPr>
        </p:nvPicPr>
        <p:blipFill>
          <a:blip r:embed="rId2"/>
          <a:stretch>
            <a:fillRect/>
          </a:stretch>
        </p:blipFill>
        <p:spPr>
          <a:xfrm>
            <a:off x="1603094" y="787035"/>
            <a:ext cx="7886700" cy="5486400"/>
          </a:xfrm>
        </p:spPr>
      </p:pic>
    </p:spTree>
    <p:extLst>
      <p:ext uri="{BB962C8B-B14F-4D97-AF65-F5344CB8AC3E}">
        <p14:creationId xmlns:p14="http://schemas.microsoft.com/office/powerpoint/2010/main" val="4139021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B9BE1AD-AD2E-41B4-651F-EFE2AADCFD2B}"/>
              </a:ext>
            </a:extLst>
          </p:cNvPr>
          <p:cNvPicPr>
            <a:picLocks noGrp="1" noChangeAspect="1"/>
          </p:cNvPicPr>
          <p:nvPr>
            <p:ph idx="4294967295"/>
          </p:nvPr>
        </p:nvPicPr>
        <p:blipFill>
          <a:blip r:embed="rId2"/>
          <a:stretch>
            <a:fillRect/>
          </a:stretch>
        </p:blipFill>
        <p:spPr>
          <a:xfrm>
            <a:off x="989636" y="100456"/>
            <a:ext cx="8692587" cy="5852871"/>
          </a:xfrm>
        </p:spPr>
      </p:pic>
    </p:spTree>
    <p:extLst>
      <p:ext uri="{BB962C8B-B14F-4D97-AF65-F5344CB8AC3E}">
        <p14:creationId xmlns:p14="http://schemas.microsoft.com/office/powerpoint/2010/main" val="3229531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5F12C-CEA8-8479-2940-7514995044D3}"/>
              </a:ext>
            </a:extLst>
          </p:cNvPr>
          <p:cNvSpPr>
            <a:spLocks noGrp="1"/>
          </p:cNvSpPr>
          <p:nvPr>
            <p:ph type="title"/>
          </p:nvPr>
        </p:nvSpPr>
        <p:spPr/>
        <p:txBody>
          <a:bodyPr/>
          <a:lstStyle/>
          <a:p>
            <a:r>
              <a:rPr lang="en-AU" dirty="0"/>
              <a:t>Scale Convention</a:t>
            </a:r>
          </a:p>
        </p:txBody>
      </p:sp>
      <p:pic>
        <p:nvPicPr>
          <p:cNvPr id="5" name="Content Placeholder 4">
            <a:extLst>
              <a:ext uri="{FF2B5EF4-FFF2-40B4-BE49-F238E27FC236}">
                <a16:creationId xmlns:a16="http://schemas.microsoft.com/office/drawing/2014/main" id="{FC7577C7-A70B-6B1A-F1BA-5B37C1005A55}"/>
              </a:ext>
            </a:extLst>
          </p:cNvPr>
          <p:cNvPicPr>
            <a:picLocks noGrp="1" noChangeAspect="1"/>
          </p:cNvPicPr>
          <p:nvPr>
            <p:ph idx="4294967295"/>
          </p:nvPr>
        </p:nvPicPr>
        <p:blipFill>
          <a:blip r:embed="rId2"/>
          <a:stretch>
            <a:fillRect/>
          </a:stretch>
        </p:blipFill>
        <p:spPr>
          <a:xfrm>
            <a:off x="399737" y="1089146"/>
            <a:ext cx="5145088" cy="5008563"/>
          </a:xfrm>
        </p:spPr>
      </p:pic>
      <p:pic>
        <p:nvPicPr>
          <p:cNvPr id="7" name="Picture 6">
            <a:extLst>
              <a:ext uri="{FF2B5EF4-FFF2-40B4-BE49-F238E27FC236}">
                <a16:creationId xmlns:a16="http://schemas.microsoft.com/office/drawing/2014/main" id="{44B2B2E5-9BD6-F1F3-C6BA-86218B1B012F}"/>
              </a:ext>
            </a:extLst>
          </p:cNvPr>
          <p:cNvPicPr>
            <a:picLocks noChangeAspect="1"/>
          </p:cNvPicPr>
          <p:nvPr/>
        </p:nvPicPr>
        <p:blipFill>
          <a:blip r:embed="rId3"/>
          <a:stretch>
            <a:fillRect/>
          </a:stretch>
        </p:blipFill>
        <p:spPr>
          <a:xfrm>
            <a:off x="5860423" y="1192755"/>
            <a:ext cx="6237164" cy="4904954"/>
          </a:xfrm>
          <a:prstGeom prst="rect">
            <a:avLst/>
          </a:prstGeom>
        </p:spPr>
      </p:pic>
    </p:spTree>
    <p:extLst>
      <p:ext uri="{BB962C8B-B14F-4D97-AF65-F5344CB8AC3E}">
        <p14:creationId xmlns:p14="http://schemas.microsoft.com/office/powerpoint/2010/main" val="14445178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5AA8A-D679-363A-A785-C56ACE8DAF6C}"/>
              </a:ext>
            </a:extLst>
          </p:cNvPr>
          <p:cNvSpPr>
            <a:spLocks noGrp="1"/>
          </p:cNvSpPr>
          <p:nvPr>
            <p:ph type="title"/>
          </p:nvPr>
        </p:nvSpPr>
        <p:spPr/>
        <p:txBody>
          <a:bodyPr/>
          <a:lstStyle/>
          <a:p>
            <a:r>
              <a:rPr lang="en-AU" dirty="0"/>
              <a:t>Scale Example</a:t>
            </a:r>
          </a:p>
        </p:txBody>
      </p:sp>
      <p:pic>
        <p:nvPicPr>
          <p:cNvPr id="5" name="Content Placeholder 4">
            <a:extLst>
              <a:ext uri="{FF2B5EF4-FFF2-40B4-BE49-F238E27FC236}">
                <a16:creationId xmlns:a16="http://schemas.microsoft.com/office/drawing/2014/main" id="{7CB59435-D83D-23B6-E6D4-14F03112FC3B}"/>
              </a:ext>
            </a:extLst>
          </p:cNvPr>
          <p:cNvPicPr>
            <a:picLocks noGrp="1" noChangeAspect="1"/>
          </p:cNvPicPr>
          <p:nvPr>
            <p:ph idx="4294967295"/>
          </p:nvPr>
        </p:nvPicPr>
        <p:blipFill>
          <a:blip r:embed="rId2"/>
          <a:stretch>
            <a:fillRect/>
          </a:stretch>
        </p:blipFill>
        <p:spPr>
          <a:xfrm>
            <a:off x="1169752" y="1045278"/>
            <a:ext cx="9919504" cy="5093558"/>
          </a:xfrm>
        </p:spPr>
      </p:pic>
    </p:spTree>
    <p:extLst>
      <p:ext uri="{BB962C8B-B14F-4D97-AF65-F5344CB8AC3E}">
        <p14:creationId xmlns:p14="http://schemas.microsoft.com/office/powerpoint/2010/main" val="3851380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61C29-8FB1-53DE-B3B0-04FDF2B6CDC5}"/>
              </a:ext>
            </a:extLst>
          </p:cNvPr>
          <p:cNvSpPr>
            <a:spLocks noGrp="1"/>
          </p:cNvSpPr>
          <p:nvPr>
            <p:ph type="title"/>
          </p:nvPr>
        </p:nvSpPr>
        <p:spPr/>
        <p:txBody>
          <a:bodyPr/>
          <a:lstStyle/>
          <a:p>
            <a:r>
              <a:rPr lang="en-AU" dirty="0"/>
              <a:t>Scale Example </a:t>
            </a:r>
          </a:p>
        </p:txBody>
      </p:sp>
      <p:pic>
        <p:nvPicPr>
          <p:cNvPr id="5" name="Content Placeholder 4">
            <a:extLst>
              <a:ext uri="{FF2B5EF4-FFF2-40B4-BE49-F238E27FC236}">
                <a16:creationId xmlns:a16="http://schemas.microsoft.com/office/drawing/2014/main" id="{28AAB247-4546-2812-62AE-8E16A760CEE1}"/>
              </a:ext>
            </a:extLst>
          </p:cNvPr>
          <p:cNvPicPr>
            <a:picLocks noGrp="1" noChangeAspect="1"/>
          </p:cNvPicPr>
          <p:nvPr>
            <p:ph idx="4294967295"/>
          </p:nvPr>
        </p:nvPicPr>
        <p:blipFill>
          <a:blip r:embed="rId2"/>
          <a:stretch>
            <a:fillRect/>
          </a:stretch>
        </p:blipFill>
        <p:spPr>
          <a:xfrm>
            <a:off x="1252537" y="1180095"/>
            <a:ext cx="9686925" cy="5029200"/>
          </a:xfrm>
        </p:spPr>
      </p:pic>
    </p:spTree>
    <p:extLst>
      <p:ext uri="{BB962C8B-B14F-4D97-AF65-F5344CB8AC3E}">
        <p14:creationId xmlns:p14="http://schemas.microsoft.com/office/powerpoint/2010/main" val="42556192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BCB6C-00DD-37BA-BD68-6F7CA8EFCA1F}"/>
              </a:ext>
            </a:extLst>
          </p:cNvPr>
          <p:cNvSpPr>
            <a:spLocks noGrp="1"/>
          </p:cNvSpPr>
          <p:nvPr>
            <p:ph type="title"/>
          </p:nvPr>
        </p:nvSpPr>
        <p:spPr/>
        <p:txBody>
          <a:bodyPr/>
          <a:lstStyle/>
          <a:p>
            <a:r>
              <a:rPr lang="en-AU" dirty="0"/>
              <a:t>Scale Example</a:t>
            </a:r>
          </a:p>
        </p:txBody>
      </p:sp>
      <p:pic>
        <p:nvPicPr>
          <p:cNvPr id="5" name="Content Placeholder 4">
            <a:extLst>
              <a:ext uri="{FF2B5EF4-FFF2-40B4-BE49-F238E27FC236}">
                <a16:creationId xmlns:a16="http://schemas.microsoft.com/office/drawing/2014/main" id="{143FA31B-9A80-D24F-6527-9FCFA6A3C8C1}"/>
              </a:ext>
            </a:extLst>
          </p:cNvPr>
          <p:cNvPicPr>
            <a:picLocks noGrp="1" noChangeAspect="1"/>
          </p:cNvPicPr>
          <p:nvPr>
            <p:ph idx="4294967295"/>
          </p:nvPr>
        </p:nvPicPr>
        <p:blipFill>
          <a:blip r:embed="rId2"/>
          <a:stretch>
            <a:fillRect/>
          </a:stretch>
        </p:blipFill>
        <p:spPr>
          <a:xfrm>
            <a:off x="1707266" y="1225148"/>
            <a:ext cx="8480425" cy="4559300"/>
          </a:xfrm>
        </p:spPr>
      </p:pic>
    </p:spTree>
    <p:extLst>
      <p:ext uri="{BB962C8B-B14F-4D97-AF65-F5344CB8AC3E}">
        <p14:creationId xmlns:p14="http://schemas.microsoft.com/office/powerpoint/2010/main" val="59928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141ED-0CEF-4916-E6E1-122D72040E51}"/>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976DD63C-01F7-F8F8-07E3-D4EA73F65179}"/>
              </a:ext>
            </a:extLst>
          </p:cNvPr>
          <p:cNvSpPr txBox="1">
            <a:spLocks/>
          </p:cNvSpPr>
          <p:nvPr/>
        </p:nvSpPr>
        <p:spPr>
          <a:xfrm>
            <a:off x="2253847" y="2870968"/>
            <a:ext cx="846431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a:t>
            </a:r>
            <a:r>
              <a:rPr lang="en-AU" dirty="0"/>
              <a:t>Section 5 - Sections</a:t>
            </a:r>
            <a:endParaRPr lang="en-US" dirty="0"/>
          </a:p>
        </p:txBody>
      </p:sp>
    </p:spTree>
    <p:extLst>
      <p:ext uri="{BB962C8B-B14F-4D97-AF65-F5344CB8AC3E}">
        <p14:creationId xmlns:p14="http://schemas.microsoft.com/office/powerpoint/2010/main" val="39110486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4991-81E3-D4F1-8FC2-30F92B42743A}"/>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FB63B60D-E479-3998-C509-691F8EEBF869}"/>
              </a:ext>
            </a:extLst>
          </p:cNvPr>
          <p:cNvSpPr txBox="1">
            <a:spLocks/>
          </p:cNvSpPr>
          <p:nvPr/>
        </p:nvSpPr>
        <p:spPr>
          <a:xfrm>
            <a:off x="2253847" y="2870968"/>
            <a:ext cx="846431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a:t>
            </a:r>
            <a:r>
              <a:rPr lang="en-AU" dirty="0"/>
              <a:t>Section 8 - Dimensioning</a:t>
            </a:r>
            <a:endParaRPr lang="en-US" dirty="0"/>
          </a:p>
        </p:txBody>
      </p:sp>
    </p:spTree>
    <p:extLst>
      <p:ext uri="{BB962C8B-B14F-4D97-AF65-F5344CB8AC3E}">
        <p14:creationId xmlns:p14="http://schemas.microsoft.com/office/powerpoint/2010/main" val="18287069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1BBEB-22D5-C59B-9DA7-D9A809540D4D}"/>
              </a:ext>
            </a:extLst>
          </p:cNvPr>
          <p:cNvSpPr>
            <a:spLocks noGrp="1"/>
          </p:cNvSpPr>
          <p:nvPr>
            <p:ph type="title"/>
          </p:nvPr>
        </p:nvSpPr>
        <p:spPr>
          <a:xfrm>
            <a:off x="297996" y="2766218"/>
            <a:ext cx="2672443" cy="1325563"/>
          </a:xfrm>
        </p:spPr>
        <p:txBody>
          <a:bodyPr/>
          <a:lstStyle/>
          <a:p>
            <a:r>
              <a:rPr lang="en-AU" dirty="0"/>
              <a:t>Dimension Example</a:t>
            </a:r>
          </a:p>
        </p:txBody>
      </p:sp>
      <p:pic>
        <p:nvPicPr>
          <p:cNvPr id="5" name="Content Placeholder 4">
            <a:extLst>
              <a:ext uri="{FF2B5EF4-FFF2-40B4-BE49-F238E27FC236}">
                <a16:creationId xmlns:a16="http://schemas.microsoft.com/office/drawing/2014/main" id="{13E66DF2-D082-AE5C-EFF6-BBB1A0008361}"/>
              </a:ext>
            </a:extLst>
          </p:cNvPr>
          <p:cNvPicPr>
            <a:picLocks noGrp="1" noChangeAspect="1"/>
          </p:cNvPicPr>
          <p:nvPr>
            <p:ph idx="1"/>
          </p:nvPr>
        </p:nvPicPr>
        <p:blipFill>
          <a:blip r:embed="rId2"/>
          <a:stretch>
            <a:fillRect/>
          </a:stretch>
        </p:blipFill>
        <p:spPr>
          <a:xfrm>
            <a:off x="3461342" y="236764"/>
            <a:ext cx="8730658" cy="6384471"/>
          </a:xfrm>
        </p:spPr>
      </p:pic>
    </p:spTree>
    <p:extLst>
      <p:ext uri="{BB962C8B-B14F-4D97-AF65-F5344CB8AC3E}">
        <p14:creationId xmlns:p14="http://schemas.microsoft.com/office/powerpoint/2010/main" val="8086510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98030-0C96-4447-C7CA-1C74064639A5}"/>
              </a:ext>
            </a:extLst>
          </p:cNvPr>
          <p:cNvSpPr>
            <a:spLocks noGrp="1"/>
          </p:cNvSpPr>
          <p:nvPr>
            <p:ph type="title"/>
          </p:nvPr>
        </p:nvSpPr>
        <p:spPr>
          <a:xfrm>
            <a:off x="838200" y="2830753"/>
            <a:ext cx="3113314" cy="1325563"/>
          </a:xfrm>
        </p:spPr>
        <p:txBody>
          <a:bodyPr/>
          <a:lstStyle/>
          <a:p>
            <a:r>
              <a:rPr lang="en-AU" dirty="0"/>
              <a:t>Dimension Example</a:t>
            </a:r>
          </a:p>
        </p:txBody>
      </p:sp>
      <p:pic>
        <p:nvPicPr>
          <p:cNvPr id="7" name="Content Placeholder 6">
            <a:extLst>
              <a:ext uri="{FF2B5EF4-FFF2-40B4-BE49-F238E27FC236}">
                <a16:creationId xmlns:a16="http://schemas.microsoft.com/office/drawing/2014/main" id="{274F3169-ABC7-E386-4825-9BBB51FC0F84}"/>
              </a:ext>
            </a:extLst>
          </p:cNvPr>
          <p:cNvPicPr>
            <a:picLocks noGrp="1" noChangeAspect="1"/>
          </p:cNvPicPr>
          <p:nvPr>
            <p:ph idx="1"/>
          </p:nvPr>
        </p:nvPicPr>
        <p:blipFill>
          <a:blip r:embed="rId2"/>
          <a:stretch>
            <a:fillRect/>
          </a:stretch>
        </p:blipFill>
        <p:spPr>
          <a:xfrm>
            <a:off x="4896737" y="150602"/>
            <a:ext cx="6946920" cy="6685867"/>
          </a:xfrm>
        </p:spPr>
      </p:pic>
    </p:spTree>
    <p:extLst>
      <p:ext uri="{BB962C8B-B14F-4D97-AF65-F5344CB8AC3E}">
        <p14:creationId xmlns:p14="http://schemas.microsoft.com/office/powerpoint/2010/main" val="3088472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8413B-9EB2-064B-DA41-0861C7E381F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71287EDD-9707-BE50-2C67-53803B61445D}"/>
              </a:ext>
            </a:extLst>
          </p:cNvPr>
          <p:cNvSpPr>
            <a:spLocks noGrp="1"/>
          </p:cNvSpPr>
          <p:nvPr>
            <p:ph type="ctrTitle"/>
          </p:nvPr>
        </p:nvSpPr>
        <p:spPr>
          <a:xfrm>
            <a:off x="599440" y="1832433"/>
            <a:ext cx="6291512" cy="1479648"/>
          </a:xfrm>
        </p:spPr>
        <p:txBody>
          <a:bodyPr lIns="0" tIns="0" rIns="0" bIns="0"/>
          <a:lstStyle/>
          <a:p>
            <a:r>
              <a:rPr lang="en-US" dirty="0"/>
              <a:t>Session 7</a:t>
            </a:r>
          </a:p>
        </p:txBody>
      </p:sp>
      <p:sp>
        <p:nvSpPr>
          <p:cNvPr id="10" name="Subtitle 2">
            <a:extLst>
              <a:ext uri="{FF2B5EF4-FFF2-40B4-BE49-F238E27FC236}">
                <a16:creationId xmlns:a16="http://schemas.microsoft.com/office/drawing/2014/main" id="{91EB1D23-A79E-138D-EF72-1FC8BFDD0A78}"/>
              </a:ext>
            </a:extLst>
          </p:cNvPr>
          <p:cNvSpPr>
            <a:spLocks noGrp="1"/>
          </p:cNvSpPr>
          <p:nvPr>
            <p:ph type="subTitle" idx="1"/>
          </p:nvPr>
        </p:nvSpPr>
        <p:spPr>
          <a:xfrm>
            <a:off x="709400" y="2579438"/>
            <a:ext cx="5069840" cy="990115"/>
          </a:xfrm>
        </p:spPr>
        <p:txBody>
          <a:bodyPr lIns="0" tIns="0" rIns="0" bIns="0"/>
          <a:lstStyle/>
          <a:p>
            <a:r>
              <a:rPr lang="en-US" dirty="0"/>
              <a:t>Details</a:t>
            </a:r>
          </a:p>
        </p:txBody>
      </p:sp>
    </p:spTree>
    <p:extLst>
      <p:ext uri="{BB962C8B-B14F-4D97-AF65-F5344CB8AC3E}">
        <p14:creationId xmlns:p14="http://schemas.microsoft.com/office/powerpoint/2010/main" val="17687403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D4615B-A019-182F-F7A4-D59709E03244}"/>
              </a:ext>
            </a:extLst>
          </p:cNvPr>
          <p:cNvSpPr>
            <a:spLocks noGrp="1"/>
          </p:cNvSpPr>
          <p:nvPr>
            <p:ph type="body" sz="half" idx="2"/>
          </p:nvPr>
        </p:nvSpPr>
        <p:spPr>
          <a:xfrm>
            <a:off x="399737" y="1503307"/>
            <a:ext cx="4982492" cy="4347696"/>
          </a:xfrm>
        </p:spPr>
        <p:txBody>
          <a:bodyPr>
            <a:normAutofit/>
          </a:bodyPr>
          <a:lstStyle/>
          <a:p>
            <a:pPr marL="342900" indent="-342900" algn="l">
              <a:buFont typeface="Arial" panose="020B0604020202020204" pitchFamily="34" charset="0"/>
              <a:buChar char="•"/>
            </a:pPr>
            <a:r>
              <a:rPr lang="en-US" b="0" i="0" u="none" strike="noStrike" baseline="0" dirty="0">
                <a:latin typeface="Calibri" panose="020F0502020204030204" pitchFamily="34" charset="0"/>
              </a:rPr>
              <a:t>Architectural details are enlarged drawings of specific architectural </a:t>
            </a:r>
            <a:r>
              <a:rPr lang="en-AU" b="0" i="0" u="none" strike="noStrike" baseline="0" dirty="0">
                <a:latin typeface="Calibri" panose="020F0502020204030204" pitchFamily="34" charset="0"/>
              </a:rPr>
              <a:t>assemblies.</a:t>
            </a:r>
          </a:p>
          <a:p>
            <a:pPr marL="342900" indent="-342900" algn="l">
              <a:buFont typeface="Arial" panose="020B0604020202020204" pitchFamily="34" charset="0"/>
              <a:buChar char="•"/>
            </a:pPr>
            <a:r>
              <a:rPr lang="en-AU" dirty="0">
                <a:latin typeface="Calibri" panose="020F0502020204030204" pitchFamily="34" charset="0"/>
              </a:rPr>
              <a:t>Architects need to produce these drawings as a part of the documentation set too.</a:t>
            </a:r>
          </a:p>
          <a:p>
            <a:pPr marL="342900" indent="-342900" algn="l">
              <a:buFont typeface="Arial" panose="020B0604020202020204" pitchFamily="34" charset="0"/>
              <a:buChar char="•"/>
            </a:pPr>
            <a:r>
              <a:rPr lang="en-AU" dirty="0">
                <a:latin typeface="Calibri" panose="020F0502020204030204" pitchFamily="34" charset="0"/>
              </a:rPr>
              <a:t>Detail drawings are produced after other design drawings towards the end of the design process.</a:t>
            </a:r>
            <a:endParaRPr lang="en-AU" b="0" i="0" u="none" strike="noStrike" baseline="0" dirty="0">
              <a:latin typeface="Calibri" panose="020F0502020204030204" pitchFamily="34" charset="0"/>
            </a:endParaRPr>
          </a:p>
        </p:txBody>
      </p:sp>
      <p:sp>
        <p:nvSpPr>
          <p:cNvPr id="2" name="Title 1">
            <a:extLst>
              <a:ext uri="{FF2B5EF4-FFF2-40B4-BE49-F238E27FC236}">
                <a16:creationId xmlns:a16="http://schemas.microsoft.com/office/drawing/2014/main" id="{F2CDD47F-2B68-2C89-DB90-18DD86154CC8}"/>
              </a:ext>
            </a:extLst>
          </p:cNvPr>
          <p:cNvSpPr>
            <a:spLocks noGrp="1"/>
          </p:cNvSpPr>
          <p:nvPr>
            <p:ph type="title"/>
          </p:nvPr>
        </p:nvSpPr>
        <p:spPr/>
        <p:txBody>
          <a:bodyPr/>
          <a:lstStyle/>
          <a:p>
            <a:r>
              <a:rPr lang="en-AU" dirty="0"/>
              <a:t>Architectural Detail</a:t>
            </a:r>
          </a:p>
        </p:txBody>
      </p:sp>
      <p:pic>
        <p:nvPicPr>
          <p:cNvPr id="5" name="Picture 4">
            <a:extLst>
              <a:ext uri="{FF2B5EF4-FFF2-40B4-BE49-F238E27FC236}">
                <a16:creationId xmlns:a16="http://schemas.microsoft.com/office/drawing/2014/main" id="{B0621961-40A3-91DE-3259-BAFE6A70CC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9940" y="88937"/>
            <a:ext cx="4664597" cy="6098881"/>
          </a:xfrm>
          <a:prstGeom prst="rect">
            <a:avLst/>
          </a:prstGeom>
        </p:spPr>
      </p:pic>
    </p:spTree>
    <p:extLst>
      <p:ext uri="{BB962C8B-B14F-4D97-AF65-F5344CB8AC3E}">
        <p14:creationId xmlns:p14="http://schemas.microsoft.com/office/powerpoint/2010/main" val="32869580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CDD081-0F35-8A7B-4E45-8AD34A71EB5D}"/>
              </a:ext>
            </a:extLst>
          </p:cNvPr>
          <p:cNvSpPr>
            <a:spLocks noGrp="1"/>
          </p:cNvSpPr>
          <p:nvPr>
            <p:ph type="body" sz="half" idx="2"/>
          </p:nvPr>
        </p:nvSpPr>
        <p:spPr>
          <a:xfrm>
            <a:off x="399737" y="1503306"/>
            <a:ext cx="3988614" cy="3965731"/>
          </a:xfrm>
        </p:spPr>
        <p:txBody>
          <a:bodyPr>
            <a:normAutofit/>
          </a:bodyPr>
          <a:lstStyle/>
          <a:p>
            <a:pPr marL="342900" indent="-342900" algn="l">
              <a:buFont typeface="Arial" panose="020B0604020202020204" pitchFamily="34" charset="0"/>
              <a:buChar char="•"/>
            </a:pPr>
            <a:r>
              <a:rPr lang="en-US" b="0" i="0" u="none" strike="noStrike" baseline="0" dirty="0">
                <a:latin typeface="Calibri" panose="020F0502020204030204" pitchFamily="34" charset="0"/>
              </a:rPr>
              <a:t>When is an architectural detail needed?</a:t>
            </a:r>
          </a:p>
          <a:p>
            <a:pPr marL="342900" indent="-342900" algn="l">
              <a:buFont typeface="Arial" panose="020B0604020202020204" pitchFamily="34" charset="0"/>
              <a:buChar char="•"/>
            </a:pPr>
            <a:r>
              <a:rPr lang="en-US" b="0" i="0" u="none" strike="noStrike" baseline="0" dirty="0">
                <a:latin typeface="Calibri" panose="020F0502020204030204" pitchFamily="34" charset="0"/>
              </a:rPr>
              <a:t>What are the purposes of drawing details?</a:t>
            </a:r>
          </a:p>
          <a:p>
            <a:pPr marL="342900" indent="-342900" algn="l">
              <a:buFont typeface="Arial" panose="020B0604020202020204" pitchFamily="34" charset="0"/>
              <a:buChar char="•"/>
            </a:pPr>
            <a:r>
              <a:rPr lang="en-US" b="0" i="0" u="none" strike="noStrike" baseline="0" dirty="0">
                <a:latin typeface="Calibri" panose="020F0502020204030204" pitchFamily="34" charset="0"/>
              </a:rPr>
              <a:t>How to decide the number of details?</a:t>
            </a:r>
            <a:endParaRPr lang="en-AU" sz="4000" dirty="0"/>
          </a:p>
        </p:txBody>
      </p:sp>
      <p:sp>
        <p:nvSpPr>
          <p:cNvPr id="2" name="Title 1">
            <a:extLst>
              <a:ext uri="{FF2B5EF4-FFF2-40B4-BE49-F238E27FC236}">
                <a16:creationId xmlns:a16="http://schemas.microsoft.com/office/drawing/2014/main" id="{0AD07155-9E6A-0B0B-D3F7-7061099D37AA}"/>
              </a:ext>
            </a:extLst>
          </p:cNvPr>
          <p:cNvSpPr>
            <a:spLocks noGrp="1"/>
          </p:cNvSpPr>
          <p:nvPr>
            <p:ph type="title"/>
          </p:nvPr>
        </p:nvSpPr>
        <p:spPr/>
        <p:txBody>
          <a:bodyPr/>
          <a:lstStyle/>
          <a:p>
            <a:r>
              <a:rPr lang="en-AU" dirty="0"/>
              <a:t>Details </a:t>
            </a:r>
          </a:p>
        </p:txBody>
      </p:sp>
      <p:pic>
        <p:nvPicPr>
          <p:cNvPr id="11" name="Picture 10" descr="A blueprint of a building&#10;&#10;Description automatically generated">
            <a:extLst>
              <a:ext uri="{FF2B5EF4-FFF2-40B4-BE49-F238E27FC236}">
                <a16:creationId xmlns:a16="http://schemas.microsoft.com/office/drawing/2014/main" id="{48C9C35F-5907-DA6A-2CC2-D09D2BE136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8351" y="470797"/>
            <a:ext cx="7722626" cy="5461000"/>
          </a:xfrm>
          <a:prstGeom prst="rect">
            <a:avLst/>
          </a:prstGeom>
        </p:spPr>
      </p:pic>
      <p:sp>
        <p:nvSpPr>
          <p:cNvPr id="5" name="TextBox 4">
            <a:extLst>
              <a:ext uri="{FF2B5EF4-FFF2-40B4-BE49-F238E27FC236}">
                <a16:creationId xmlns:a16="http://schemas.microsoft.com/office/drawing/2014/main" id="{CC6707FA-428A-A247-B036-5AEAFE1F01E4}"/>
              </a:ext>
            </a:extLst>
          </p:cNvPr>
          <p:cNvSpPr txBox="1"/>
          <p:nvPr/>
        </p:nvSpPr>
        <p:spPr>
          <a:xfrm>
            <a:off x="10050554" y="5874091"/>
            <a:ext cx="3302001" cy="369332"/>
          </a:xfrm>
          <a:prstGeom prst="rect">
            <a:avLst/>
          </a:prstGeom>
          <a:noFill/>
        </p:spPr>
        <p:txBody>
          <a:bodyPr wrap="square">
            <a:spAutoFit/>
          </a:bodyPr>
          <a:lstStyle/>
          <a:p>
            <a:r>
              <a:rPr lang="en-AU" sz="1800" dirty="0">
                <a:effectLst/>
                <a:latin typeface="Calibri" panose="020F0502020204030204" pitchFamily="34" charset="0"/>
                <a:ea typeface="DengXian" panose="02010600030101010101" pitchFamily="2" charset="-122"/>
                <a:cs typeface="Times New Roman" panose="02020603050405020304" pitchFamily="18" charset="0"/>
              </a:rPr>
              <a:t>Source: Pinterest</a:t>
            </a:r>
            <a:endParaRPr lang="en-AU" dirty="0"/>
          </a:p>
        </p:txBody>
      </p:sp>
    </p:spTree>
    <p:extLst>
      <p:ext uri="{BB962C8B-B14F-4D97-AF65-F5344CB8AC3E}">
        <p14:creationId xmlns:p14="http://schemas.microsoft.com/office/powerpoint/2010/main" val="1604021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43A477-3F90-1148-8E98-713D4E55A112}"/>
              </a:ext>
            </a:extLst>
          </p:cNvPr>
          <p:cNvSpPr>
            <a:spLocks noGrp="1"/>
          </p:cNvSpPr>
          <p:nvPr>
            <p:ph type="body" sz="half" idx="2"/>
          </p:nvPr>
        </p:nvSpPr>
        <p:spPr>
          <a:xfrm>
            <a:off x="399737" y="1503307"/>
            <a:ext cx="5509139" cy="4046754"/>
          </a:xfrm>
        </p:spPr>
        <p:txBody>
          <a:bodyPr>
            <a:normAutofit/>
          </a:bodyPr>
          <a:lstStyle/>
          <a:p>
            <a:pPr marL="342900" indent="-342900" algn="l">
              <a:buFont typeface="Arial" panose="020B0604020202020204" pitchFamily="34" charset="0"/>
              <a:buChar char="•"/>
            </a:pPr>
            <a:r>
              <a:rPr lang="en-US" b="0" i="0" u="none" strike="noStrike" baseline="0" dirty="0">
                <a:latin typeface="Calibri" panose="020F0502020204030204" pitchFamily="34" charset="0"/>
              </a:rPr>
              <a:t>Details are identified by a mark which gives them a deification number or letter and indicates the sheet upon which they are drawn</a:t>
            </a:r>
            <a:endParaRPr lang="en-AU" sz="4000" dirty="0"/>
          </a:p>
        </p:txBody>
      </p:sp>
      <p:sp>
        <p:nvSpPr>
          <p:cNvPr id="2" name="Title 1">
            <a:extLst>
              <a:ext uri="{FF2B5EF4-FFF2-40B4-BE49-F238E27FC236}">
                <a16:creationId xmlns:a16="http://schemas.microsoft.com/office/drawing/2014/main" id="{9AB80268-AC82-CC3F-3422-526759E33D61}"/>
              </a:ext>
            </a:extLst>
          </p:cNvPr>
          <p:cNvSpPr>
            <a:spLocks noGrp="1"/>
          </p:cNvSpPr>
          <p:nvPr>
            <p:ph type="title"/>
          </p:nvPr>
        </p:nvSpPr>
        <p:spPr/>
        <p:txBody>
          <a:bodyPr/>
          <a:lstStyle/>
          <a:p>
            <a:r>
              <a:rPr lang="en-AU" dirty="0"/>
              <a:t>Detail Identification</a:t>
            </a:r>
          </a:p>
        </p:txBody>
      </p:sp>
      <p:pic>
        <p:nvPicPr>
          <p:cNvPr id="5" name="Picture 4">
            <a:extLst>
              <a:ext uri="{FF2B5EF4-FFF2-40B4-BE49-F238E27FC236}">
                <a16:creationId xmlns:a16="http://schemas.microsoft.com/office/drawing/2014/main" id="{1C0C7316-B403-3097-4E48-F7AEAE7F7AF2}"/>
              </a:ext>
            </a:extLst>
          </p:cNvPr>
          <p:cNvPicPr>
            <a:picLocks noChangeAspect="1"/>
          </p:cNvPicPr>
          <p:nvPr/>
        </p:nvPicPr>
        <p:blipFill>
          <a:blip r:embed="rId2"/>
          <a:stretch>
            <a:fillRect/>
          </a:stretch>
        </p:blipFill>
        <p:spPr>
          <a:xfrm>
            <a:off x="6096000" y="82243"/>
            <a:ext cx="5005404" cy="6058128"/>
          </a:xfrm>
          <a:prstGeom prst="rect">
            <a:avLst/>
          </a:prstGeom>
        </p:spPr>
      </p:pic>
    </p:spTree>
    <p:extLst>
      <p:ext uri="{BB962C8B-B14F-4D97-AF65-F5344CB8AC3E}">
        <p14:creationId xmlns:p14="http://schemas.microsoft.com/office/powerpoint/2010/main" val="17455110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319A73-F1E2-5C99-F1AA-2036B3EC904A}"/>
              </a:ext>
            </a:extLst>
          </p:cNvPr>
          <p:cNvSpPr>
            <a:spLocks noGrp="1"/>
          </p:cNvSpPr>
          <p:nvPr>
            <p:ph type="body" sz="half" idx="2"/>
          </p:nvPr>
        </p:nvSpPr>
        <p:spPr>
          <a:xfrm>
            <a:off x="399737" y="1503307"/>
            <a:ext cx="3315736" cy="4272460"/>
          </a:xfrm>
        </p:spPr>
        <p:txBody>
          <a:bodyPr>
            <a:normAutofit/>
          </a:bodyPr>
          <a:lstStyle/>
          <a:p>
            <a:pPr marL="342900" indent="-342900">
              <a:buFont typeface="Arial" panose="020B0604020202020204" pitchFamily="34" charset="0"/>
              <a:buChar char="•"/>
            </a:pPr>
            <a:r>
              <a:rPr lang="en-US" b="0" i="0" u="none" strike="noStrike" baseline="0" dirty="0">
                <a:latin typeface="Calibri" panose="020F0502020204030204" pitchFamily="34" charset="0"/>
              </a:rPr>
              <a:t>On the sheet with other drawing</a:t>
            </a:r>
            <a:r>
              <a:rPr lang="zh-CN" altLang="en-US" dirty="0">
                <a:latin typeface="Calibri" panose="020F0502020204030204" pitchFamily="34" charset="0"/>
              </a:rPr>
              <a:t>：</a:t>
            </a:r>
            <a:r>
              <a:rPr lang="en-US" b="0" i="0" u="none" strike="noStrike" baseline="0" dirty="0">
                <a:latin typeface="Calibri" panose="020F0502020204030204" pitchFamily="34" charset="0"/>
              </a:rPr>
              <a:t>Draw details that pertain directly</a:t>
            </a:r>
          </a:p>
          <a:p>
            <a:pPr marL="342900" indent="-342900">
              <a:buFont typeface="Arial" panose="020B0604020202020204" pitchFamily="34" charset="0"/>
              <a:buChar char="•"/>
            </a:pPr>
            <a:r>
              <a:rPr lang="en-AU" b="0" i="0" u="none" strike="noStrike" baseline="0" dirty="0">
                <a:latin typeface="Calibri" panose="020F0502020204030204" pitchFamily="34" charset="0"/>
              </a:rPr>
              <a:t>On independent sheets</a:t>
            </a:r>
            <a:r>
              <a:rPr lang="zh-CN" altLang="en-US" dirty="0">
                <a:latin typeface="Calibri" panose="020F0502020204030204" pitchFamily="34" charset="0"/>
              </a:rPr>
              <a:t>：</a:t>
            </a:r>
            <a:r>
              <a:rPr lang="zh-CN" altLang="en-US" b="0" i="0" u="none" strike="noStrike" baseline="0" dirty="0">
                <a:latin typeface="Calibri" panose="020F0502020204030204" pitchFamily="34" charset="0"/>
              </a:rPr>
              <a:t> </a:t>
            </a:r>
            <a:r>
              <a:rPr lang="en-US" b="0" i="0" u="none" strike="noStrike" baseline="0" dirty="0">
                <a:latin typeface="Calibri" panose="020F0502020204030204" pitchFamily="34" charset="0"/>
              </a:rPr>
              <a:t>Whenever possible, get all drawings that are related together on one sheet</a:t>
            </a:r>
          </a:p>
          <a:p>
            <a:pPr marL="342900" indent="-342900">
              <a:buFont typeface="Arial" panose="020B0604020202020204" pitchFamily="34" charset="0"/>
              <a:buChar char="•"/>
            </a:pPr>
            <a:r>
              <a:rPr lang="en-US" altLang="zh-CN" dirty="0">
                <a:latin typeface="Calibri" panose="020F0502020204030204" pitchFamily="34" charset="0"/>
              </a:rPr>
              <a:t>Make sure to include scale, dimensioning, notes and label</a:t>
            </a:r>
            <a:endParaRPr lang="en-AU" sz="4000" dirty="0"/>
          </a:p>
        </p:txBody>
      </p:sp>
      <p:sp>
        <p:nvSpPr>
          <p:cNvPr id="2" name="Title 1">
            <a:extLst>
              <a:ext uri="{FF2B5EF4-FFF2-40B4-BE49-F238E27FC236}">
                <a16:creationId xmlns:a16="http://schemas.microsoft.com/office/drawing/2014/main" id="{01304E14-24BD-44A0-D843-48825253967E}"/>
              </a:ext>
            </a:extLst>
          </p:cNvPr>
          <p:cNvSpPr>
            <a:spLocks noGrp="1"/>
          </p:cNvSpPr>
          <p:nvPr>
            <p:ph type="title"/>
          </p:nvPr>
        </p:nvSpPr>
        <p:spPr/>
        <p:txBody>
          <a:bodyPr/>
          <a:lstStyle/>
          <a:p>
            <a:r>
              <a:rPr lang="en-AU" dirty="0"/>
              <a:t>Other </a:t>
            </a:r>
            <a:r>
              <a:rPr lang="en-US" dirty="0"/>
              <a:t>Requirements</a:t>
            </a:r>
            <a:endParaRPr lang="en-AU" dirty="0"/>
          </a:p>
        </p:txBody>
      </p:sp>
      <p:pic>
        <p:nvPicPr>
          <p:cNvPr id="9" name="Picture 8">
            <a:extLst>
              <a:ext uri="{FF2B5EF4-FFF2-40B4-BE49-F238E27FC236}">
                <a16:creationId xmlns:a16="http://schemas.microsoft.com/office/drawing/2014/main" id="{02E5EC14-702F-89B8-5BC1-6C74367C29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1654" y="925497"/>
            <a:ext cx="7875111" cy="5250074"/>
          </a:xfrm>
          <a:prstGeom prst="rect">
            <a:avLst/>
          </a:prstGeom>
        </p:spPr>
      </p:pic>
    </p:spTree>
    <p:extLst>
      <p:ext uri="{BB962C8B-B14F-4D97-AF65-F5344CB8AC3E}">
        <p14:creationId xmlns:p14="http://schemas.microsoft.com/office/powerpoint/2010/main" val="2265997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E9884-3DA9-46D7-82D0-8852778F53BB}"/>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0FAF14B6-9430-133B-16DD-40831CAAA4F4}"/>
              </a:ext>
            </a:extLst>
          </p:cNvPr>
          <p:cNvSpPr txBox="1">
            <a:spLocks/>
          </p:cNvSpPr>
          <p:nvPr/>
        </p:nvSpPr>
        <p:spPr>
          <a:xfrm>
            <a:off x="1802435" y="2985802"/>
            <a:ext cx="6160948"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AU" dirty="0"/>
              <a:t>Activity: Design Development</a:t>
            </a:r>
            <a:endParaRPr lang="en-US" dirty="0"/>
          </a:p>
        </p:txBody>
      </p:sp>
    </p:spTree>
    <p:extLst>
      <p:ext uri="{BB962C8B-B14F-4D97-AF65-F5344CB8AC3E}">
        <p14:creationId xmlns:p14="http://schemas.microsoft.com/office/powerpoint/2010/main" val="41192393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9E86E0-1EBA-3BF7-F41A-8836B2B7C683}"/>
              </a:ext>
            </a:extLst>
          </p:cNvPr>
          <p:cNvSpPr>
            <a:spLocks noGrp="1"/>
          </p:cNvSpPr>
          <p:nvPr>
            <p:ph type="body" sz="half" idx="2"/>
          </p:nvPr>
        </p:nvSpPr>
        <p:spPr>
          <a:xfrm>
            <a:off x="399737" y="1525055"/>
            <a:ext cx="11459536" cy="4437560"/>
          </a:xfrm>
        </p:spPr>
        <p:txBody>
          <a:bodyPr/>
          <a:lstStyle/>
          <a:p>
            <a:pPr marL="285750" indent="-285750">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Australian Standards. (2021).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AS 1100.101-1992 Technical Drawing.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hlinkClick r:id="rId2"/>
              </a:rPr>
              <a:t>https://www.saiglobal.com/PDFTemp/Previews/OSH/As/as1000/1100/1100101.pdf</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Pinterest. (2025).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Pinterest Image.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https://www.pinterest.com/</a:t>
            </a:r>
          </a:p>
          <a:p>
            <a:pPr marL="285750" indent="-285750">
              <a:buFont typeface="Arial" panose="020B0604020202020204" pitchFamily="34" charset="0"/>
              <a:buChar char="•"/>
            </a:pPr>
            <a:endParaRPr lang="en-AU" sz="1800" kern="100" dirty="0">
              <a:latin typeface="Calibri" panose="020F0502020204030204" pitchFamily="34" charset="0"/>
              <a:ea typeface="DengXian" panose="02010600030101010101" pitchFamily="2" charset="-122"/>
              <a:cs typeface="Times New Roman" panose="02020603050405020304" pitchFamily="18" charset="0"/>
            </a:endParaRPr>
          </a:p>
          <a:p>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buFont typeface="Arial" panose="020B0604020202020204" pitchFamily="34" charset="0"/>
              <a:buChar char="•"/>
            </a:pP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endParaRPr lang="en-AU" dirty="0"/>
          </a:p>
        </p:txBody>
      </p:sp>
      <p:sp>
        <p:nvSpPr>
          <p:cNvPr id="2" name="Title 1">
            <a:extLst>
              <a:ext uri="{FF2B5EF4-FFF2-40B4-BE49-F238E27FC236}">
                <a16:creationId xmlns:a16="http://schemas.microsoft.com/office/drawing/2014/main" id="{BF2DA5B4-9991-802E-E40A-84E42AE439B7}"/>
              </a:ext>
            </a:extLst>
          </p:cNvPr>
          <p:cNvSpPr>
            <a:spLocks noGrp="1"/>
          </p:cNvSpPr>
          <p:nvPr>
            <p:ph type="title"/>
          </p:nvPr>
        </p:nvSpPr>
        <p:spPr/>
        <p:txBody>
          <a:bodyPr/>
          <a:lstStyle/>
          <a:p>
            <a:r>
              <a:rPr lang="en-AU" dirty="0"/>
              <a:t>References</a:t>
            </a:r>
          </a:p>
        </p:txBody>
      </p:sp>
    </p:spTree>
    <p:extLst>
      <p:ext uri="{BB962C8B-B14F-4D97-AF65-F5344CB8AC3E}">
        <p14:creationId xmlns:p14="http://schemas.microsoft.com/office/powerpoint/2010/main" val="36207451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2A4B707-13BF-4B4F-A3D8-BB605AB10BC5}"/>
              </a:ext>
            </a:extLst>
          </p:cNvPr>
          <p:cNvSpPr>
            <a:spLocks noGrp="1"/>
          </p:cNvSpPr>
          <p:nvPr>
            <p:ph type="ctrTitle" idx="4294967295"/>
          </p:nvPr>
        </p:nvSpPr>
        <p:spPr>
          <a:xfrm>
            <a:off x="1196322" y="1680966"/>
            <a:ext cx="5077440" cy="1052596"/>
          </a:xfrm>
        </p:spPr>
        <p:txBody>
          <a:bodyPr/>
          <a:lstStyle/>
          <a:p>
            <a:r>
              <a:rPr lang="en-US" sz="4400" dirty="0"/>
              <a:t>Thank you</a:t>
            </a:r>
            <a:br>
              <a:rPr lang="en-US" dirty="0"/>
            </a:br>
            <a:r>
              <a:rPr lang="en-US" b="0" dirty="0"/>
              <a:t>Questions?</a:t>
            </a:r>
            <a:endParaRPr lang="en-US" dirty="0"/>
          </a:p>
        </p:txBody>
      </p:sp>
    </p:spTree>
    <p:extLst>
      <p:ext uri="{BB962C8B-B14F-4D97-AF65-F5344CB8AC3E}">
        <p14:creationId xmlns:p14="http://schemas.microsoft.com/office/powerpoint/2010/main" val="1915363159"/>
      </p:ext>
    </p:extLst>
  </p:cSld>
  <p:clrMapOvr>
    <a:masterClrMapping/>
  </p:clrMapOvr>
</p:sld>
</file>

<file path=ppt/theme/theme1.xml><?xml version="1.0" encoding="utf-8"?>
<a:theme xmlns:a="http://schemas.openxmlformats.org/drawingml/2006/main" name="Office Theme">
  <a:themeElements>
    <a:clrScheme name="VU 2024">
      <a:dk1>
        <a:srgbClr val="000000"/>
      </a:dk1>
      <a:lt1>
        <a:srgbClr val="FFFFFF"/>
      </a:lt1>
      <a:dk2>
        <a:srgbClr val="262626"/>
      </a:dk2>
      <a:lt2>
        <a:srgbClr val="FFFFFF"/>
      </a:lt2>
      <a:accent1>
        <a:srgbClr val="5BC2E7"/>
      </a:accent1>
      <a:accent2>
        <a:srgbClr val="1E1248"/>
      </a:accent2>
      <a:accent3>
        <a:srgbClr val="ED6B5E"/>
      </a:accent3>
      <a:accent4>
        <a:srgbClr val="B39AD2"/>
      </a:accent4>
      <a:accent5>
        <a:srgbClr val="EEEEEE"/>
      </a:accent5>
      <a:accent6>
        <a:srgbClr val="6E6E6E"/>
      </a:accent6>
      <a:hlink>
        <a:srgbClr val="0C71AC"/>
      </a:hlink>
      <a:folHlink>
        <a:srgbClr val="6E6E6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FCAF70F-E073-BF40-A79D-4081DC7CE9D1}" vid="{806BC320-17C3-6546-81D5-5AF729563D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a9cb1d79-f99f-49bb-8e2a-e2312126c491">
      <UserInfo>
        <DisplayName>Kate Hitchins</DisplayName>
        <AccountId>727</AccountId>
        <AccountType/>
      </UserInfo>
    </SharedWithUsers>
    <MediaLengthInSeconds xmlns="f38d7cb2-8266-40dc-9c80-5a14c72951d4" xsi:nil="true"/>
    <_activity xmlns="f38d7cb2-8266-40dc-9c80-5a14c72951d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9F76110527CE0478E6091AB5EC74898" ma:contentTypeVersion="15" ma:contentTypeDescription="Create a new document." ma:contentTypeScope="" ma:versionID="c1c5edefc9e02eae2714aa09383da356">
  <xsd:schema xmlns:xsd="http://www.w3.org/2001/XMLSchema" xmlns:xs="http://www.w3.org/2001/XMLSchema" xmlns:p="http://schemas.microsoft.com/office/2006/metadata/properties" xmlns:ns3="f38d7cb2-8266-40dc-9c80-5a14c72951d4" xmlns:ns4="a9cb1d79-f99f-49bb-8e2a-e2312126c491" targetNamespace="http://schemas.microsoft.com/office/2006/metadata/properties" ma:root="true" ma:fieldsID="843b90cf4550736d6ca05ee9401f6042" ns3:_="" ns4:_="">
    <xsd:import namespace="f38d7cb2-8266-40dc-9c80-5a14c72951d4"/>
    <xsd:import namespace="a9cb1d79-f99f-49bb-8e2a-e2312126c491"/>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_activity" minOccurs="0"/>
                <xsd:element ref="ns3:MediaLengthInSeconds" minOccurs="0"/>
                <xsd:element ref="ns3:MediaServiceSearchProperties" minOccurs="0"/>
                <xsd:element ref="ns3:MediaServiceSystemTag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8d7cb2-8266-40dc-9c80-5a14c72951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activity" ma:index="18" nillable="true" ma:displayName="_activity" ma:hidden="true" ma:internalName="_activity">
      <xsd:simpleType>
        <xsd:restriction base="dms:Note"/>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9cb1d79-f99f-49bb-8e2a-e2312126c49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9109AC-3400-4D6C-BF7D-EE9E1DA1F086}">
  <ds:schemaRefs>
    <ds:schemaRef ds:uri="http://schemas.microsoft.com/sharepoint/v3/contenttype/forms"/>
  </ds:schemaRefs>
</ds:datastoreItem>
</file>

<file path=customXml/itemProps2.xml><?xml version="1.0" encoding="utf-8"?>
<ds:datastoreItem xmlns:ds="http://schemas.openxmlformats.org/officeDocument/2006/customXml" ds:itemID="{FA9BFBAB-54D8-4D2B-81F7-50E6F7501764}">
  <ds:schemaRefs>
    <ds:schemaRef ds:uri="http://purl.org/dc/elements/1.1/"/>
    <ds:schemaRef ds:uri="http://purl.org/dc/terms/"/>
    <ds:schemaRef ds:uri="f38d7cb2-8266-40dc-9c80-5a14c72951d4"/>
    <ds:schemaRef ds:uri="a9cb1d79-f99f-49bb-8e2a-e2312126c491"/>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9744AE7C-1058-4C5F-8244-E3C6339272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8d7cb2-8266-40dc-9c80-5a14c72951d4"/>
    <ds:schemaRef ds:uri="a9cb1d79-f99f-49bb-8e2a-e2312126c4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VU_PPT Template</Template>
  <TotalTime>24</TotalTime>
  <Words>334</Words>
  <Application>Microsoft Office PowerPoint</Application>
  <PresentationFormat>Widescreen</PresentationFormat>
  <Paragraphs>56</Paragraphs>
  <Slides>37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.Lucida Grande UI Regular</vt:lpstr>
      <vt:lpstr>Arial</vt:lpstr>
      <vt:lpstr>Calibri</vt:lpstr>
      <vt:lpstr>Helvetica Neue</vt:lpstr>
      <vt:lpstr>Office Theme</vt:lpstr>
      <vt:lpstr>Session 7</vt:lpstr>
      <vt:lpstr>PowerPoint Presentation</vt:lpstr>
      <vt:lpstr>Australian Standard on Technical Drawings</vt:lpstr>
      <vt:lpstr>PowerPoint Presentation</vt:lpstr>
      <vt:lpstr>Line Styles and Conventions – the Basics</vt:lpstr>
      <vt:lpstr>Line Styles and Conventions – the Basics </vt:lpstr>
      <vt:lpstr>Pick a Drawing- Question </vt:lpstr>
      <vt:lpstr>Pick a Drawing – Answer</vt:lpstr>
      <vt:lpstr>Drawing Sample – Based on the Line Weights and Types</vt:lpstr>
      <vt:lpstr>PowerPoint Presentation</vt:lpstr>
      <vt:lpstr>Symbols</vt:lpstr>
      <vt:lpstr>Section Cross-Reference</vt:lpstr>
      <vt:lpstr>Symbols</vt:lpstr>
      <vt:lpstr>Doors </vt:lpstr>
      <vt:lpstr>Windows</vt:lpstr>
      <vt:lpstr>Plan and Elevation View</vt:lpstr>
      <vt:lpstr>Other Symbols</vt:lpstr>
      <vt:lpstr>PowerPoint Presentation</vt:lpstr>
      <vt:lpstr>Answer to Activity</vt:lpstr>
      <vt:lpstr>Scale</vt:lpstr>
      <vt:lpstr>PowerPoint Presentation</vt:lpstr>
      <vt:lpstr>Scale Convention</vt:lpstr>
      <vt:lpstr>Scale Example</vt:lpstr>
      <vt:lpstr>Scale Example </vt:lpstr>
      <vt:lpstr>Scale Example</vt:lpstr>
      <vt:lpstr>PowerPoint Presentation</vt:lpstr>
      <vt:lpstr>PowerPoint Presentation</vt:lpstr>
      <vt:lpstr>Dimension Example</vt:lpstr>
      <vt:lpstr>Dimension Example</vt:lpstr>
      <vt:lpstr>Session 7</vt:lpstr>
      <vt:lpstr>Architectural Detail</vt:lpstr>
      <vt:lpstr>Details </vt:lpstr>
      <vt:lpstr>Detail Identification</vt:lpstr>
      <vt:lpstr>Other Requirements</vt:lpstr>
      <vt:lpstr>PowerPoint Presentation</vt:lpstr>
      <vt:lpstr>References</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Axnick</dc:creator>
  <cp:lastModifiedBy>Daniel Axnick</cp:lastModifiedBy>
  <cp:revision>4</cp:revision>
  <dcterms:created xsi:type="dcterms:W3CDTF">2025-01-30T23:38:47Z</dcterms:created>
  <dcterms:modified xsi:type="dcterms:W3CDTF">2025-02-04T22:18:44Z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0x010100D9F76110527CE0478E6091AB5EC74898</vt:lpwstr>
  </property>
  <property fmtid="{D5CDD505-2E9C-101B-9397-08002B2CF9AE}" pid="4" name="_dlc_DocIdItemGuid">
    <vt:lpwstr>c455dfeb-16d0-4085-bac7-566eeb3c23ee</vt:lpwstr>
  </property>
  <property fmtid="{D5CDD505-2E9C-101B-9397-08002B2CF9AE}" pid="5" name="MSIP_Label_d7dc88d9-fa17-47eb-a208-3e66f59d50e5_Enabled">
    <vt:lpwstr>true</vt:lpwstr>
  </property>
  <property fmtid="{D5CDD505-2E9C-101B-9397-08002B2CF9AE}" pid="6" name="MSIP_Label_d7dc88d9-fa17-47eb-a208-3e66f59d50e5_SetDate">
    <vt:lpwstr>2023-08-16T02:10:42Z</vt:lpwstr>
  </property>
  <property fmtid="{D5CDD505-2E9C-101B-9397-08002B2CF9AE}" pid="7" name="MSIP_Label_d7dc88d9-fa17-47eb-a208-3e66f59d50e5_Method">
    <vt:lpwstr>Standard</vt:lpwstr>
  </property>
  <property fmtid="{D5CDD505-2E9C-101B-9397-08002B2CF9AE}" pid="8" name="MSIP_Label_d7dc88d9-fa17-47eb-a208-3e66f59d50e5_Name">
    <vt:lpwstr>Internal</vt:lpwstr>
  </property>
  <property fmtid="{D5CDD505-2E9C-101B-9397-08002B2CF9AE}" pid="9" name="MSIP_Label_d7dc88d9-fa17-47eb-a208-3e66f59d50e5_SiteId">
    <vt:lpwstr>d51ba343-9258-4ea6-9907-426d8c84ec12</vt:lpwstr>
  </property>
  <property fmtid="{D5CDD505-2E9C-101B-9397-08002B2CF9AE}" pid="10" name="MSIP_Label_d7dc88d9-fa17-47eb-a208-3e66f59d50e5_ActionId">
    <vt:lpwstr>988a31dd-b6e9-4136-86c0-f7d1a748cb73</vt:lpwstr>
  </property>
  <property fmtid="{D5CDD505-2E9C-101B-9397-08002B2CF9AE}" pid="11" name="MSIP_Label_d7dc88d9-fa17-47eb-a208-3e66f59d50e5_ContentBits">
    <vt:lpwstr>0</vt:lpwstr>
  </property>
  <property fmtid="{D5CDD505-2E9C-101B-9397-08002B2CF9AE}" pid="12" name="Order">
    <vt:lpwstr>20776600.0000000</vt:lpwstr>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y fmtid="{D5CDD505-2E9C-101B-9397-08002B2CF9AE}" pid="18" name="xd_Signature">
    <vt:lpwstr/>
  </property>
</Properties>
</file>