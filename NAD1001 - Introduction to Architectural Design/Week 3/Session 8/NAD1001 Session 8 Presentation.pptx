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9"/>
  </p:notesMasterIdLst>
  <p:sldIdLst>
    <p:sldId id="257" r:id="rId5"/>
    <p:sldId id="329" r:id="rId6"/>
    <p:sldId id="330" r:id="rId7"/>
    <p:sldId id="258" r:id="rId8"/>
    <p:sldId id="267" r:id="rId9"/>
    <p:sldId id="268" r:id="rId10"/>
    <p:sldId id="269" r:id="rId11"/>
    <p:sldId id="270" r:id="rId12"/>
    <p:sldId id="331" r:id="rId13"/>
    <p:sldId id="272" r:id="rId14"/>
    <p:sldId id="259" r:id="rId15"/>
    <p:sldId id="260" r:id="rId16"/>
    <p:sldId id="273" r:id="rId17"/>
    <p:sldId id="274" r:id="rId18"/>
    <p:sldId id="275" r:id="rId19"/>
    <p:sldId id="276" r:id="rId20"/>
    <p:sldId id="277" r:id="rId21"/>
    <p:sldId id="278" r:id="rId22"/>
    <p:sldId id="279" r:id="rId23"/>
    <p:sldId id="280" r:id="rId24"/>
    <p:sldId id="281" r:id="rId25"/>
    <p:sldId id="332" r:id="rId26"/>
    <p:sldId id="282" r:id="rId27"/>
    <p:sldId id="318" r:id="rId28"/>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9AD2"/>
    <a:srgbClr val="ED6B5E"/>
    <a:srgbClr val="0C71AC"/>
    <a:srgbClr val="5BC2E7"/>
    <a:srgbClr val="D9D9D9"/>
    <a:srgbClr val="B8B1E5"/>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310"/>
    <p:restoredTop sz="96327"/>
  </p:normalViewPr>
  <p:slideViewPr>
    <p:cSldViewPr snapToGrid="0" snapToObjects="1">
      <p:cViewPr varScale="1">
        <p:scale>
          <a:sx n="165" d="100"/>
          <a:sy n="165" d="100"/>
        </p:scale>
        <p:origin x="34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C2B7137-6CE1-F74D-80B1-E1939CF18C0B}" type="datetimeFigureOut">
              <a:rPr lang="en-US" smtClean="0"/>
              <a:pPr/>
              <a:t>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448FA329-FEDE-3F45-9805-68CDC9FBB0EA}" type="slidenum">
              <a:rPr lang="en-US" smtClean="0"/>
              <a:pPr/>
              <a:t>‹#›</a:t>
            </a:fld>
            <a:endParaRPr lang="en-US" dirty="0"/>
          </a:p>
        </p:txBody>
      </p:sp>
    </p:spTree>
    <p:extLst>
      <p:ext uri="{BB962C8B-B14F-4D97-AF65-F5344CB8AC3E}">
        <p14:creationId xmlns:p14="http://schemas.microsoft.com/office/powerpoint/2010/main" val="377891344"/>
      </p:ext>
    </p:extLst>
  </p:cSld>
  <p:clrMap bg1="lt1" tx1="dk1" bg2="lt2" tx2="dk2" accent1="accent1" accent2="accent2" accent3="accent3" accent4="accent4" accent5="accent5" accent6="accent6" hlink="hlink" folHlink="folHlink"/>
  <p:notesStyle>
    <a:lvl1pPr marL="0" algn="l" defTabSz="914377" rtl="0" eaLnBrk="1" latinLnBrk="0" hangingPunct="1">
      <a:defRPr sz="1200" b="0" i="0" kern="1200">
        <a:solidFill>
          <a:schemeClr val="tx1"/>
        </a:solidFill>
        <a:latin typeface="Arial" panose="020B0604020202020204" pitchFamily="34" charset="0"/>
        <a:ea typeface="+mn-ea"/>
        <a:cs typeface="+mn-cs"/>
      </a:defRPr>
    </a:lvl1pPr>
    <a:lvl2pPr marL="457189" algn="l" defTabSz="914377" rtl="0" eaLnBrk="1" latinLnBrk="0" hangingPunct="1">
      <a:defRPr sz="1200" b="0" i="0" kern="1200">
        <a:solidFill>
          <a:schemeClr val="tx1"/>
        </a:solidFill>
        <a:latin typeface="Arial" panose="020B0604020202020204" pitchFamily="34" charset="0"/>
        <a:ea typeface="+mn-ea"/>
        <a:cs typeface="+mn-cs"/>
      </a:defRPr>
    </a:lvl2pPr>
    <a:lvl3pPr marL="914377" algn="l" defTabSz="914377" rtl="0" eaLnBrk="1" latinLnBrk="0" hangingPunct="1">
      <a:defRPr sz="1200" b="0" i="0" kern="1200">
        <a:solidFill>
          <a:schemeClr val="tx1"/>
        </a:solidFill>
        <a:latin typeface="Arial" panose="020B0604020202020204" pitchFamily="34" charset="0"/>
        <a:ea typeface="+mn-ea"/>
        <a:cs typeface="+mn-cs"/>
      </a:defRPr>
    </a:lvl3pPr>
    <a:lvl4pPr marL="1371566" algn="l" defTabSz="914377" rtl="0" eaLnBrk="1" latinLnBrk="0" hangingPunct="1">
      <a:defRPr sz="1200" b="0" i="0" kern="1200">
        <a:solidFill>
          <a:schemeClr val="tx1"/>
        </a:solidFill>
        <a:latin typeface="Arial" panose="020B0604020202020204" pitchFamily="34" charset="0"/>
        <a:ea typeface="+mn-ea"/>
        <a:cs typeface="+mn-cs"/>
      </a:defRPr>
    </a:lvl4pPr>
    <a:lvl5pPr marL="1828754" algn="l" defTabSz="914377" rtl="0" eaLnBrk="1" latinLnBrk="0" hangingPunct="1">
      <a:defRPr sz="1200" b="0" i="0" kern="1200">
        <a:solidFill>
          <a:schemeClr val="tx1"/>
        </a:solidFill>
        <a:latin typeface="Arial" panose="020B0604020202020204" pitchFamily="34" charset="0"/>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CECEC"/>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5D83670-F2E4-4145-A4CC-4F7098D5447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199199"/>
            <a:ext cx="3097618" cy="1425800"/>
          </a:xfrm>
          <a:prstGeom prst="rect">
            <a:avLst/>
          </a:prstGeom>
        </p:spPr>
      </p:pic>
      <p:pic>
        <p:nvPicPr>
          <p:cNvPr id="7" name="Picture 6">
            <a:extLst>
              <a:ext uri="{FF2B5EF4-FFF2-40B4-BE49-F238E27FC236}">
                <a16:creationId xmlns:a16="http://schemas.microsoft.com/office/drawing/2014/main" id="{7AA79F56-8623-DA4F-9154-E92CAF0C59E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
        <p:nvSpPr>
          <p:cNvPr id="11" name="Title 1">
            <a:extLst>
              <a:ext uri="{FF2B5EF4-FFF2-40B4-BE49-F238E27FC236}">
                <a16:creationId xmlns:a16="http://schemas.microsoft.com/office/drawing/2014/main" id="{3E359A20-5035-8442-A098-B8481C057802}"/>
              </a:ext>
            </a:extLst>
          </p:cNvPr>
          <p:cNvSpPr>
            <a:spLocks noGrp="1"/>
          </p:cNvSpPr>
          <p:nvPr>
            <p:ph type="ctrTitle" hasCustomPrompt="1"/>
          </p:nvPr>
        </p:nvSpPr>
        <p:spPr>
          <a:xfrm>
            <a:off x="591367" y="1967790"/>
            <a:ext cx="6859152" cy="1697037"/>
          </a:xfrm>
        </p:spPr>
        <p:txBody>
          <a:bodyPr lIns="36000" tIns="36000" rIns="36000" bIns="36000" anchor="t" anchorCtr="0">
            <a:noAutofit/>
          </a:bodyPr>
          <a:lstStyle>
            <a:lvl1pPr algn="l">
              <a:defRPr sz="4800" cap="none" baseline="0"/>
            </a:lvl1pPr>
          </a:lstStyle>
          <a:p>
            <a:r>
              <a:rPr lang="en-US" dirty="0"/>
              <a:t>Click to edit </a:t>
            </a:r>
            <a:br>
              <a:rPr lang="en-US" dirty="0"/>
            </a:br>
            <a:r>
              <a:rPr lang="en-US" dirty="0"/>
              <a:t>master title style</a:t>
            </a:r>
            <a:endParaRPr lang="en-AU" dirty="0"/>
          </a:p>
        </p:txBody>
      </p:sp>
      <p:sp>
        <p:nvSpPr>
          <p:cNvPr id="13" name="Subtitle 2">
            <a:extLst>
              <a:ext uri="{FF2B5EF4-FFF2-40B4-BE49-F238E27FC236}">
                <a16:creationId xmlns:a16="http://schemas.microsoft.com/office/drawing/2014/main" id="{ED524F03-A19D-AC44-9363-E34E3ECC37B6}"/>
              </a:ext>
            </a:extLst>
          </p:cNvPr>
          <p:cNvSpPr>
            <a:spLocks noGrp="1"/>
          </p:cNvSpPr>
          <p:nvPr>
            <p:ph type="subTitle" idx="1" hasCustomPrompt="1"/>
          </p:nvPr>
        </p:nvSpPr>
        <p:spPr>
          <a:xfrm>
            <a:off x="591369" y="3801838"/>
            <a:ext cx="8058151" cy="976841"/>
          </a:xfrm>
        </p:spPr>
        <p:txBody>
          <a:bodyPr lIns="36000" tIns="36000" rIns="36000" bIns="36000">
            <a:noAutofit/>
          </a:bodyPr>
          <a:lstStyle>
            <a:lvl1pPr marL="0" indent="0" algn="l">
              <a:buNone/>
              <a:defRPr sz="2400" b="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sp>
        <p:nvSpPr>
          <p:cNvPr id="8" name="TextBox 7">
            <a:extLst>
              <a:ext uri="{FF2B5EF4-FFF2-40B4-BE49-F238E27FC236}">
                <a16:creationId xmlns:a16="http://schemas.microsoft.com/office/drawing/2014/main" id="{EE004D8A-8ABC-6449-97E3-3B37B30C175B}"/>
              </a:ext>
            </a:extLst>
          </p:cNvPr>
          <p:cNvSpPr txBox="1"/>
          <p:nvPr userDrawn="1"/>
        </p:nvSpPr>
        <p:spPr>
          <a:xfrm>
            <a:off x="591367" y="6698538"/>
            <a:ext cx="9647031" cy="159462"/>
          </a:xfrm>
          <a:prstGeom prst="rect">
            <a:avLst/>
          </a:prstGeom>
          <a:noFill/>
        </p:spPr>
        <p:txBody>
          <a:bodyPr wrap="square" lIns="0" tIns="0" rIns="0" bIns="36000" rtlCol="0">
            <a:spAutoFit/>
          </a:bodyPr>
          <a:lstStyle/>
          <a:p>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1086613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Title Slide">
    <p:bg>
      <p:bgPr>
        <a:solidFill>
          <a:schemeClr val="accent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59C34E-6C23-7664-A6FF-A520EB5C657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199199"/>
            <a:ext cx="3097618" cy="1425800"/>
          </a:xfrm>
          <a:prstGeom prst="rect">
            <a:avLst/>
          </a:prstGeom>
        </p:spPr>
      </p:pic>
      <p:sp>
        <p:nvSpPr>
          <p:cNvPr id="12" name="TextBox 11">
            <a:extLst>
              <a:ext uri="{FF2B5EF4-FFF2-40B4-BE49-F238E27FC236}">
                <a16:creationId xmlns:a16="http://schemas.microsoft.com/office/drawing/2014/main" id="{53DAAF4F-61F9-ED0A-B599-3C8C7999092B}"/>
              </a:ext>
            </a:extLst>
          </p:cNvPr>
          <p:cNvSpPr txBox="1"/>
          <p:nvPr userDrawn="1"/>
        </p:nvSpPr>
        <p:spPr>
          <a:xfrm>
            <a:off x="591367" y="6707373"/>
            <a:ext cx="9647031" cy="159462"/>
          </a:xfrm>
          <a:prstGeom prst="rect">
            <a:avLst/>
          </a:prstGeom>
          <a:noFill/>
        </p:spPr>
        <p:txBody>
          <a:bodyPr wrap="square" lIns="0" tIns="0" rIns="0" bIns="36000" rtlCol="0">
            <a:noAutofit/>
          </a:bodyPr>
          <a:lstStyle/>
          <a:p>
            <a:r>
              <a:rPr lang="en-AU" sz="800" b="0" i="0" u="none" strike="noStrike" dirty="0">
                <a:solidFill>
                  <a:schemeClr val="tx1">
                    <a:lumMod val="65000"/>
                    <a:lumOff val="35000"/>
                  </a:schemeClr>
                </a:solidFill>
                <a:effectLst/>
                <a:latin typeface="Helvetica Neue" panose="02000503000000020004" pitchFamily="2" charset="0"/>
              </a:rPr>
              <a:t>©</a:t>
            </a:r>
            <a:r>
              <a:rPr lang="en-AU" sz="800" dirty="0">
                <a:solidFill>
                  <a:schemeClr val="tx1">
                    <a:lumMod val="65000"/>
                    <a:lumOff val="35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15" name="Title 1">
            <a:extLst>
              <a:ext uri="{FF2B5EF4-FFF2-40B4-BE49-F238E27FC236}">
                <a16:creationId xmlns:a16="http://schemas.microsoft.com/office/drawing/2014/main" id="{BA676A7E-1F92-F5DD-19AD-F9338B409BC7}"/>
              </a:ext>
            </a:extLst>
          </p:cNvPr>
          <p:cNvSpPr>
            <a:spLocks noGrp="1"/>
          </p:cNvSpPr>
          <p:nvPr>
            <p:ph type="ctrTitle" hasCustomPrompt="1"/>
          </p:nvPr>
        </p:nvSpPr>
        <p:spPr>
          <a:xfrm>
            <a:off x="591367" y="1967790"/>
            <a:ext cx="6859152" cy="1697037"/>
          </a:xfrm>
        </p:spPr>
        <p:txBody>
          <a:bodyPr lIns="36000" tIns="36000" rIns="36000" bIns="36000" anchor="t" anchorCtr="0">
            <a:noAutofit/>
          </a:bodyPr>
          <a:lstStyle>
            <a:lvl1pPr algn="l">
              <a:defRPr sz="4800" cap="none" baseline="0"/>
            </a:lvl1pPr>
          </a:lstStyle>
          <a:p>
            <a:r>
              <a:rPr lang="en-US" dirty="0"/>
              <a:t>Click to edit </a:t>
            </a:r>
            <a:br>
              <a:rPr lang="en-US" dirty="0"/>
            </a:br>
            <a:r>
              <a:rPr lang="en-US" dirty="0"/>
              <a:t>master title style</a:t>
            </a:r>
            <a:endParaRPr lang="en-AU" dirty="0"/>
          </a:p>
        </p:txBody>
      </p:sp>
      <p:sp>
        <p:nvSpPr>
          <p:cNvPr id="16" name="Subtitle 2">
            <a:extLst>
              <a:ext uri="{FF2B5EF4-FFF2-40B4-BE49-F238E27FC236}">
                <a16:creationId xmlns:a16="http://schemas.microsoft.com/office/drawing/2014/main" id="{12A66ADF-A69C-D692-4EBD-51E0ED52029B}"/>
              </a:ext>
            </a:extLst>
          </p:cNvPr>
          <p:cNvSpPr>
            <a:spLocks noGrp="1"/>
          </p:cNvSpPr>
          <p:nvPr>
            <p:ph type="subTitle" idx="1" hasCustomPrompt="1"/>
          </p:nvPr>
        </p:nvSpPr>
        <p:spPr>
          <a:xfrm>
            <a:off x="591369" y="3801838"/>
            <a:ext cx="8058151" cy="1095839"/>
          </a:xfrm>
        </p:spPr>
        <p:txBody>
          <a:bodyPr lIns="36000" tIns="36000" rIns="36000" bIns="36000">
            <a:noAutofit/>
          </a:bodyPr>
          <a:lstStyle>
            <a:lvl1pPr marL="0" indent="0" algn="l">
              <a:buNone/>
              <a:defRPr sz="2400" b="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pic>
        <p:nvPicPr>
          <p:cNvPr id="2" name="Picture 1">
            <a:extLst>
              <a:ext uri="{FF2B5EF4-FFF2-40B4-BE49-F238E27FC236}">
                <a16:creationId xmlns:a16="http://schemas.microsoft.com/office/drawing/2014/main" id="{647D9C09-20BA-30E8-179F-D5B69628E42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Tree>
    <p:extLst>
      <p:ext uri="{BB962C8B-B14F-4D97-AF65-F5344CB8AC3E}">
        <p14:creationId xmlns:p14="http://schemas.microsoft.com/office/powerpoint/2010/main" val="3407642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Title Slide">
    <p:bg>
      <p:bgPr>
        <a:solidFill>
          <a:schemeClr val="tx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E359A20-5035-8442-A098-B8481C057802}"/>
              </a:ext>
            </a:extLst>
          </p:cNvPr>
          <p:cNvSpPr>
            <a:spLocks noGrp="1"/>
          </p:cNvSpPr>
          <p:nvPr>
            <p:ph type="ctrTitle" hasCustomPrompt="1"/>
          </p:nvPr>
        </p:nvSpPr>
        <p:spPr>
          <a:xfrm>
            <a:off x="641471" y="1967790"/>
            <a:ext cx="6859152" cy="1697037"/>
          </a:xfrm>
        </p:spPr>
        <p:txBody>
          <a:bodyPr lIns="36000" tIns="36000" rIns="36000" bIns="36000" anchor="t" anchorCtr="0">
            <a:noAutofit/>
          </a:bodyPr>
          <a:lstStyle>
            <a:lvl1pPr algn="l">
              <a:defRPr sz="4800" cap="none" baseline="0">
                <a:solidFill>
                  <a:schemeClr val="bg1"/>
                </a:solidFill>
              </a:defRPr>
            </a:lvl1pPr>
          </a:lstStyle>
          <a:p>
            <a:r>
              <a:rPr lang="en-US" dirty="0"/>
              <a:t>Click to edit </a:t>
            </a:r>
            <a:br>
              <a:rPr lang="en-US" dirty="0"/>
            </a:br>
            <a:r>
              <a:rPr lang="en-US" dirty="0"/>
              <a:t>master title style</a:t>
            </a:r>
            <a:endParaRPr lang="en-AU" dirty="0"/>
          </a:p>
        </p:txBody>
      </p:sp>
      <p:sp>
        <p:nvSpPr>
          <p:cNvPr id="13" name="Subtitle 2">
            <a:extLst>
              <a:ext uri="{FF2B5EF4-FFF2-40B4-BE49-F238E27FC236}">
                <a16:creationId xmlns:a16="http://schemas.microsoft.com/office/drawing/2014/main" id="{ED524F03-A19D-AC44-9363-E34E3ECC37B6}"/>
              </a:ext>
            </a:extLst>
          </p:cNvPr>
          <p:cNvSpPr>
            <a:spLocks noGrp="1"/>
          </p:cNvSpPr>
          <p:nvPr>
            <p:ph type="subTitle" idx="1" hasCustomPrompt="1"/>
          </p:nvPr>
        </p:nvSpPr>
        <p:spPr>
          <a:xfrm>
            <a:off x="641473" y="3801839"/>
            <a:ext cx="8058151" cy="1082332"/>
          </a:xfrm>
        </p:spPr>
        <p:txBody>
          <a:bodyPr lIns="36000" tIns="36000" rIns="36000" bIns="36000">
            <a:noAutofit/>
          </a:bodyPr>
          <a:lstStyle>
            <a:lvl1pPr marL="0" indent="0" algn="l">
              <a:buNone/>
              <a:defRPr sz="2400" b="0">
                <a:solidFill>
                  <a:schemeClr val="bg1"/>
                </a:solidFill>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pic>
        <p:nvPicPr>
          <p:cNvPr id="8" name="Picture 7">
            <a:extLst>
              <a:ext uri="{FF2B5EF4-FFF2-40B4-BE49-F238E27FC236}">
                <a16:creationId xmlns:a16="http://schemas.microsoft.com/office/drawing/2014/main" id="{333FBAC8-8DF8-934F-9301-1D7309E5B3D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211525"/>
            <a:ext cx="3097618" cy="1425798"/>
          </a:xfrm>
          <a:prstGeom prst="rect">
            <a:avLst/>
          </a:prstGeom>
        </p:spPr>
      </p:pic>
      <p:sp>
        <p:nvSpPr>
          <p:cNvPr id="12" name="TextBox 11">
            <a:extLst>
              <a:ext uri="{FF2B5EF4-FFF2-40B4-BE49-F238E27FC236}">
                <a16:creationId xmlns:a16="http://schemas.microsoft.com/office/drawing/2014/main" id="{FF2F004A-3E42-FC3E-2E5A-51F2E5F58ADE}"/>
              </a:ext>
            </a:extLst>
          </p:cNvPr>
          <p:cNvSpPr txBox="1"/>
          <p:nvPr userDrawn="1"/>
        </p:nvSpPr>
        <p:spPr>
          <a:xfrm>
            <a:off x="560631" y="6693585"/>
            <a:ext cx="9647031" cy="164415"/>
          </a:xfrm>
          <a:prstGeom prst="rect">
            <a:avLst/>
          </a:prstGeom>
          <a:noFill/>
        </p:spPr>
        <p:txBody>
          <a:bodyPr wrap="square" lIns="0" tIns="0" rIns="0" bIns="36000" rtlCol="0">
            <a:noAutofit/>
          </a:bodyPr>
          <a:lstStyle/>
          <a:p>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2" name="Picture 1">
            <a:extLst>
              <a:ext uri="{FF2B5EF4-FFF2-40B4-BE49-F238E27FC236}">
                <a16:creationId xmlns:a16="http://schemas.microsoft.com/office/drawing/2014/main" id="{AFBE7F60-820F-BC4C-04A4-CBDFC816439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Tree>
    <p:extLst>
      <p:ext uri="{BB962C8B-B14F-4D97-AF65-F5344CB8AC3E}">
        <p14:creationId xmlns:p14="http://schemas.microsoft.com/office/powerpoint/2010/main" val="420715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8" name="Title 1">
            <a:extLst>
              <a:ext uri="{FF2B5EF4-FFF2-40B4-BE49-F238E27FC236}">
                <a16:creationId xmlns:a16="http://schemas.microsoft.com/office/drawing/2014/main" id="{F5C74C50-5118-C547-9D88-948F63F0CBE0}"/>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a:t>
            </a: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17438" y="2938671"/>
            <a:ext cx="10652077" cy="1552541"/>
          </a:xfrm>
          <a:prstGeom prst="rect">
            <a:avLst/>
          </a:prstGeom>
        </p:spPr>
        <p:txBody>
          <a:bodyPr wrap="square" lIns="0" tIns="0" rIns="0" bIns="0">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Victoria University acknowledges, recognises and respects the Ancestors, Elders and families of the Bunurong/Boonwurrung, Wadawurrung and Wurundjeri/Woiwurrung of the Kulin who are the traditional owners of University land in Victoria, the Gadigal and Guring-gai of the Eora Nation who are the traditional owners of University land in Sydney, and the </a:t>
            </a:r>
            <a:r>
              <a:rPr kumimoji="0" lang="en-A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Yugara</a:t>
            </a: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/YUgarapul people and Turrbal people living in Meanjin (Brisbane).</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17438" y="1525247"/>
            <a:ext cx="3300871" cy="1219199"/>
          </a:xfrm>
          <a:prstGeom prst="rect">
            <a:avLst/>
          </a:prstGeom>
        </p:spPr>
      </p:pic>
      <p:sp>
        <p:nvSpPr>
          <p:cNvPr id="13" name="TextBox 12">
            <a:extLst>
              <a:ext uri="{FF2B5EF4-FFF2-40B4-BE49-F238E27FC236}">
                <a16:creationId xmlns:a16="http://schemas.microsoft.com/office/drawing/2014/main" id="{EF778C99-F423-9445-A17B-BBB35FA5955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18A91586-DFAE-AA4D-9985-1D00DDDFFF0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6A21DE2-BA1C-0D4F-AA35-B64FD2CF55A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15" name="Picture 14">
            <a:extLst>
              <a:ext uri="{FF2B5EF4-FFF2-40B4-BE49-F238E27FC236}">
                <a16:creationId xmlns:a16="http://schemas.microsoft.com/office/drawing/2014/main" id="{B2169999-43B5-6D41-AE93-8B696955433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120FEEE-AEBC-7D12-0593-E211817910D1}"/>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39302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8" name="Title 1">
            <a:extLst>
              <a:ext uri="{FF2B5EF4-FFF2-40B4-BE49-F238E27FC236}">
                <a16:creationId xmlns:a16="http://schemas.microsoft.com/office/drawing/2014/main" id="{F5C74C50-5118-C547-9D88-948F63F0CBE0}"/>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Melbourne</a:t>
            </a: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17438" y="2938671"/>
            <a:ext cx="10768127" cy="2584234"/>
          </a:xfrm>
          <a:prstGeom prst="rect">
            <a:avLst/>
          </a:prstGeom>
        </p:spPr>
        <p:txBody>
          <a:bodyPr lIns="0" tIns="0" rIns="0" bIns="0">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Kulin Nation who are the Traditional Owners of University land. We also acknowledge all Traditional Owners of Country throughout Victoria and pay our respect to their culture, and their Elders past, present and future</a:t>
            </a:r>
            <a:r>
              <a:rPr lang="en-AU" sz="1800" b="0" dirty="0">
                <a:solidFill>
                  <a:prstClr val="black"/>
                </a:solidFill>
              </a:rPr>
              <a:t>.</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 </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Kulin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17438" y="1525247"/>
            <a:ext cx="3300871" cy="1219199"/>
          </a:xfrm>
          <a:prstGeom prst="rect">
            <a:avLst/>
          </a:prstGeom>
        </p:spPr>
      </p:pic>
      <p:sp>
        <p:nvSpPr>
          <p:cNvPr id="13" name="TextBox 12">
            <a:extLst>
              <a:ext uri="{FF2B5EF4-FFF2-40B4-BE49-F238E27FC236}">
                <a16:creationId xmlns:a16="http://schemas.microsoft.com/office/drawing/2014/main" id="{EF778C99-F423-9445-A17B-BBB35FA5955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18A91586-DFAE-AA4D-9985-1D00DDDFFF0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6A21DE2-BA1C-0D4F-AA35-B64FD2CF55A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15" name="Picture 14">
            <a:extLst>
              <a:ext uri="{FF2B5EF4-FFF2-40B4-BE49-F238E27FC236}">
                <a16:creationId xmlns:a16="http://schemas.microsoft.com/office/drawing/2014/main" id="{B2169999-43B5-6D41-AE93-8B696955433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120FEEE-AEBC-7D12-0593-E211817910D1}"/>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619909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08971" y="2938671"/>
            <a:ext cx="10768127" cy="2726635"/>
          </a:xfrm>
          <a:prstGeom prst="rect">
            <a:avLst/>
          </a:prstGeom>
        </p:spPr>
        <p:txBody>
          <a:bodyPr lIns="0" tIns="0" rIns="0" bIns="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Eora Nation who are the Traditional Owners of University land. We also acknowledge all Traditional Owners of Country throughout NSW and pay our respect to their culture, and their Elders past, present and future.</a:t>
            </a:r>
          </a:p>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 </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Eora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8971" y="1525247"/>
            <a:ext cx="3300871" cy="1219199"/>
          </a:xfrm>
          <a:prstGeom prst="rect">
            <a:avLst/>
          </a:prstGeom>
        </p:spPr>
      </p:pic>
      <p:pic>
        <p:nvPicPr>
          <p:cNvPr id="16" name="Picture 15">
            <a:extLst>
              <a:ext uri="{FF2B5EF4-FFF2-40B4-BE49-F238E27FC236}">
                <a16:creationId xmlns:a16="http://schemas.microsoft.com/office/drawing/2014/main" id="{57D03C71-71EB-324E-A605-96C89CD8C4B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2621" y="6231470"/>
            <a:ext cx="3095795" cy="626530"/>
          </a:xfrm>
          <a:prstGeom prst="rect">
            <a:avLst/>
          </a:prstGeom>
        </p:spPr>
      </p:pic>
      <p:sp>
        <p:nvSpPr>
          <p:cNvPr id="2" name="Title 1">
            <a:extLst>
              <a:ext uri="{FF2B5EF4-FFF2-40B4-BE49-F238E27FC236}">
                <a16:creationId xmlns:a16="http://schemas.microsoft.com/office/drawing/2014/main" id="{B23B7E52-AD65-4C57-202F-947C99536E2F}"/>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Sydney</a:t>
            </a:r>
          </a:p>
        </p:txBody>
      </p:sp>
      <p:sp>
        <p:nvSpPr>
          <p:cNvPr id="36" name="TextBox 35">
            <a:extLst>
              <a:ext uri="{FF2B5EF4-FFF2-40B4-BE49-F238E27FC236}">
                <a16:creationId xmlns:a16="http://schemas.microsoft.com/office/drawing/2014/main" id="{ECAA5867-94CB-B747-B1CE-22FA5823226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4A5A148F-773B-E79E-89D7-947255F16FB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84C3E5E9-EEBF-2363-FE17-8C71050DB98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081FC1-A3AF-FC77-7B49-6204F036A6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Tree>
    <p:extLst>
      <p:ext uri="{BB962C8B-B14F-4D97-AF65-F5344CB8AC3E}">
        <p14:creationId xmlns:p14="http://schemas.microsoft.com/office/powerpoint/2010/main" val="1138583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08971" y="2947463"/>
            <a:ext cx="10768127" cy="2726635"/>
          </a:xfrm>
          <a:prstGeom prst="rect">
            <a:avLst/>
          </a:prstGeom>
        </p:spPr>
        <p:txBody>
          <a:bodyPr lIns="0" tIns="0" rIns="0" bIns="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Yulara/YUgarapul and Turrbal Nation who are the Traditional Owners of University land. We also acknowledge all Traditional Owners of Country throughout Queensland and pay our respect to their culture, and their Elders past, present and future.</a:t>
            </a:r>
          </a:p>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a:t>
            </a:r>
          </a:p>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Yulara/YUgarapul and Turrbal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8971" y="1525247"/>
            <a:ext cx="3300871" cy="1219199"/>
          </a:xfrm>
          <a:prstGeom prst="rect">
            <a:avLst/>
          </a:prstGeom>
        </p:spPr>
      </p:pic>
      <p:sp>
        <p:nvSpPr>
          <p:cNvPr id="2" name="Title 1">
            <a:extLst>
              <a:ext uri="{FF2B5EF4-FFF2-40B4-BE49-F238E27FC236}">
                <a16:creationId xmlns:a16="http://schemas.microsoft.com/office/drawing/2014/main" id="{B23B7E52-AD65-4C57-202F-947C99536E2F}"/>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Brisbane</a:t>
            </a:r>
          </a:p>
        </p:txBody>
      </p:sp>
      <p:sp>
        <p:nvSpPr>
          <p:cNvPr id="36" name="TextBox 35">
            <a:extLst>
              <a:ext uri="{FF2B5EF4-FFF2-40B4-BE49-F238E27FC236}">
                <a16:creationId xmlns:a16="http://schemas.microsoft.com/office/drawing/2014/main" id="{ECAA5867-94CB-B747-B1CE-22FA5823226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4A5A148F-773B-E79E-89D7-947255F16FB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84C3E5E9-EEBF-2363-FE17-8C71050DB98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081FC1-A3AF-FC77-7B49-6204F036A6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6" name="Picture 5">
            <a:extLst>
              <a:ext uri="{FF2B5EF4-FFF2-40B4-BE49-F238E27FC236}">
                <a16:creationId xmlns:a16="http://schemas.microsoft.com/office/drawing/2014/main" id="{61AA56A9-5942-BD94-2BA8-BF441E3AFAF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32494" y="6234007"/>
            <a:ext cx="3204595" cy="643467"/>
          </a:xfrm>
          <a:prstGeom prst="rect">
            <a:avLst/>
          </a:prstGeom>
        </p:spPr>
      </p:pic>
    </p:spTree>
    <p:extLst>
      <p:ext uri="{BB962C8B-B14F-4D97-AF65-F5344CB8AC3E}">
        <p14:creationId xmlns:p14="http://schemas.microsoft.com/office/powerpoint/2010/main" val="2543818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accent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5" name="Picture 14">
            <a:extLst>
              <a:ext uri="{FF2B5EF4-FFF2-40B4-BE49-F238E27FC236}">
                <a16:creationId xmlns:a16="http://schemas.microsoft.com/office/drawing/2014/main" id="{F44F8D07-75C1-D94C-B157-919A7496B41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6" name="TextBox 5">
            <a:extLst>
              <a:ext uri="{FF2B5EF4-FFF2-40B4-BE49-F238E27FC236}">
                <a16:creationId xmlns:a16="http://schemas.microsoft.com/office/drawing/2014/main" id="{8DD6CA7B-5747-1D76-6CE1-4BC5818EBA5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B3DF3D85-AD9F-C7FC-A1EC-D47BF2676F3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2330C086-7229-C924-60FF-D50B532A3DA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3F23D11F-75ED-ED34-D148-922A0989343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Content Placeholder 2">
            <a:extLst>
              <a:ext uri="{FF2B5EF4-FFF2-40B4-BE49-F238E27FC236}">
                <a16:creationId xmlns:a16="http://schemas.microsoft.com/office/drawing/2014/main" id="{6847189C-4201-4056-D1B3-0984E848FD06}"/>
              </a:ext>
            </a:extLst>
          </p:cNvPr>
          <p:cNvSpPr>
            <a:spLocks noGrp="1"/>
          </p:cNvSpPr>
          <p:nvPr>
            <p:ph sz="half" idx="1" hasCustomPrompt="1"/>
          </p:nvPr>
        </p:nvSpPr>
        <p:spPr>
          <a:xfrm>
            <a:off x="399738" y="1503307"/>
            <a:ext cx="8019098" cy="1846659"/>
          </a:xfrm>
        </p:spPr>
        <p:txBody>
          <a:bodyPr wrap="square" lIns="0" tIns="0" rIns="0" bIns="0">
            <a:spAutoFit/>
          </a:bodyPr>
          <a:lstStyle>
            <a:lvl1pPr>
              <a:buClr>
                <a:schemeClr val="bg1"/>
              </a:buClr>
              <a:defRPr/>
            </a:lvl1pPr>
            <a:lvl2pPr>
              <a:buClr>
                <a:schemeClr val="bg1"/>
              </a:buClr>
              <a:defRPr/>
            </a:lvl2pPr>
            <a:lvl3pPr>
              <a:buClr>
                <a:schemeClr val="bg1"/>
              </a:buClr>
              <a:defRPr/>
            </a:lvl3pPr>
            <a:lvl4pPr>
              <a:buClr>
                <a:schemeClr val="bg1"/>
              </a:buClr>
              <a:defRPr/>
            </a:lvl4pPr>
            <a:lvl5pPr>
              <a:buClr>
                <a:schemeClr val="bg1"/>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Title Placeholder 1">
            <a:extLst>
              <a:ext uri="{FF2B5EF4-FFF2-40B4-BE49-F238E27FC236}">
                <a16:creationId xmlns:a16="http://schemas.microsoft.com/office/drawing/2014/main" id="{92C6084F-4814-B589-289A-A1DF9EDA27F7}"/>
              </a:ext>
            </a:extLst>
          </p:cNvPr>
          <p:cNvSpPr>
            <a:spLocks noGrp="1"/>
          </p:cNvSpPr>
          <p:nvPr>
            <p:ph type="title"/>
          </p:nvPr>
        </p:nvSpPr>
        <p:spPr>
          <a:xfrm>
            <a:off x="399738" y="343837"/>
            <a:ext cx="801909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2" name="Picture 1" descr="A picture containing pattern, symmetry, black, darkness&#10;&#10;Description automatically generated">
            <a:extLst>
              <a:ext uri="{FF2B5EF4-FFF2-40B4-BE49-F238E27FC236}">
                <a16:creationId xmlns:a16="http://schemas.microsoft.com/office/drawing/2014/main" id="{461E62F1-B92D-012C-3731-A9C3B7DD9E8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Tree>
    <p:extLst>
      <p:ext uri="{BB962C8B-B14F-4D97-AF65-F5344CB8AC3E}">
        <p14:creationId xmlns:p14="http://schemas.microsoft.com/office/powerpoint/2010/main" val="27649264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3" y="3"/>
            <a:ext cx="12192000" cy="6296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5400000">
            <a:off x="7150201" y="1189801"/>
            <a:ext cx="6231600" cy="3852000"/>
          </a:xfrm>
          <a:prstGeom prst="rect">
            <a:avLst/>
          </a:prstGeom>
        </p:spPr>
      </p:pic>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21" name="Picture 20">
            <a:extLst>
              <a:ext uri="{FF2B5EF4-FFF2-40B4-BE49-F238E27FC236}">
                <a16:creationId xmlns:a16="http://schemas.microsoft.com/office/drawing/2014/main" id="{B0523545-3227-E344-8808-B6DBDFF8FFC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043FA94E-A12A-1690-D93B-690C8944ECFA}"/>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EC1FDB05-9DA2-6468-7F29-063F6EBF524C}"/>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77C4FCF8-47CC-0EA3-8FF5-37B68069D8AC}"/>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Content Placeholder 2">
            <a:extLst>
              <a:ext uri="{FF2B5EF4-FFF2-40B4-BE49-F238E27FC236}">
                <a16:creationId xmlns:a16="http://schemas.microsoft.com/office/drawing/2014/main" id="{C188AFE5-FC84-C69B-2DB3-DF363E231931}"/>
              </a:ext>
            </a:extLst>
          </p:cNvPr>
          <p:cNvSpPr>
            <a:spLocks noGrp="1"/>
          </p:cNvSpPr>
          <p:nvPr>
            <p:ph sz="half" idx="1" hasCustomPrompt="1"/>
          </p:nvPr>
        </p:nvSpPr>
        <p:spPr>
          <a:xfrm>
            <a:off x="399738" y="1503307"/>
            <a:ext cx="8019098" cy="1846659"/>
          </a:xfrm>
        </p:spPr>
        <p:txBody>
          <a:bodyPr wrap="square" lIns="0" tIns="0" rIns="0" bIns="0">
            <a:spAutoFit/>
          </a:bodyPr>
          <a:lstStyle>
            <a:lvl1pPr marL="287986" indent="-287986">
              <a:buClr>
                <a:schemeClr val="accent1"/>
              </a:buClr>
              <a:buFont typeface=".Lucida Grande UI Regular"/>
              <a:buChar char="◆"/>
              <a:defRPr/>
            </a:lvl1pPr>
            <a:lvl2pPr marL="575972" indent="-287986">
              <a:buClr>
                <a:schemeClr val="accent1"/>
              </a:buClr>
              <a:buFont typeface=".Lucida Grande UI Regular"/>
              <a:buChar char="◆"/>
              <a:defRPr/>
            </a:lvl2pPr>
            <a:lvl3pPr marL="863957" indent="-287986">
              <a:buClr>
                <a:schemeClr val="accent1"/>
              </a:buClr>
              <a:buFont typeface=".Lucida Grande UI Regular"/>
              <a:buChar char="◆"/>
              <a:defRPr/>
            </a:lvl3pPr>
            <a:lvl4pPr marL="1151942" indent="-287986">
              <a:buClr>
                <a:schemeClr val="accent1"/>
              </a:buClr>
              <a:buFont typeface=".Lucida Grande UI Regular"/>
              <a:buChar char="◆"/>
              <a:defRPr/>
            </a:lvl4pPr>
            <a:lvl5pPr marL="1439928" indent="-287986">
              <a:buClr>
                <a:schemeClr val="accent1"/>
              </a:buClr>
              <a:buFont typeface=".Lucida Grande UI Regular"/>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5" name="Title Placeholder 1">
            <a:extLst>
              <a:ext uri="{FF2B5EF4-FFF2-40B4-BE49-F238E27FC236}">
                <a16:creationId xmlns:a16="http://schemas.microsoft.com/office/drawing/2014/main" id="{87E69F8A-40C2-95D8-6C78-2805150E05B5}"/>
              </a:ext>
            </a:extLst>
          </p:cNvPr>
          <p:cNvSpPr>
            <a:spLocks noGrp="1"/>
          </p:cNvSpPr>
          <p:nvPr>
            <p:ph type="title"/>
          </p:nvPr>
        </p:nvSpPr>
        <p:spPr>
          <a:xfrm>
            <a:off x="399738" y="343837"/>
            <a:ext cx="801909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screenshot, pattern, symmetry, black&#10;&#10;Description automatically generated">
            <a:extLst>
              <a:ext uri="{FF2B5EF4-FFF2-40B4-BE49-F238E27FC236}">
                <a16:creationId xmlns:a16="http://schemas.microsoft.com/office/drawing/2014/main" id="{C1E954CD-73EF-F046-EC10-62CA0E515E6C}"/>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89C82B84-00EE-0914-CA5E-9D26D54E1F2E}"/>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60558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6_Custom Layout">
    <p:bg>
      <p:bgPr>
        <a:solidFill>
          <a:schemeClr val="tx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3" name="Picture 12">
            <a:extLst>
              <a:ext uri="{FF2B5EF4-FFF2-40B4-BE49-F238E27FC236}">
                <a16:creationId xmlns:a16="http://schemas.microsoft.com/office/drawing/2014/main" id="{648DAA79-5972-9941-8B04-9BF74EBDBD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7377D2E-6CCF-9089-33FD-811A6A9F95EB}"/>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0994AC71-BF86-0E9E-548C-85F0AB3A1C9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B98D3903-AEC4-13D2-283D-4805D7246F25}"/>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9" name="Content Placeholder 2">
            <a:extLst>
              <a:ext uri="{FF2B5EF4-FFF2-40B4-BE49-F238E27FC236}">
                <a16:creationId xmlns:a16="http://schemas.microsoft.com/office/drawing/2014/main" id="{2095D537-8F4D-C169-F01F-5278C969AACD}"/>
              </a:ext>
            </a:extLst>
          </p:cNvPr>
          <p:cNvSpPr>
            <a:spLocks noGrp="1"/>
          </p:cNvSpPr>
          <p:nvPr>
            <p:ph sz="half" idx="1" hasCustomPrompt="1"/>
          </p:nvPr>
        </p:nvSpPr>
        <p:spPr>
          <a:xfrm>
            <a:off x="399738" y="1503307"/>
            <a:ext cx="8019098" cy="1846659"/>
          </a:xfrm>
        </p:spPr>
        <p:txBody>
          <a:bodyPr wrap="square" lIns="0" tIns="0" rIns="0" bIns="0">
            <a:spAutoFit/>
          </a:bodyPr>
          <a:lstStyle>
            <a:lvl1pPr marL="287986" indent="-287986">
              <a:buClr>
                <a:schemeClr val="accent1"/>
              </a:buClr>
              <a:buFont typeface=".Lucida Grande UI Regular"/>
              <a:buChar char="◆"/>
              <a:defRPr>
                <a:solidFill>
                  <a:schemeClr val="bg1"/>
                </a:solidFill>
              </a:defRPr>
            </a:lvl1pPr>
            <a:lvl2pPr marL="575972" indent="-287986">
              <a:buClr>
                <a:schemeClr val="accent1"/>
              </a:buClr>
              <a:buFont typeface=".Lucida Grande UI Regular"/>
              <a:buChar char="◆"/>
              <a:defRPr>
                <a:solidFill>
                  <a:schemeClr val="bg1"/>
                </a:solidFill>
              </a:defRPr>
            </a:lvl2pPr>
            <a:lvl3pPr marL="863957" indent="-287986">
              <a:buClr>
                <a:schemeClr val="accent1"/>
              </a:buClr>
              <a:buFont typeface=".Lucida Grande UI Regular"/>
              <a:buChar char="◆"/>
              <a:defRPr>
                <a:solidFill>
                  <a:schemeClr val="bg1"/>
                </a:solidFill>
              </a:defRPr>
            </a:lvl3pPr>
            <a:lvl4pPr marL="1151942" indent="-287986">
              <a:buClr>
                <a:schemeClr val="accent1"/>
              </a:buClr>
              <a:buFont typeface=".Lucida Grande UI Regular"/>
              <a:buChar char="◆"/>
              <a:defRPr>
                <a:solidFill>
                  <a:schemeClr val="bg1"/>
                </a:solidFill>
              </a:defRPr>
            </a:lvl4pPr>
            <a:lvl5pPr marL="1439928" indent="-287986">
              <a:buClr>
                <a:schemeClr val="accent1"/>
              </a:buClr>
              <a:buFont typeface=".Lucida Grande UI Regular"/>
              <a:buChar cha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itle Placeholder 1">
            <a:extLst>
              <a:ext uri="{FF2B5EF4-FFF2-40B4-BE49-F238E27FC236}">
                <a16:creationId xmlns:a16="http://schemas.microsoft.com/office/drawing/2014/main" id="{49659056-15A5-782B-90B5-388BDE47CCDB}"/>
              </a:ext>
            </a:extLst>
          </p:cNvPr>
          <p:cNvSpPr>
            <a:spLocks noGrp="1"/>
          </p:cNvSpPr>
          <p:nvPr>
            <p:ph type="title"/>
          </p:nvPr>
        </p:nvSpPr>
        <p:spPr>
          <a:xfrm>
            <a:off x="399737" y="343837"/>
            <a:ext cx="11365319" cy="443198"/>
          </a:xfrm>
          <a:prstGeom prst="rect">
            <a:avLst/>
          </a:prstGeom>
        </p:spPr>
        <p:txBody>
          <a:bodyPr vert="horz" wrap="square" lIns="0" tIns="0" rIns="0" bIns="0" rtlCol="0" anchor="t" anchorCtr="0">
            <a:spAutoFit/>
          </a:bodyPr>
          <a:lstStyle>
            <a:lvl1pPr>
              <a:defRPr>
                <a:solidFill>
                  <a:schemeClr val="bg1"/>
                </a:solidFill>
              </a:defRPr>
            </a:lvl1pPr>
          </a:lstStyle>
          <a:p>
            <a:r>
              <a:rPr lang="en-US"/>
              <a:t>Click to edit Master title style</a:t>
            </a:r>
            <a:endParaRPr lang="en-US" dirty="0"/>
          </a:p>
        </p:txBody>
      </p:sp>
      <p:pic>
        <p:nvPicPr>
          <p:cNvPr id="2" name="Picture 1" descr="A picture containing screenshot, pattern, symmetry, black&#10;&#10;Description automatically generated">
            <a:extLst>
              <a:ext uri="{FF2B5EF4-FFF2-40B4-BE49-F238E27FC236}">
                <a16:creationId xmlns:a16="http://schemas.microsoft.com/office/drawing/2014/main" id="{0A4FD1D8-7099-AE7B-C4BE-9297B45BEE0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17282052-A3B6-1416-E3D3-DD738668A839}"/>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4519534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61516" y="2248455"/>
            <a:ext cx="6297023" cy="1291498"/>
          </a:xfrm>
        </p:spPr>
        <p:txBody>
          <a:bodyPr/>
          <a:lstStyle>
            <a:lvl1pPr>
              <a:defRPr sz="4400">
                <a:solidFill>
                  <a:schemeClr val="tx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519FEDA2-B9A7-CC46-A50F-E76C7B57A2A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68BB3307-2F1C-144B-FCE9-6CF1594D73D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8465500A-1AE8-9466-F533-026B217BF9E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5318FDA1-31F4-0E44-BC1A-C7897BD3A766}"/>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pattern, symmetry, black, darkness&#10;&#10;Description automatically generated">
            <a:extLst>
              <a:ext uri="{FF2B5EF4-FFF2-40B4-BE49-F238E27FC236}">
                <a16:creationId xmlns:a16="http://schemas.microsoft.com/office/drawing/2014/main" id="{C399F179-FE58-5CAD-8D38-7F0528E3341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D2EF5C8C-EDAC-C213-0C59-8A31586D957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057688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68696" y="2248385"/>
            <a:ext cx="5944683" cy="1291498"/>
          </a:xfrm>
        </p:spPr>
        <p:txBody>
          <a:bodyPr/>
          <a:lstStyle>
            <a:lvl1pPr>
              <a:defRPr sz="4400">
                <a:solidFill>
                  <a:schemeClr val="tx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AD936BE6-6112-6D41-8366-3E182182E9E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4CE00F83-B7B4-2D46-8819-128947031A5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3AEBA50B-7961-3D47-9173-5819A153BC1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6E10178E-5855-5B93-810C-4B75E9B8950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B390DAE2-14BE-5523-40C4-348BD64882EC}"/>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3E5BC234-63C3-57D1-1CBA-2583553C165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5" name="TextBox 4">
            <a:extLst>
              <a:ext uri="{FF2B5EF4-FFF2-40B4-BE49-F238E27FC236}">
                <a16:creationId xmlns:a16="http://schemas.microsoft.com/office/drawing/2014/main" id="{1D7A7BE8-C041-8BBD-B434-FE81A346FFE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4604960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53060" y="2280665"/>
            <a:ext cx="6253479" cy="1291498"/>
          </a:xfrm>
        </p:spPr>
        <p:txBody>
          <a:bodyPr/>
          <a:lstStyle>
            <a:lvl1pPr>
              <a:defRPr sz="4400">
                <a:solidFill>
                  <a:schemeClr val="accent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AD936BE6-6112-6D41-8366-3E182182E9E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61B92C45-3EDE-074C-8187-1049CCED899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9394BC0D-EB47-34BA-C559-25F41DEAAB57}"/>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7EF284EC-B11E-6252-04AB-2D31CA4D0058}"/>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D17EA44B-2C6D-C5C3-A77F-36A87FA389F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pattern, symmetry, black, darkness&#10;&#10;Description automatically generated">
            <a:extLst>
              <a:ext uri="{FF2B5EF4-FFF2-40B4-BE49-F238E27FC236}">
                <a16:creationId xmlns:a16="http://schemas.microsoft.com/office/drawing/2014/main" id="{48C78B85-0731-9269-63F5-138D9D1EEE85}"/>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F9B804B7-35A1-E5DD-99CF-4DC7D88AD30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3726414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468BB1F6-1F9C-4B43-A3CF-73D42034484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3" name="Content Placeholder 2">
            <a:extLst>
              <a:ext uri="{FF2B5EF4-FFF2-40B4-BE49-F238E27FC236}">
                <a16:creationId xmlns:a16="http://schemas.microsoft.com/office/drawing/2014/main" id="{A74221F2-C39C-8F76-AFB7-65BC0BEE7617}"/>
              </a:ext>
            </a:extLst>
          </p:cNvPr>
          <p:cNvSpPr>
            <a:spLocks noGrp="1"/>
          </p:cNvSpPr>
          <p:nvPr>
            <p:ph sz="half" idx="12" hasCustomPrompt="1"/>
          </p:nvPr>
        </p:nvSpPr>
        <p:spPr>
          <a:xfrm>
            <a:off x="399737" y="1503307"/>
            <a:ext cx="8577208" cy="1846659"/>
          </a:xfrm>
        </p:spPr>
        <p:txBody>
          <a:bodyPr wrap="square" lIns="0" tIns="0" rIns="0" bIns="0">
            <a:spAutoFit/>
          </a:bodyPr>
          <a:lstStyle>
            <a:lvl1pPr marL="0" indent="0">
              <a:buFontTx/>
              <a:buNone/>
              <a:defRPr/>
            </a:lvl1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51ECFDD3-6A5B-2187-AD2A-25D51A21C75E}"/>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3" name="Straight Connector 2">
            <a:extLst>
              <a:ext uri="{FF2B5EF4-FFF2-40B4-BE49-F238E27FC236}">
                <a16:creationId xmlns:a16="http://schemas.microsoft.com/office/drawing/2014/main" id="{7B1B1C2A-CA9B-7E2C-7E63-8ECC4C95C1B7}"/>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F231DEA-F0DD-4F75-82AB-BC6051D889C3}"/>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D65F1039-B6AF-37AF-17C2-921C2AE213E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4" name="Picture 3" descr="A picture containing screenshot, pattern, symmetry, black&#10;&#10;Description automatically generated">
            <a:extLst>
              <a:ext uri="{FF2B5EF4-FFF2-40B4-BE49-F238E27FC236}">
                <a16:creationId xmlns:a16="http://schemas.microsoft.com/office/drawing/2014/main" id="{C04A9EE1-6933-3437-8FDA-A20B7A21531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6" name="TextBox 5">
            <a:extLst>
              <a:ext uri="{FF2B5EF4-FFF2-40B4-BE49-F238E27FC236}">
                <a16:creationId xmlns:a16="http://schemas.microsoft.com/office/drawing/2014/main" id="{2FCB0FC2-2364-F3F5-C032-955AB04CCD97}"/>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9912964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7" y="1503304"/>
            <a:ext cx="9082830" cy="4502724"/>
          </a:xfrm>
        </p:spPr>
        <p:txBody>
          <a:bodyPr/>
          <a:lstStyle>
            <a:lvl1pPr marL="0" indent="0">
              <a:buClr>
                <a:schemeClr val="bg1"/>
              </a:buClr>
              <a:buFontTx/>
              <a:buNone/>
              <a:defRPr>
                <a:solidFill>
                  <a:schemeClr val="tx1"/>
                </a:solidFill>
              </a:defRPr>
            </a:lvl1pPr>
            <a:lvl2pPr marL="6350" indent="0">
              <a:buClr>
                <a:schemeClr val="bg1"/>
              </a:buClr>
              <a:buFontTx/>
              <a:buNone/>
              <a:tabLst/>
              <a:defRPr>
                <a:solidFill>
                  <a:schemeClr val="tx1"/>
                </a:solidFill>
              </a:defRPr>
            </a:lvl2pPr>
            <a:lvl3pPr marL="6350" indent="0">
              <a:buClr>
                <a:schemeClr val="bg1"/>
              </a:buClr>
              <a:buFontTx/>
              <a:buNone/>
              <a:tabLst/>
              <a:defRPr>
                <a:solidFill>
                  <a:schemeClr val="tx1"/>
                </a:solidFill>
              </a:defRPr>
            </a:lvl3pPr>
            <a:lvl4pPr marL="6350" indent="0">
              <a:buClr>
                <a:schemeClr val="bg1"/>
              </a:buClr>
              <a:buFontTx/>
              <a:buNone/>
              <a:tabLst/>
              <a:defRPr>
                <a:solidFill>
                  <a:schemeClr val="tx1"/>
                </a:solidFill>
              </a:defRPr>
            </a:lvl4pPr>
            <a:lvl5pPr marL="6350" indent="0">
              <a:buClr>
                <a:schemeClr val="bg1"/>
              </a:buClr>
              <a:buFontTx/>
              <a:buNone/>
              <a:tabLst/>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B05C9648-CD8C-3949-987A-32564A1A21E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TextBox 6">
            <a:extLst>
              <a:ext uri="{FF2B5EF4-FFF2-40B4-BE49-F238E27FC236}">
                <a16:creationId xmlns:a16="http://schemas.microsoft.com/office/drawing/2014/main" id="{91251687-52D0-8BD9-F9CA-059AFDE4E3E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2" name="TextBox 1">
            <a:extLst>
              <a:ext uri="{FF2B5EF4-FFF2-40B4-BE49-F238E27FC236}">
                <a16:creationId xmlns:a16="http://schemas.microsoft.com/office/drawing/2014/main" id="{2C55AED4-7EF0-58C9-A0AF-6CCF60EB916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3FC2459D-3136-6570-1015-F0E7F013F55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6D1CCEE3-5553-491F-0F18-375DCD363633}"/>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0BFC678E-FC47-CB24-5767-2B76D2BC4DB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screenshot, pattern, symmetry, black&#10;&#10;Description automatically generated">
            <a:extLst>
              <a:ext uri="{FF2B5EF4-FFF2-40B4-BE49-F238E27FC236}">
                <a16:creationId xmlns:a16="http://schemas.microsoft.com/office/drawing/2014/main" id="{442314FD-05D8-069B-F2D0-F184D1B8C44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Tree>
    <p:extLst>
      <p:ext uri="{BB962C8B-B14F-4D97-AF65-F5344CB8AC3E}">
        <p14:creationId xmlns:p14="http://schemas.microsoft.com/office/powerpoint/2010/main" val="22040877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ontent with Captio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AE8C87C-B0FB-B74B-98A8-02318D332ADA}"/>
              </a:ext>
            </a:extLst>
          </p:cNvPr>
          <p:cNvSpPr>
            <a:spLocks noGrp="1"/>
          </p:cNvSpPr>
          <p:nvPr>
            <p:ph type="body" sz="half" idx="2" hasCustomPrompt="1"/>
          </p:nvPr>
        </p:nvSpPr>
        <p:spPr>
          <a:xfrm>
            <a:off x="399737" y="1503307"/>
            <a:ext cx="11459536" cy="4437560"/>
          </a:xfrm>
        </p:spPr>
        <p:txBody>
          <a:bodyPr>
            <a:no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88CC51C9-ECA3-5340-ABCF-83B40312B6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A1421B67-4D43-BB08-5C10-8A16073BF4A9}"/>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BD44A885-303D-A3BF-98BD-56CEDAD5105C}"/>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F783C8F0-25AE-E07D-A37F-3D558E5051D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3" name="Title Placeholder 1">
            <a:extLst>
              <a:ext uri="{FF2B5EF4-FFF2-40B4-BE49-F238E27FC236}">
                <a16:creationId xmlns:a16="http://schemas.microsoft.com/office/drawing/2014/main" id="{5F66D656-9888-1A15-623F-3B0417C10EDC}"/>
              </a:ext>
            </a:extLst>
          </p:cNvPr>
          <p:cNvSpPr>
            <a:spLocks noGrp="1"/>
          </p:cNvSpPr>
          <p:nvPr>
            <p:ph type="title"/>
          </p:nvPr>
        </p:nvSpPr>
        <p:spPr>
          <a:xfrm>
            <a:off x="399737" y="343837"/>
            <a:ext cx="11459535"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6556BFC7-55B8-DA91-E08B-08C9D419006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2020587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ontent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63CA3AD-6B9A-AD41-A7E7-9462E6B533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7" name="Text Placeholder 3">
            <a:extLst>
              <a:ext uri="{FF2B5EF4-FFF2-40B4-BE49-F238E27FC236}">
                <a16:creationId xmlns:a16="http://schemas.microsoft.com/office/drawing/2014/main" id="{2AD421B6-4912-5A45-8D3C-2FB70C1FC801}"/>
              </a:ext>
            </a:extLst>
          </p:cNvPr>
          <p:cNvSpPr>
            <a:spLocks noGrp="1"/>
          </p:cNvSpPr>
          <p:nvPr>
            <p:ph type="body" sz="half" idx="13" hasCustomPrompt="1"/>
          </p:nvPr>
        </p:nvSpPr>
        <p:spPr>
          <a:xfrm>
            <a:off x="6257217" y="1503307"/>
            <a:ext cx="5557512" cy="4404516"/>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18" name="Text Placeholder 3">
            <a:extLst>
              <a:ext uri="{FF2B5EF4-FFF2-40B4-BE49-F238E27FC236}">
                <a16:creationId xmlns:a16="http://schemas.microsoft.com/office/drawing/2014/main" id="{D9240F03-0365-FDB5-6FE3-B61E81C37404}"/>
              </a:ext>
            </a:extLst>
          </p:cNvPr>
          <p:cNvSpPr>
            <a:spLocks noGrp="1"/>
          </p:cNvSpPr>
          <p:nvPr>
            <p:ph type="body" sz="half" idx="14" hasCustomPrompt="1"/>
          </p:nvPr>
        </p:nvSpPr>
        <p:spPr>
          <a:xfrm>
            <a:off x="399737" y="1503307"/>
            <a:ext cx="5557512" cy="4404516"/>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2" name="TextBox 1">
            <a:extLst>
              <a:ext uri="{FF2B5EF4-FFF2-40B4-BE49-F238E27FC236}">
                <a16:creationId xmlns:a16="http://schemas.microsoft.com/office/drawing/2014/main" id="{31DE070B-2ECD-757E-05B7-7D464A7D780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01B07F9F-A015-7CF7-1B3A-D6BC0DAEBEA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F78BD73-7173-1382-04CA-8E1199A5443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Title Placeholder 1">
            <a:extLst>
              <a:ext uri="{FF2B5EF4-FFF2-40B4-BE49-F238E27FC236}">
                <a16:creationId xmlns:a16="http://schemas.microsoft.com/office/drawing/2014/main" id="{1D24DA40-BF0E-B7A6-8CDB-6DD58F73843B}"/>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D74CE0A5-424F-1D7C-1A49-A1B6B9A8A007}"/>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3063680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8D041142-4F7A-A180-B4EF-B8B9A8A9977E}"/>
              </a:ext>
            </a:extLst>
          </p:cNvPr>
          <p:cNvSpPr>
            <a:spLocks noGrp="1"/>
          </p:cNvSpPr>
          <p:nvPr>
            <p:ph type="body" sz="half" idx="10" hasCustomPrompt="1"/>
          </p:nvPr>
        </p:nvSpPr>
        <p:spPr>
          <a:xfrm>
            <a:off x="399737" y="1503307"/>
            <a:ext cx="5557512" cy="4404515"/>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269875" indent="-263525">
              <a:buFont typeface=".Lucida Grande UI Regular"/>
              <a:buChar char="◆"/>
              <a:tabLst/>
              <a:defRPr sz="1400"/>
            </a:lvl2pPr>
            <a:lvl3pPr marL="269875" indent="-263525">
              <a:buFont typeface=".Lucida Grande UI Regular"/>
              <a:buChar char="◆"/>
              <a:tabLst/>
              <a:defRPr sz="1200"/>
            </a:lvl3pPr>
            <a:lvl4pPr marL="269875" indent="-263525">
              <a:buFont typeface=".Lucida Grande UI Regular"/>
              <a:buChar char="◆"/>
              <a:tabLst/>
              <a:defRPr sz="1000"/>
            </a:lvl4pPr>
            <a:lvl5pPr marL="269875" indent="-263525">
              <a:buFont typeface=".Lucida Grande UI Regular"/>
              <a:buChar char="◆"/>
              <a:tabLst/>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67EE6855-6739-994B-B890-250D287A05D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9" name="Text Placeholder 3">
            <a:extLst>
              <a:ext uri="{FF2B5EF4-FFF2-40B4-BE49-F238E27FC236}">
                <a16:creationId xmlns:a16="http://schemas.microsoft.com/office/drawing/2014/main" id="{CB8668DE-AC0D-87D3-054D-C8504C0B6613}"/>
              </a:ext>
            </a:extLst>
          </p:cNvPr>
          <p:cNvSpPr>
            <a:spLocks noGrp="1"/>
          </p:cNvSpPr>
          <p:nvPr>
            <p:ph type="body" sz="half" idx="11" hasCustomPrompt="1"/>
          </p:nvPr>
        </p:nvSpPr>
        <p:spPr>
          <a:xfrm>
            <a:off x="6255530" y="1503307"/>
            <a:ext cx="5559199" cy="4404515"/>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269875" indent="-263525">
              <a:buFont typeface=".Lucida Grande UI Regular"/>
              <a:buChar char="◆"/>
              <a:tabLst/>
              <a:defRPr sz="1400"/>
            </a:lvl2pPr>
            <a:lvl3pPr marL="269875" indent="-263525">
              <a:buFont typeface=".Lucida Grande UI Regular"/>
              <a:buChar char="◆"/>
              <a:tabLst/>
              <a:defRPr sz="1200"/>
            </a:lvl3pPr>
            <a:lvl4pPr marL="269875" indent="-263525">
              <a:buFont typeface=".Lucida Grande UI Regular"/>
              <a:buChar char="◆"/>
              <a:tabLst/>
              <a:defRPr sz="1000"/>
            </a:lvl4pPr>
            <a:lvl5pPr marL="269875" indent="-263525">
              <a:buFont typeface=".Lucida Grande UI Regular"/>
              <a:buChar char="◆"/>
              <a:tabLst/>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8A740C33-6C73-E595-4B9E-B3C1368BA88E}"/>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3" name="Straight Connector 2">
            <a:extLst>
              <a:ext uri="{FF2B5EF4-FFF2-40B4-BE49-F238E27FC236}">
                <a16:creationId xmlns:a16="http://schemas.microsoft.com/office/drawing/2014/main" id="{E5C8E73B-C1A0-4747-053E-CEA3E760EF1E}"/>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46F378E4-E006-11F6-0B4E-C148B1654BB4}"/>
              </a:ext>
            </a:extLst>
          </p:cNvPr>
          <p:cNvSpPr>
            <a:spLocks noGrp="1"/>
          </p:cNvSpPr>
          <p:nvPr>
            <p:ph type="ftr" sz="quarter" idx="12"/>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C69DD8FA-2BF1-16EB-760F-AA7F3729A57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6" name="TextBox 5">
            <a:extLst>
              <a:ext uri="{FF2B5EF4-FFF2-40B4-BE49-F238E27FC236}">
                <a16:creationId xmlns:a16="http://schemas.microsoft.com/office/drawing/2014/main" id="{EF920DB4-7309-8DEB-2929-2B27514DA96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1470137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BA69A2-6A43-3E40-87D7-C9EF31A5047B}"/>
              </a:ext>
            </a:extLst>
          </p:cNvPr>
          <p:cNvSpPr>
            <a:spLocks noGrp="1"/>
          </p:cNvSpPr>
          <p:nvPr>
            <p:ph idx="1" hasCustomPrompt="1"/>
          </p:nvPr>
        </p:nvSpPr>
        <p:spPr>
          <a:xfrm>
            <a:off x="4927601" y="1503302"/>
            <a:ext cx="6887127" cy="4404516"/>
          </a:xfrm>
        </p:spPr>
        <p:txBody>
          <a:bodyPr>
            <a:normAutofit/>
          </a:bodyPr>
          <a:lstStyle>
            <a:lvl1pPr marL="0" indent="0">
              <a:buFontTx/>
              <a:buNone/>
              <a:defRPr sz="2000" b="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dirty="0"/>
              <a:t>Click to edit master text styles</a:t>
            </a:r>
          </a:p>
        </p:txBody>
      </p:sp>
      <p:sp>
        <p:nvSpPr>
          <p:cNvPr id="4" name="Text Placeholder 3">
            <a:extLst>
              <a:ext uri="{FF2B5EF4-FFF2-40B4-BE49-F238E27FC236}">
                <a16:creationId xmlns:a16="http://schemas.microsoft.com/office/drawing/2014/main" id="{AAE8C87C-B0FB-B74B-98A8-02318D332ADA}"/>
              </a:ext>
            </a:extLst>
          </p:cNvPr>
          <p:cNvSpPr>
            <a:spLocks noGrp="1"/>
          </p:cNvSpPr>
          <p:nvPr>
            <p:ph type="body" sz="half" idx="2" hasCustomPrompt="1"/>
          </p:nvPr>
        </p:nvSpPr>
        <p:spPr>
          <a:xfrm>
            <a:off x="399737" y="1503304"/>
            <a:ext cx="4187253" cy="4404514"/>
          </a:xfrm>
        </p:spPr>
        <p:txBody>
          <a:bodyPr>
            <a:normAutofit/>
          </a:bodyPr>
          <a:lstStyle>
            <a:lvl1pPr marL="0" indent="0">
              <a:buNone/>
              <a:defRPr sz="20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11AA30BC-1D42-9846-9AF2-E2A5071148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B0B467FB-30AA-F6BE-5110-D9CC90B98D3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7C6C29CC-67CE-6421-C8B0-489BBC5647F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41B5FE3D-CA78-C098-999D-C842514BE79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E8475EEE-A2AA-6793-0317-A2C5009E59E3}"/>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5" name="TextBox 4">
            <a:extLst>
              <a:ext uri="{FF2B5EF4-FFF2-40B4-BE49-F238E27FC236}">
                <a16:creationId xmlns:a16="http://schemas.microsoft.com/office/drawing/2014/main" id="{0F550321-7F1F-3286-1384-A3723E61FDB6}"/>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738671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824E094-F896-8E40-AC9C-ABF9075C5AE1}"/>
              </a:ext>
            </a:extLst>
          </p:cNvPr>
          <p:cNvSpPr>
            <a:spLocks noGrp="1"/>
          </p:cNvSpPr>
          <p:nvPr>
            <p:ph type="pic" idx="1"/>
          </p:nvPr>
        </p:nvSpPr>
        <p:spPr>
          <a:xfrm>
            <a:off x="4939263" y="1503300"/>
            <a:ext cx="7252737" cy="4728169"/>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12" name="Rectangle 11">
            <a:extLst>
              <a:ext uri="{FF2B5EF4-FFF2-40B4-BE49-F238E27FC236}">
                <a16:creationId xmlns:a16="http://schemas.microsoft.com/office/drawing/2014/main" id="{5FB21F4C-4EE3-A548-921D-45FB30330E6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77D3286F-C0D4-6642-8D0B-14EEC9C7AFE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Content Placeholder 2">
            <a:extLst>
              <a:ext uri="{FF2B5EF4-FFF2-40B4-BE49-F238E27FC236}">
                <a16:creationId xmlns:a16="http://schemas.microsoft.com/office/drawing/2014/main" id="{4A908564-1E90-ABBE-37D2-7DC31735C088}"/>
              </a:ext>
            </a:extLst>
          </p:cNvPr>
          <p:cNvSpPr>
            <a:spLocks noGrp="1"/>
          </p:cNvSpPr>
          <p:nvPr>
            <p:ph sz="half" idx="14" hasCustomPrompt="1"/>
          </p:nvPr>
        </p:nvSpPr>
        <p:spPr>
          <a:xfrm>
            <a:off x="398783" y="1503301"/>
            <a:ext cx="4187253" cy="440451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Box 7">
            <a:extLst>
              <a:ext uri="{FF2B5EF4-FFF2-40B4-BE49-F238E27FC236}">
                <a16:creationId xmlns:a16="http://schemas.microsoft.com/office/drawing/2014/main" id="{FFF3E3DC-94E4-F17D-36CB-450544502F3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9" name="Straight Connector 8">
            <a:extLst>
              <a:ext uri="{FF2B5EF4-FFF2-40B4-BE49-F238E27FC236}">
                <a16:creationId xmlns:a16="http://schemas.microsoft.com/office/drawing/2014/main" id="{90BF3BC5-D94C-EDA3-8FBC-6435B4DE16C7}"/>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DB726D05-460B-0A59-026D-A6ABD195828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447C72BC-0B7D-4FB3-3772-38C5E4C708D1}"/>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2" name="TextBox 1">
            <a:extLst>
              <a:ext uri="{FF2B5EF4-FFF2-40B4-BE49-F238E27FC236}">
                <a16:creationId xmlns:a16="http://schemas.microsoft.com/office/drawing/2014/main" id="{F4AAD095-7F6F-2D3F-0CCA-FB24F185F57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9371847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0D1CB3-C3E8-8E4B-AAC3-082CC0AF6319}"/>
              </a:ext>
            </a:extLst>
          </p:cNvPr>
          <p:cNvSpPr>
            <a:spLocks noGrp="1"/>
          </p:cNvSpPr>
          <p:nvPr>
            <p:ph sz="half" idx="1" hasCustomPrompt="1"/>
          </p:nvPr>
        </p:nvSpPr>
        <p:spPr>
          <a:xfrm>
            <a:off x="399737" y="1511016"/>
            <a:ext cx="4328644" cy="435013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DDDAF287-83F2-C44A-BF25-155F5BF57EEB}"/>
              </a:ext>
            </a:extLst>
          </p:cNvPr>
          <p:cNvSpPr>
            <a:spLocks noGrp="1"/>
          </p:cNvSpPr>
          <p:nvPr>
            <p:ph idx="12"/>
          </p:nvPr>
        </p:nvSpPr>
        <p:spPr>
          <a:xfrm>
            <a:off x="5026662" y="1503304"/>
            <a:ext cx="5067372" cy="4357850"/>
          </a:xfrm>
        </p:spPr>
        <p:txBody>
          <a:bodyPr/>
          <a:lstStyle>
            <a:lvl1pPr marL="0" indent="0">
              <a:buFontTx/>
              <a:buNone/>
              <a:defRPr/>
            </a:lvl1pPr>
          </a:lstStyle>
          <a:p>
            <a:pPr lvl="0"/>
            <a:r>
              <a:rPr lang="en-US"/>
              <a:t>Click to edit Master text styles</a:t>
            </a:r>
          </a:p>
        </p:txBody>
      </p:sp>
      <p:pic>
        <p:nvPicPr>
          <p:cNvPr id="11" name="Picture 10">
            <a:extLst>
              <a:ext uri="{FF2B5EF4-FFF2-40B4-BE49-F238E27FC236}">
                <a16:creationId xmlns:a16="http://schemas.microsoft.com/office/drawing/2014/main" id="{E846172F-6290-AC4F-9851-A75FAD18249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343597D2-6234-696B-F5AA-307FEE72576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6A7DA34A-383A-16A2-0FEE-FE854DA0F3D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0C4DA649-F063-49F9-EEA4-E099F09DE7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6" name="Title Placeholder 1">
            <a:extLst>
              <a:ext uri="{FF2B5EF4-FFF2-40B4-BE49-F238E27FC236}">
                <a16:creationId xmlns:a16="http://schemas.microsoft.com/office/drawing/2014/main" id="{B9F5F6DC-9D74-3B39-1849-9967761D563D}"/>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4" name="Picture 3" descr="A picture containing screenshot, pattern, symmetry, black&#10;&#10;Description automatically generated">
            <a:extLst>
              <a:ext uri="{FF2B5EF4-FFF2-40B4-BE49-F238E27FC236}">
                <a16:creationId xmlns:a16="http://schemas.microsoft.com/office/drawing/2014/main" id="{A7FD0B13-B446-BD59-8B8C-DB0E88B170A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56301" r="1"/>
          <a:stretch/>
        </p:blipFill>
        <p:spPr>
          <a:xfrm>
            <a:off x="10302948" y="416892"/>
            <a:ext cx="1670459" cy="5397500"/>
          </a:xfrm>
          <a:prstGeom prst="rect">
            <a:avLst/>
          </a:prstGeom>
        </p:spPr>
      </p:pic>
      <p:sp>
        <p:nvSpPr>
          <p:cNvPr id="6" name="TextBox 5">
            <a:extLst>
              <a:ext uri="{FF2B5EF4-FFF2-40B4-BE49-F238E27FC236}">
                <a16:creationId xmlns:a16="http://schemas.microsoft.com/office/drawing/2014/main" id="{6FB64277-B642-727C-F7FE-FFADA4C2040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765944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1CC34B4-C291-1845-8F85-19EE1A313584}"/>
              </a:ext>
            </a:extLst>
          </p:cNvPr>
          <p:cNvSpPr>
            <a:spLocks noGrp="1"/>
          </p:cNvSpPr>
          <p:nvPr>
            <p:ph type="body" idx="1" hasCustomPrompt="1"/>
          </p:nvPr>
        </p:nvSpPr>
        <p:spPr>
          <a:xfrm>
            <a:off x="399737" y="1514528"/>
            <a:ext cx="5577071" cy="545932"/>
          </a:xfrm>
          <a:solidFill>
            <a:schemeClr val="accent1"/>
          </a:solidFill>
        </p:spPr>
        <p:txBody>
          <a:bodyPr lIns="144000" anchor="ctr" anchorCtr="0"/>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GB" dirty="0"/>
              <a:t>Click to edit master text styles</a:t>
            </a:r>
          </a:p>
        </p:txBody>
      </p:sp>
      <p:sp>
        <p:nvSpPr>
          <p:cNvPr id="4" name="Content Placeholder 3">
            <a:extLst>
              <a:ext uri="{FF2B5EF4-FFF2-40B4-BE49-F238E27FC236}">
                <a16:creationId xmlns:a16="http://schemas.microsoft.com/office/drawing/2014/main" id="{59CE3547-43AB-3343-96D0-300034BEC47B}"/>
              </a:ext>
            </a:extLst>
          </p:cNvPr>
          <p:cNvSpPr>
            <a:spLocks noGrp="1"/>
          </p:cNvSpPr>
          <p:nvPr>
            <p:ph sz="half" idx="2" hasCustomPrompt="1"/>
          </p:nvPr>
        </p:nvSpPr>
        <p:spPr>
          <a:xfrm>
            <a:off x="399737" y="2338441"/>
            <a:ext cx="5577071" cy="3244369"/>
          </a:xfrm>
        </p:spPr>
        <p:txBody>
          <a:bodyPr/>
          <a:lstStyle>
            <a:lvl1pPr>
              <a:defRPr sz="2400"/>
            </a:lvl1pPr>
            <a:lvl3pPr>
              <a:defRPr>
                <a:solidFill>
                  <a:schemeClr val="accent2"/>
                </a:solidFill>
              </a:defRPr>
            </a:lvl3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Rectangle 12">
            <a:extLst>
              <a:ext uri="{FF2B5EF4-FFF2-40B4-BE49-F238E27FC236}">
                <a16:creationId xmlns:a16="http://schemas.microsoft.com/office/drawing/2014/main" id="{181F6DE2-F45B-5548-AC93-0AC8CD73A22F}"/>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2" name="Picture 11">
            <a:extLst>
              <a:ext uri="{FF2B5EF4-FFF2-40B4-BE49-F238E27FC236}">
                <a16:creationId xmlns:a16="http://schemas.microsoft.com/office/drawing/2014/main" id="{46232D65-41CC-734C-883D-26D89F1B26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8" name="Text Placeholder 2">
            <a:extLst>
              <a:ext uri="{FF2B5EF4-FFF2-40B4-BE49-F238E27FC236}">
                <a16:creationId xmlns:a16="http://schemas.microsoft.com/office/drawing/2014/main" id="{42499B4A-BC3F-66ED-33DF-03102A73F90C}"/>
              </a:ext>
            </a:extLst>
          </p:cNvPr>
          <p:cNvSpPr>
            <a:spLocks noGrp="1"/>
          </p:cNvSpPr>
          <p:nvPr>
            <p:ph type="body" idx="13" hasCustomPrompt="1"/>
          </p:nvPr>
        </p:nvSpPr>
        <p:spPr>
          <a:xfrm>
            <a:off x="6237658" y="1514528"/>
            <a:ext cx="5577071" cy="545932"/>
          </a:xfrm>
          <a:solidFill>
            <a:schemeClr val="accent1"/>
          </a:solidFill>
        </p:spPr>
        <p:txBody>
          <a:bodyPr lIns="144000" anchor="ctr" anchorCtr="0"/>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GB" dirty="0"/>
              <a:t>Click to edit master text styles</a:t>
            </a:r>
          </a:p>
        </p:txBody>
      </p:sp>
      <p:sp>
        <p:nvSpPr>
          <p:cNvPr id="19" name="Content Placeholder 3">
            <a:extLst>
              <a:ext uri="{FF2B5EF4-FFF2-40B4-BE49-F238E27FC236}">
                <a16:creationId xmlns:a16="http://schemas.microsoft.com/office/drawing/2014/main" id="{E1C9DA8B-FED8-041D-C2A3-4BE6014B50FD}"/>
              </a:ext>
            </a:extLst>
          </p:cNvPr>
          <p:cNvSpPr>
            <a:spLocks noGrp="1"/>
          </p:cNvSpPr>
          <p:nvPr>
            <p:ph sz="half" idx="14" hasCustomPrompt="1"/>
          </p:nvPr>
        </p:nvSpPr>
        <p:spPr>
          <a:xfrm>
            <a:off x="6237658" y="2338441"/>
            <a:ext cx="5577071" cy="3244369"/>
          </a:xfrm>
        </p:spPr>
        <p:txBody>
          <a:bodyPr/>
          <a:lstStyle>
            <a:lvl1pPr>
              <a:defRPr sz="2400"/>
            </a:lvl1pPr>
            <a:lvl3pPr>
              <a:defRPr>
                <a:solidFill>
                  <a:schemeClr val="accent2"/>
                </a:solidFill>
              </a:defRPr>
            </a:lvl3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F4F3F962-268D-7E8F-E0A7-FC40EC2195D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EF67D6CA-A404-6EAA-9894-119E28996123}"/>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4">
            <a:extLst>
              <a:ext uri="{FF2B5EF4-FFF2-40B4-BE49-F238E27FC236}">
                <a16:creationId xmlns:a16="http://schemas.microsoft.com/office/drawing/2014/main" id="{069CFB3D-778C-9AA2-261C-C6F7BCE8A95F}"/>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7A3C954C-26BD-006C-AF1C-7BCFB4728C2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7" name="TextBox 6">
            <a:extLst>
              <a:ext uri="{FF2B5EF4-FFF2-40B4-BE49-F238E27FC236}">
                <a16:creationId xmlns:a16="http://schemas.microsoft.com/office/drawing/2014/main" id="{F7A4A621-AAE6-B1BF-2758-69ED058DD13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0655665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6" name="Picture Placeholder 2">
            <a:extLst>
              <a:ext uri="{FF2B5EF4-FFF2-40B4-BE49-F238E27FC236}">
                <a16:creationId xmlns:a16="http://schemas.microsoft.com/office/drawing/2014/main" id="{DDF5BCD2-566C-304B-9603-DBF49E1C6C3B}"/>
              </a:ext>
            </a:extLst>
          </p:cNvPr>
          <p:cNvSpPr>
            <a:spLocks noGrp="1"/>
          </p:cNvSpPr>
          <p:nvPr>
            <p:ph type="pic" idx="1"/>
          </p:nvPr>
        </p:nvSpPr>
        <p:spPr>
          <a:xfrm>
            <a:off x="399738"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0" name="Content Placeholder 2">
            <a:extLst>
              <a:ext uri="{FF2B5EF4-FFF2-40B4-BE49-F238E27FC236}">
                <a16:creationId xmlns:a16="http://schemas.microsoft.com/office/drawing/2014/main" id="{D5C6FD78-5957-3743-9051-7A833B8B93B7}"/>
              </a:ext>
            </a:extLst>
          </p:cNvPr>
          <p:cNvSpPr>
            <a:spLocks noGrp="1"/>
          </p:cNvSpPr>
          <p:nvPr>
            <p:ph sz="half" idx="18" hasCustomPrompt="1"/>
          </p:nvPr>
        </p:nvSpPr>
        <p:spPr>
          <a:xfrm>
            <a:off x="399746"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25" name="Text Placeholder 3">
            <a:extLst>
              <a:ext uri="{FF2B5EF4-FFF2-40B4-BE49-F238E27FC236}">
                <a16:creationId xmlns:a16="http://schemas.microsoft.com/office/drawing/2014/main" id="{8D62D7B6-9A5A-644C-8286-5E98BABC4490}"/>
              </a:ext>
            </a:extLst>
          </p:cNvPr>
          <p:cNvSpPr>
            <a:spLocks noGrp="1"/>
          </p:cNvSpPr>
          <p:nvPr>
            <p:ph type="body" sz="half" idx="2" hasCustomPrompt="1"/>
          </p:nvPr>
        </p:nvSpPr>
        <p:spPr>
          <a:xfrm>
            <a:off x="399738" y="1431326"/>
            <a:ext cx="9827454" cy="1061936"/>
          </a:xfrm>
        </p:spPr>
        <p:txBody>
          <a:bodyPr>
            <a:noAutofit/>
          </a:bodyPr>
          <a:lstStyle>
            <a:lvl1pPr marL="0" indent="0">
              <a:buNone/>
              <a:defRPr sz="16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p:txBody>
      </p:sp>
      <p:pic>
        <p:nvPicPr>
          <p:cNvPr id="17" name="Picture 16">
            <a:extLst>
              <a:ext uri="{FF2B5EF4-FFF2-40B4-BE49-F238E27FC236}">
                <a16:creationId xmlns:a16="http://schemas.microsoft.com/office/drawing/2014/main" id="{64C4096F-2FFA-DE41-9D57-0CE5D3D158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1" name="Picture Placeholder 2">
            <a:extLst>
              <a:ext uri="{FF2B5EF4-FFF2-40B4-BE49-F238E27FC236}">
                <a16:creationId xmlns:a16="http://schemas.microsoft.com/office/drawing/2014/main" id="{F57DBF7D-11EE-F2C5-80EC-E85C32283ABE}"/>
              </a:ext>
            </a:extLst>
          </p:cNvPr>
          <p:cNvSpPr>
            <a:spLocks noGrp="1"/>
          </p:cNvSpPr>
          <p:nvPr>
            <p:ph type="pic" idx="19"/>
          </p:nvPr>
        </p:nvSpPr>
        <p:spPr>
          <a:xfrm>
            <a:off x="3301635"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0" name="Content Placeholder 2">
            <a:extLst>
              <a:ext uri="{FF2B5EF4-FFF2-40B4-BE49-F238E27FC236}">
                <a16:creationId xmlns:a16="http://schemas.microsoft.com/office/drawing/2014/main" id="{EC7DA3D2-59BD-6137-81AD-86750A32889C}"/>
              </a:ext>
            </a:extLst>
          </p:cNvPr>
          <p:cNvSpPr>
            <a:spLocks noGrp="1"/>
          </p:cNvSpPr>
          <p:nvPr>
            <p:ph sz="half" idx="20" hasCustomPrompt="1"/>
          </p:nvPr>
        </p:nvSpPr>
        <p:spPr>
          <a:xfrm>
            <a:off x="3301643"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31" name="Picture Placeholder 2">
            <a:extLst>
              <a:ext uri="{FF2B5EF4-FFF2-40B4-BE49-F238E27FC236}">
                <a16:creationId xmlns:a16="http://schemas.microsoft.com/office/drawing/2014/main" id="{9C9B462E-49D5-11F9-F1F5-872D1298452F}"/>
              </a:ext>
            </a:extLst>
          </p:cNvPr>
          <p:cNvSpPr>
            <a:spLocks noGrp="1"/>
          </p:cNvSpPr>
          <p:nvPr>
            <p:ph type="pic" idx="21"/>
          </p:nvPr>
        </p:nvSpPr>
        <p:spPr>
          <a:xfrm>
            <a:off x="6203526"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2" name="Content Placeholder 2">
            <a:extLst>
              <a:ext uri="{FF2B5EF4-FFF2-40B4-BE49-F238E27FC236}">
                <a16:creationId xmlns:a16="http://schemas.microsoft.com/office/drawing/2014/main" id="{9F4812D9-E50A-9912-1AAB-2CBFCD7BB51C}"/>
              </a:ext>
            </a:extLst>
          </p:cNvPr>
          <p:cNvSpPr>
            <a:spLocks noGrp="1"/>
          </p:cNvSpPr>
          <p:nvPr>
            <p:ph sz="half" idx="22" hasCustomPrompt="1"/>
          </p:nvPr>
        </p:nvSpPr>
        <p:spPr>
          <a:xfrm>
            <a:off x="6203534"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33" name="Picture Placeholder 2">
            <a:extLst>
              <a:ext uri="{FF2B5EF4-FFF2-40B4-BE49-F238E27FC236}">
                <a16:creationId xmlns:a16="http://schemas.microsoft.com/office/drawing/2014/main" id="{4AC0237F-F3D2-5B48-FDD3-0D38A29F9329}"/>
              </a:ext>
            </a:extLst>
          </p:cNvPr>
          <p:cNvSpPr>
            <a:spLocks noGrp="1"/>
          </p:cNvSpPr>
          <p:nvPr>
            <p:ph type="pic" idx="23"/>
          </p:nvPr>
        </p:nvSpPr>
        <p:spPr>
          <a:xfrm>
            <a:off x="9105429"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4" name="Content Placeholder 2">
            <a:extLst>
              <a:ext uri="{FF2B5EF4-FFF2-40B4-BE49-F238E27FC236}">
                <a16:creationId xmlns:a16="http://schemas.microsoft.com/office/drawing/2014/main" id="{9C3F4213-26B4-FC1E-F3B7-05D32356B3BD}"/>
              </a:ext>
            </a:extLst>
          </p:cNvPr>
          <p:cNvSpPr>
            <a:spLocks noGrp="1"/>
          </p:cNvSpPr>
          <p:nvPr>
            <p:ph sz="half" idx="24" hasCustomPrompt="1"/>
          </p:nvPr>
        </p:nvSpPr>
        <p:spPr>
          <a:xfrm>
            <a:off x="9105437"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2" name="TextBox 1">
            <a:extLst>
              <a:ext uri="{FF2B5EF4-FFF2-40B4-BE49-F238E27FC236}">
                <a16:creationId xmlns:a16="http://schemas.microsoft.com/office/drawing/2014/main" id="{90E3E1F3-60BC-A502-C92D-697C2C408463}"/>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743AB2FE-DFD2-0FA3-C038-FB5684C9FAF2}"/>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A715E079-78EC-4037-5AC3-052D98B24FEF}"/>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9" name="Title Placeholder 1">
            <a:extLst>
              <a:ext uri="{FF2B5EF4-FFF2-40B4-BE49-F238E27FC236}">
                <a16:creationId xmlns:a16="http://schemas.microsoft.com/office/drawing/2014/main" id="{A081EB8E-5372-4255-8858-E2870EA73172}"/>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25EA7A7A-5CFD-5739-A684-0C18C083165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831312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1E77CA1-9CDF-734F-9BC2-A77ABB697C7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8" name="Picture 7">
            <a:extLst>
              <a:ext uri="{FF2B5EF4-FFF2-40B4-BE49-F238E27FC236}">
                <a16:creationId xmlns:a16="http://schemas.microsoft.com/office/drawing/2014/main" id="{77C989A6-F100-D244-9811-9480ED6055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2953FB21-2646-0D56-02B8-10257E98D9F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8CDB768E-55F5-7876-CF52-F1518763AAE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DC1351BB-F4DD-D90C-430F-C7056589AD15}"/>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0" name="Title Placeholder 1">
            <a:extLst>
              <a:ext uri="{FF2B5EF4-FFF2-40B4-BE49-F238E27FC236}">
                <a16:creationId xmlns:a16="http://schemas.microsoft.com/office/drawing/2014/main" id="{7CABF511-E87A-C207-7C25-AC958A88C0D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2" name="TextBox 1">
            <a:extLst>
              <a:ext uri="{FF2B5EF4-FFF2-40B4-BE49-F238E27FC236}">
                <a16:creationId xmlns:a16="http://schemas.microsoft.com/office/drawing/2014/main" id="{DC9689DA-81EA-4FC5-28D0-500FEE17901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418636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 r="23451" b="15127"/>
          <a:stretch/>
        </p:blipFill>
        <p:spPr>
          <a:xfrm>
            <a:off x="8217720" y="11646"/>
            <a:ext cx="3960000" cy="6219825"/>
          </a:xfrm>
          <a:prstGeom prst="rect">
            <a:avLst/>
          </a:prstGeom>
        </p:spPr>
      </p:pic>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528884" cy="4017364"/>
          </a:xfrm>
        </p:spPr>
        <p:txBody>
          <a:bodyPr/>
          <a:lstStyle>
            <a:lvl1pPr marL="0" indent="0">
              <a:buClr>
                <a:schemeClr val="bg1"/>
              </a:buClr>
              <a:buFontTx/>
              <a:buNone/>
              <a:defRPr sz="4000">
                <a:solidFill>
                  <a:schemeClr val="tx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tx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9F174683-C40A-5E4F-9BF6-BC7F9703047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5FE38075-372F-6844-9F98-C937958AD6B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B451E343-9084-E686-3699-FAA7B6CBC1E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AED84418-AEC2-6F8C-A6E8-0F39927E5B7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2" name="TextBox 1">
            <a:extLst>
              <a:ext uri="{FF2B5EF4-FFF2-40B4-BE49-F238E27FC236}">
                <a16:creationId xmlns:a16="http://schemas.microsoft.com/office/drawing/2014/main" id="{5438FB49-85BE-3E87-1702-3595716815F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8237965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4901" r="26223"/>
          <a:stretch/>
        </p:blipFill>
        <p:spPr>
          <a:xfrm>
            <a:off x="9245674" y="252197"/>
            <a:ext cx="2761485" cy="5679878"/>
          </a:xfrm>
          <a:prstGeom prst="rect">
            <a:avLst/>
          </a:prstGeom>
        </p:spPr>
      </p:pic>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528884" cy="4017364"/>
          </a:xfrm>
        </p:spPr>
        <p:txBody>
          <a:bodyPr/>
          <a:lstStyle>
            <a:lvl1pPr marL="0" indent="0">
              <a:buClr>
                <a:schemeClr val="bg1"/>
              </a:buClr>
              <a:buFontTx/>
              <a:buNone/>
              <a:defRPr sz="4000">
                <a:solidFill>
                  <a:schemeClr val="tx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tx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9F174683-C40A-5E4F-9BF6-BC7F9703047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073DC8B9-5768-F986-D58C-5C39F0469C8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1BBAEA4F-2F7D-F21F-2313-D358C006F46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52A20AE0-AC3D-470A-3954-50AC61FED74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2" name="TextBox 1">
            <a:extLst>
              <a:ext uri="{FF2B5EF4-FFF2-40B4-BE49-F238E27FC236}">
                <a16:creationId xmlns:a16="http://schemas.microsoft.com/office/drawing/2014/main" id="{AED0737A-B554-2118-56EF-2BA0D0867278}"/>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471115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449444" cy="4017364"/>
          </a:xfrm>
        </p:spPr>
        <p:txBody>
          <a:bodyPr/>
          <a:lstStyle>
            <a:lvl1pPr marL="0" indent="0">
              <a:buClr>
                <a:schemeClr val="bg1"/>
              </a:buClr>
              <a:buFontTx/>
              <a:buNone/>
              <a:defRPr sz="4000">
                <a:solidFill>
                  <a:schemeClr val="bg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bg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88918C8C-90F5-544F-87D4-4A3D3F2B012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2" name="TextBox 11">
            <a:extLst>
              <a:ext uri="{FF2B5EF4-FFF2-40B4-BE49-F238E27FC236}">
                <a16:creationId xmlns:a16="http://schemas.microsoft.com/office/drawing/2014/main" id="{634A6CF0-C66C-59ED-4F69-B1F2CFF4E0C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E87900B1-CCD2-07B5-E6CA-A036E077CD5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564C38D5-0B53-7E61-E7F7-1A01524FB5D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EB1441EA-87AE-CA59-A66A-2A78F95593A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2" name="TextBox 1">
            <a:extLst>
              <a:ext uri="{FF2B5EF4-FFF2-40B4-BE49-F238E27FC236}">
                <a16:creationId xmlns:a16="http://schemas.microsoft.com/office/drawing/2014/main" id="{5A74AB3D-938B-19A8-19F2-4EF9378543B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7557609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449444" cy="4017364"/>
          </a:xfrm>
        </p:spPr>
        <p:txBody>
          <a:bodyPr/>
          <a:lstStyle>
            <a:lvl1pPr marL="0" indent="0">
              <a:buClr>
                <a:schemeClr val="bg1"/>
              </a:buClr>
              <a:buFontTx/>
              <a:buNone/>
              <a:defRPr sz="4000">
                <a:solidFill>
                  <a:schemeClr val="bg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bg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88918C8C-90F5-544F-87D4-4A3D3F2B012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AB6E2CBE-CD80-5BB4-CAFE-132C6A98DCEA}"/>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1B0DF6B8-49B1-01CF-1B67-5A88EE2CEA7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5606676F-FDEC-7B5B-19F7-349E65490DB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C1368512-FEB8-4E8B-FDD2-3D135596DB3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0729FB62-5559-2CC8-0B52-9B2C12A3622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3844370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E4F5E42C-C654-DB45-B035-68B7257F6A2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00E7C711-F858-BF6F-32AF-9A2726E33B35}"/>
              </a:ext>
            </a:extLst>
          </p:cNvPr>
          <p:cNvSpPr>
            <a:spLocks noGrp="1"/>
          </p:cNvSpPr>
          <p:nvPr>
            <p:ph sz="half" idx="1" hasCustomPrompt="1"/>
          </p:nvPr>
        </p:nvSpPr>
        <p:spPr>
          <a:xfrm>
            <a:off x="399738" y="1439113"/>
            <a:ext cx="9201462" cy="4455366"/>
          </a:xfrm>
        </p:spPr>
        <p:txBody>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D12BDC4E-18B4-4F80-E298-6277CB4949B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BF572040-95A7-9333-2822-8936DDB4D65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01070AA9-73AA-BFBF-9CC9-D39DB8676D2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E58F9A88-72B2-39F3-5CE0-22A5B1847BD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pattern, symmetry, black, darkness&#10;&#10;Description automatically generated">
            <a:extLst>
              <a:ext uri="{FF2B5EF4-FFF2-40B4-BE49-F238E27FC236}">
                <a16:creationId xmlns:a16="http://schemas.microsoft.com/office/drawing/2014/main" id="{9D7E4530-CEFF-1897-0019-7070CBD9344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72AFE2B6-8718-F6E9-6C5B-AC6D543E5D2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5110859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907C2A4A-AB7D-C346-A4AE-5D700790B49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397674E6-4CD2-5DC2-979E-5A11515DA5CE}"/>
              </a:ext>
            </a:extLst>
          </p:cNvPr>
          <p:cNvSpPr>
            <a:spLocks noGrp="1"/>
          </p:cNvSpPr>
          <p:nvPr>
            <p:ph sz="half" idx="1" hasCustomPrompt="1"/>
          </p:nvPr>
        </p:nvSpPr>
        <p:spPr>
          <a:xfrm>
            <a:off x="399737" y="1439113"/>
            <a:ext cx="11414992" cy="4455366"/>
          </a:xfrm>
        </p:spPr>
        <p:txBody>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6802BE17-EEF4-07E7-8B66-4E233EB7C073}"/>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78DF14D4-802C-408D-210E-510FC171118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Footer Placeholder 4">
            <a:extLst>
              <a:ext uri="{FF2B5EF4-FFF2-40B4-BE49-F238E27FC236}">
                <a16:creationId xmlns:a16="http://schemas.microsoft.com/office/drawing/2014/main" id="{544D89AB-C64C-8B64-8877-E3719DBC199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3" name="Title Placeholder 1">
            <a:extLst>
              <a:ext uri="{FF2B5EF4-FFF2-40B4-BE49-F238E27FC236}">
                <a16:creationId xmlns:a16="http://schemas.microsoft.com/office/drawing/2014/main" id="{9684CB88-9266-F952-BF1A-BCAE5B3F8C20}"/>
              </a:ext>
            </a:extLst>
          </p:cNvPr>
          <p:cNvSpPr>
            <a:spLocks noGrp="1"/>
          </p:cNvSpPr>
          <p:nvPr>
            <p:ph type="title"/>
          </p:nvPr>
        </p:nvSpPr>
        <p:spPr>
          <a:xfrm>
            <a:off x="399737" y="343837"/>
            <a:ext cx="11414991"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242A7EF2-C9E0-E4A3-BA94-C458564CC46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7928350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8BFEDAD7-F69F-4C4F-9E99-953D7E949E9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F2D79A63-41FE-DB3D-BA6E-C61D8F9BFC10}"/>
              </a:ext>
            </a:extLst>
          </p:cNvPr>
          <p:cNvSpPr>
            <a:spLocks noGrp="1"/>
          </p:cNvSpPr>
          <p:nvPr>
            <p:ph sz="half" idx="1" hasCustomPrompt="1"/>
          </p:nvPr>
        </p:nvSpPr>
        <p:spPr>
          <a:xfrm>
            <a:off x="399737" y="1439113"/>
            <a:ext cx="11414992"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945E02DD-F400-2D5D-8839-1827C8BCC25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CB320EFD-B929-4CAD-0B2F-8AAE73C486A8}"/>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AF402314-0F80-4B7D-619F-0E4554C6C19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1" name="Title Placeholder 1">
            <a:extLst>
              <a:ext uri="{FF2B5EF4-FFF2-40B4-BE49-F238E27FC236}">
                <a16:creationId xmlns:a16="http://schemas.microsoft.com/office/drawing/2014/main" id="{A5DBE723-68B9-7915-E582-1E32B82ACE98}"/>
              </a:ext>
            </a:extLst>
          </p:cNvPr>
          <p:cNvSpPr>
            <a:spLocks noGrp="1"/>
          </p:cNvSpPr>
          <p:nvPr>
            <p:ph type="title"/>
          </p:nvPr>
        </p:nvSpPr>
        <p:spPr>
          <a:xfrm>
            <a:off x="399737" y="343837"/>
            <a:ext cx="11414991"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5A4572D8-0735-550F-0BAE-54D1A261DFB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6253876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2EEA8E5F-D372-3F46-8D11-BD4E448DB62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1204432E-E762-DE06-6323-E73B06716CD3}"/>
              </a:ext>
            </a:extLst>
          </p:cNvPr>
          <p:cNvSpPr>
            <a:spLocks noGrp="1"/>
          </p:cNvSpPr>
          <p:nvPr>
            <p:ph sz="half" idx="1" hasCustomPrompt="1"/>
          </p:nvPr>
        </p:nvSpPr>
        <p:spPr>
          <a:xfrm>
            <a:off x="399738" y="1439113"/>
            <a:ext cx="9144784"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D9175E44-33CD-2FD2-DBB2-6AB836EBA5F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912929EE-0091-7B22-DA4C-0324C074247A}"/>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35FFEE06-648D-C71E-F49B-06D912F5D46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20D27E15-43B5-CAD5-73BD-387115E92C1B}"/>
              </a:ext>
            </a:extLst>
          </p:cNvPr>
          <p:cNvSpPr>
            <a:spLocks noGrp="1"/>
          </p:cNvSpPr>
          <p:nvPr>
            <p:ph type="title"/>
          </p:nvPr>
        </p:nvSpPr>
        <p:spPr>
          <a:xfrm>
            <a:off x="399737" y="343837"/>
            <a:ext cx="9144783"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pattern, symmetry, black, darkness&#10;&#10;Description automatically generated">
            <a:extLst>
              <a:ext uri="{FF2B5EF4-FFF2-40B4-BE49-F238E27FC236}">
                <a16:creationId xmlns:a16="http://schemas.microsoft.com/office/drawing/2014/main" id="{EF0AC716-A195-1E4F-3FF8-99DF68016BA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7636E1F5-B69F-7543-E521-650D14983C29}"/>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9235334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0"/>
            <a:ext cx="12192000" cy="6296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7" y="1439113"/>
            <a:ext cx="11414992"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BD3D1167-3A5B-3540-AF3B-AE48F5C0768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625F3D20-44B0-012A-11E3-B845C1454DC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2342E279-61ED-DC45-F3AE-4AD2BC53405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8BD8578A-DB80-E679-2DA7-6C3D97BF909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1" name="Title Placeholder 1">
            <a:extLst>
              <a:ext uri="{FF2B5EF4-FFF2-40B4-BE49-F238E27FC236}">
                <a16:creationId xmlns:a16="http://schemas.microsoft.com/office/drawing/2014/main" id="{6215E171-94D6-C64B-704F-702DDFC7D04E}"/>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73218746-4DC1-957D-5822-F6CC0D79F4D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43284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99735" y="345416"/>
            <a:ext cx="8055778" cy="515901"/>
          </a:xfrm>
        </p:spPr>
        <p:txBody>
          <a:bodyPr/>
          <a:lstStyle>
            <a:lvl1pPr>
              <a:defRPr>
                <a:solidFill>
                  <a:schemeClr val="bg1"/>
                </a:solidFill>
              </a:defRPr>
            </a:lvl1pPr>
          </a:lstStyle>
          <a:p>
            <a:r>
              <a:rPr lang="en-GB" dirty="0"/>
              <a:t>Click to edit master title style</a:t>
            </a:r>
            <a:endParaRPr lang="en-US" dirty="0"/>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5" y="1451501"/>
            <a:ext cx="8055778" cy="4367371"/>
          </a:xfrm>
        </p:spPr>
        <p:txBody>
          <a:bodyPr/>
          <a:lstStyle>
            <a:lvl1pPr>
              <a:buClr>
                <a:schemeClr val="bg1"/>
              </a:buClr>
              <a:defRPr>
                <a:solidFill>
                  <a:schemeClr val="bg1"/>
                </a:solidFill>
              </a:defRPr>
            </a:lvl1pPr>
            <a:lvl2pPr>
              <a:buClr>
                <a:schemeClr val="accent1"/>
              </a:buClr>
              <a:defRPr>
                <a:solidFill>
                  <a:schemeClr val="accent1"/>
                </a:solidFill>
              </a:defRPr>
            </a:lvl2pPr>
            <a:lvl3pPr>
              <a:buClr>
                <a:schemeClr val="accent1"/>
              </a:buClr>
              <a:defRPr>
                <a:solidFill>
                  <a:schemeClr val="accent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C4E7C2E4-01F1-E442-B8C8-0DF81347D091}"/>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6488F74A-3BB3-7641-8E75-F37B03910AD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B216D54C-F1E6-7181-3C06-FED98DBA8A09}"/>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10B60624-9DD9-B79A-4AF9-B891924086AD}"/>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Footer Placeholder 4">
            <a:extLst>
              <a:ext uri="{FF2B5EF4-FFF2-40B4-BE49-F238E27FC236}">
                <a16:creationId xmlns:a16="http://schemas.microsoft.com/office/drawing/2014/main" id="{7B4537AC-52F4-6FDB-19F6-68BD45F92A1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33D01D56-89FF-1FD8-C139-0ABC70DDD3C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5" name="TextBox 4">
            <a:extLst>
              <a:ext uri="{FF2B5EF4-FFF2-40B4-BE49-F238E27FC236}">
                <a16:creationId xmlns:a16="http://schemas.microsoft.com/office/drawing/2014/main" id="{AE538175-A7CA-18FD-1439-5CD11A4805E5}"/>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377803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2FD3FEC-F3E9-864F-A930-BADE1873571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568"/>
          <a:stretch/>
        </p:blipFill>
        <p:spPr>
          <a:xfrm>
            <a:off x="5899319" y="0"/>
            <a:ext cx="2196000" cy="5070984"/>
          </a:xfrm>
          <a:prstGeom prst="rect">
            <a:avLst/>
          </a:prstGeom>
        </p:spPr>
      </p:pic>
      <p:pic>
        <p:nvPicPr>
          <p:cNvPr id="9" name="Picture 8">
            <a:extLst>
              <a:ext uri="{FF2B5EF4-FFF2-40B4-BE49-F238E27FC236}">
                <a16:creationId xmlns:a16="http://schemas.microsoft.com/office/drawing/2014/main" id="{695EBA51-6387-4C4C-81D6-6B59BC0903D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3" r="-293" b="15968"/>
          <a:stretch/>
        </p:blipFill>
        <p:spPr>
          <a:xfrm>
            <a:off x="7908000" y="0"/>
            <a:ext cx="4284000" cy="5070984"/>
          </a:xfrm>
          <a:prstGeom prst="rect">
            <a:avLst/>
          </a:prstGeom>
        </p:spPr>
      </p:pic>
      <p:pic>
        <p:nvPicPr>
          <p:cNvPr id="12" name="Picture 11">
            <a:extLst>
              <a:ext uri="{FF2B5EF4-FFF2-40B4-BE49-F238E27FC236}">
                <a16:creationId xmlns:a16="http://schemas.microsoft.com/office/drawing/2014/main" id="{6F10BBFD-B3A4-5D47-9E65-C7EFA466431B}"/>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42253" y="5116341"/>
            <a:ext cx="3097618" cy="1425800"/>
          </a:xfrm>
          <a:prstGeom prst="rect">
            <a:avLst/>
          </a:prstGeom>
        </p:spPr>
      </p:pic>
      <p:sp>
        <p:nvSpPr>
          <p:cNvPr id="2" name="Title 1">
            <a:extLst>
              <a:ext uri="{FF2B5EF4-FFF2-40B4-BE49-F238E27FC236}">
                <a16:creationId xmlns:a16="http://schemas.microsoft.com/office/drawing/2014/main" id="{33B2095B-3738-14BB-59F0-FBF3EA2EEB4A}"/>
              </a:ext>
            </a:extLst>
          </p:cNvPr>
          <p:cNvSpPr>
            <a:spLocks noGrp="1"/>
          </p:cNvSpPr>
          <p:nvPr>
            <p:ph type="ctrTitle" idx="4294967295" hasCustomPrompt="1"/>
          </p:nvPr>
        </p:nvSpPr>
        <p:spPr>
          <a:xfrm>
            <a:off x="603860" y="2137502"/>
            <a:ext cx="5077440" cy="1291498"/>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pic>
        <p:nvPicPr>
          <p:cNvPr id="3" name="Picture 2" descr="A picture containing pattern, symmetry, black, darkness&#10;&#10;Description automatically generated">
            <a:extLst>
              <a:ext uri="{FF2B5EF4-FFF2-40B4-BE49-F238E27FC236}">
                <a16:creationId xmlns:a16="http://schemas.microsoft.com/office/drawing/2014/main" id="{0B3F2832-7570-4705-05E1-C4D00F3039B5}"/>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4254"/>
          <a:stretch/>
        </p:blipFill>
        <p:spPr>
          <a:xfrm>
            <a:off x="8313338" y="416892"/>
            <a:ext cx="3660070" cy="5397500"/>
          </a:xfrm>
          <a:prstGeom prst="rect">
            <a:avLst/>
          </a:prstGeom>
        </p:spPr>
      </p:pic>
      <p:sp>
        <p:nvSpPr>
          <p:cNvPr id="5" name="TextBox 4">
            <a:extLst>
              <a:ext uri="{FF2B5EF4-FFF2-40B4-BE49-F238E27FC236}">
                <a16:creationId xmlns:a16="http://schemas.microsoft.com/office/drawing/2014/main" id="{11793F8E-D348-C752-2686-405F4EDCC51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tx1">
                    <a:lumMod val="65000"/>
                    <a:lumOff val="35000"/>
                  </a:schemeClr>
                </a:solidFill>
                <a:effectLst/>
                <a:latin typeface="Helvetica Neue" panose="02000503000000020004" pitchFamily="2" charset="0"/>
              </a:rPr>
              <a:t>©</a:t>
            </a:r>
            <a:r>
              <a:rPr lang="en-AU" sz="800" dirty="0">
                <a:solidFill>
                  <a:schemeClr val="tx1">
                    <a:lumMod val="65000"/>
                    <a:lumOff val="35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2228068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AE4D03-A620-D14C-BD5A-2A350807216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2253" y="5108785"/>
            <a:ext cx="3097618" cy="1425798"/>
          </a:xfrm>
          <a:prstGeom prst="rect">
            <a:avLst/>
          </a:prstGeom>
        </p:spPr>
      </p:pic>
      <p:sp>
        <p:nvSpPr>
          <p:cNvPr id="3" name="Title 1">
            <a:extLst>
              <a:ext uri="{FF2B5EF4-FFF2-40B4-BE49-F238E27FC236}">
                <a16:creationId xmlns:a16="http://schemas.microsoft.com/office/drawing/2014/main" id="{B6BBAC78-63F0-46DE-3550-3E04975BEB10}"/>
              </a:ext>
            </a:extLst>
          </p:cNvPr>
          <p:cNvSpPr>
            <a:spLocks noGrp="1"/>
          </p:cNvSpPr>
          <p:nvPr>
            <p:ph type="ctrTitle" idx="4294967295" hasCustomPrompt="1"/>
          </p:nvPr>
        </p:nvSpPr>
        <p:spPr>
          <a:xfrm>
            <a:off x="603860" y="2173853"/>
            <a:ext cx="5077440" cy="1218795"/>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pic>
        <p:nvPicPr>
          <p:cNvPr id="4" name="Picture 3" descr="A picture containing screenshot, pattern, symmetry, black&#10;&#10;Description automatically generated">
            <a:extLst>
              <a:ext uri="{FF2B5EF4-FFF2-40B4-BE49-F238E27FC236}">
                <a16:creationId xmlns:a16="http://schemas.microsoft.com/office/drawing/2014/main" id="{050392FE-8149-4829-F2B5-10E8A5D47E6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4639" r="1"/>
          <a:stretch/>
        </p:blipFill>
        <p:spPr>
          <a:xfrm>
            <a:off x="8328074" y="416892"/>
            <a:ext cx="3645334" cy="5397500"/>
          </a:xfrm>
          <a:prstGeom prst="rect">
            <a:avLst/>
          </a:prstGeom>
        </p:spPr>
      </p:pic>
      <p:sp>
        <p:nvSpPr>
          <p:cNvPr id="2" name="TextBox 1">
            <a:extLst>
              <a:ext uri="{FF2B5EF4-FFF2-40B4-BE49-F238E27FC236}">
                <a16:creationId xmlns:a16="http://schemas.microsoft.com/office/drawing/2014/main" id="{4D2F848E-F372-1363-36F4-3378179C61FE}"/>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6801426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rgbClr val="ECECEC"/>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E8522B1-D663-0841-86D8-80D681225302}"/>
              </a:ext>
            </a:extLst>
          </p:cNvPr>
          <p:cNvSpPr>
            <a:spLocks noGrp="1"/>
          </p:cNvSpPr>
          <p:nvPr>
            <p:ph type="ctrTitle" idx="4294967295" hasCustomPrompt="1"/>
          </p:nvPr>
        </p:nvSpPr>
        <p:spPr>
          <a:xfrm>
            <a:off x="603860" y="2137502"/>
            <a:ext cx="5077440" cy="1291498"/>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pic>
        <p:nvPicPr>
          <p:cNvPr id="6" name="Picture 5">
            <a:extLst>
              <a:ext uri="{FF2B5EF4-FFF2-40B4-BE49-F238E27FC236}">
                <a16:creationId xmlns:a16="http://schemas.microsoft.com/office/drawing/2014/main" id="{A6E1F9C1-B904-C64A-9353-68E1CCDB98D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2253" y="5116341"/>
            <a:ext cx="3097618" cy="1425800"/>
          </a:xfrm>
          <a:prstGeom prst="rect">
            <a:avLst/>
          </a:prstGeom>
        </p:spPr>
      </p:pic>
      <p:pic>
        <p:nvPicPr>
          <p:cNvPr id="2" name="Picture 1" descr="A picture containing screenshot, pattern, symmetry, black&#10;&#10;Description automatically generated">
            <a:extLst>
              <a:ext uri="{FF2B5EF4-FFF2-40B4-BE49-F238E27FC236}">
                <a16:creationId xmlns:a16="http://schemas.microsoft.com/office/drawing/2014/main" id="{D4637D6B-3535-21BB-F5A3-4CEB19DD308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4639" r="1"/>
          <a:stretch/>
        </p:blipFill>
        <p:spPr>
          <a:xfrm>
            <a:off x="8328074" y="416892"/>
            <a:ext cx="3645334" cy="5397500"/>
          </a:xfrm>
          <a:prstGeom prst="rect">
            <a:avLst/>
          </a:prstGeom>
        </p:spPr>
      </p:pic>
      <p:sp>
        <p:nvSpPr>
          <p:cNvPr id="4" name="TextBox 3">
            <a:extLst>
              <a:ext uri="{FF2B5EF4-FFF2-40B4-BE49-F238E27FC236}">
                <a16:creationId xmlns:a16="http://schemas.microsoft.com/office/drawing/2014/main" id="{05EF8265-7BE8-7D30-63D9-3B73F577D4E8}"/>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4129254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rgbClr val="ECECEC"/>
        </a:solidFill>
        <a:effectLst/>
      </p:bgPr>
    </p:bg>
    <p:spTree>
      <p:nvGrpSpPr>
        <p:cNvPr id="1" name=""/>
        <p:cNvGrpSpPr/>
        <p:nvPr/>
      </p:nvGrpSpPr>
      <p:grpSpPr>
        <a:xfrm>
          <a:off x="0" y="0"/>
          <a:ext cx="0" cy="0"/>
          <a:chOff x="0" y="0"/>
          <a:chExt cx="0" cy="0"/>
        </a:xfrm>
      </p:grpSpPr>
      <p:pic>
        <p:nvPicPr>
          <p:cNvPr id="5" name="Picture 4" descr="A large building&#10;&#10;Description automatically generated">
            <a:extLst>
              <a:ext uri="{FF2B5EF4-FFF2-40B4-BE49-F238E27FC236}">
                <a16:creationId xmlns:a16="http://schemas.microsoft.com/office/drawing/2014/main" id="{44BB9AD5-5855-D74E-8009-AB00B987C4E0}"/>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05A239C4-066B-F74E-82A2-FE2AA5E70B1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3" name="Title 1">
            <a:extLst>
              <a:ext uri="{FF2B5EF4-FFF2-40B4-BE49-F238E27FC236}">
                <a16:creationId xmlns:a16="http://schemas.microsoft.com/office/drawing/2014/main" id="{641518E3-3AA8-F6D3-CBEF-2EB3AEFFBBE0}"/>
              </a:ext>
            </a:extLst>
          </p:cNvPr>
          <p:cNvSpPr>
            <a:spLocks noGrp="1"/>
          </p:cNvSpPr>
          <p:nvPr>
            <p:ph type="ctrTitle" idx="4294967295" hasCustomPrompt="1"/>
          </p:nvPr>
        </p:nvSpPr>
        <p:spPr>
          <a:xfrm>
            <a:off x="563897" y="1194792"/>
            <a:ext cx="5077440" cy="1218795"/>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sp>
        <p:nvSpPr>
          <p:cNvPr id="2" name="TextBox 1">
            <a:extLst>
              <a:ext uri="{FF2B5EF4-FFF2-40B4-BE49-F238E27FC236}">
                <a16:creationId xmlns:a16="http://schemas.microsoft.com/office/drawing/2014/main" id="{AB47E340-2F7D-8151-66B7-D638258C842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1660094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rgbClr val="ECECEC"/>
        </a:solidFill>
        <a:effectLst/>
      </p:bgPr>
    </p:bg>
    <p:spTree>
      <p:nvGrpSpPr>
        <p:cNvPr id="1" name=""/>
        <p:cNvGrpSpPr/>
        <p:nvPr/>
      </p:nvGrpSpPr>
      <p:grpSpPr>
        <a:xfrm>
          <a:off x="0" y="0"/>
          <a:ext cx="0" cy="0"/>
          <a:chOff x="0" y="0"/>
          <a:chExt cx="0" cy="0"/>
        </a:xfrm>
      </p:grpSpPr>
      <p:pic>
        <p:nvPicPr>
          <p:cNvPr id="5" name="Picture 4" descr="A picture containing outdoor, cloud, sky, tree&#10;&#10;Description automatically generated">
            <a:extLst>
              <a:ext uri="{FF2B5EF4-FFF2-40B4-BE49-F238E27FC236}">
                <a16:creationId xmlns:a16="http://schemas.microsoft.com/office/drawing/2014/main" id="{1BE27CF4-73CF-CF33-B948-C4085B2E3F0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304842" cy="6946899"/>
          </a:xfrm>
          <a:prstGeom prst="rect">
            <a:avLst/>
          </a:prstGeom>
        </p:spPr>
      </p:pic>
      <p:sp>
        <p:nvSpPr>
          <p:cNvPr id="8" name="Title 1">
            <a:extLst>
              <a:ext uri="{FF2B5EF4-FFF2-40B4-BE49-F238E27FC236}">
                <a16:creationId xmlns:a16="http://schemas.microsoft.com/office/drawing/2014/main" id="{3D1D3796-7D4F-154E-A210-F58938F3E69C}"/>
              </a:ext>
            </a:extLst>
          </p:cNvPr>
          <p:cNvSpPr>
            <a:spLocks noGrp="1"/>
          </p:cNvSpPr>
          <p:nvPr>
            <p:ph type="ctrTitle" idx="4294967295" hasCustomPrompt="1"/>
          </p:nvPr>
        </p:nvSpPr>
        <p:spPr>
          <a:xfrm>
            <a:off x="563897" y="1672318"/>
            <a:ext cx="5077440" cy="1291498"/>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pic>
        <p:nvPicPr>
          <p:cNvPr id="7" name="Picture 6">
            <a:extLst>
              <a:ext uri="{FF2B5EF4-FFF2-40B4-BE49-F238E27FC236}">
                <a16:creationId xmlns:a16="http://schemas.microsoft.com/office/drawing/2014/main" id="{B38D0EC0-A17F-A048-AB05-F1B8F237A15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1971549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8_Title Slide">
    <p:bg>
      <p:bgPr>
        <a:solidFill>
          <a:srgbClr val="ECECEC"/>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BB3C75B-2CDB-B3A7-76D3-8B38035E190F}"/>
              </a:ext>
            </a:extLst>
          </p:cNvPr>
          <p:cNvPicPr>
            <a:picLocks noChangeAspect="1"/>
          </p:cNvPicPr>
          <p:nvPr userDrawn="1"/>
        </p:nvPicPr>
        <p:blipFill>
          <a:blip r:embed="rId2"/>
          <a:src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526AB0C6-18A8-A690-7B2C-80947655F75E}"/>
              </a:ext>
            </a:extLst>
          </p:cNvPr>
          <p:cNvSpPr/>
          <p:nvPr userDrawn="1"/>
        </p:nvSpPr>
        <p:spPr>
          <a:xfrm>
            <a:off x="0" y="5354320"/>
            <a:ext cx="12191999" cy="1503680"/>
          </a:xfrm>
          <a:prstGeom prst="rect">
            <a:avLst/>
          </a:prstGeom>
          <a:gradFill>
            <a:gsLst>
              <a:gs pos="0">
                <a:schemeClr val="accent1">
                  <a:lumMod val="5000"/>
                  <a:lumOff val="95000"/>
                  <a:alpha val="0"/>
                </a:schemeClr>
              </a:gs>
              <a:gs pos="25000">
                <a:schemeClr val="tx1">
                  <a:alpha val="57854"/>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3D1D3796-7D4F-154E-A210-F58938F3E69C}"/>
              </a:ext>
            </a:extLst>
          </p:cNvPr>
          <p:cNvSpPr>
            <a:spLocks noGrp="1"/>
          </p:cNvSpPr>
          <p:nvPr>
            <p:ph type="ctrTitle" idx="4294967295" hasCustomPrompt="1"/>
          </p:nvPr>
        </p:nvSpPr>
        <p:spPr>
          <a:xfrm>
            <a:off x="563897" y="1672318"/>
            <a:ext cx="5077440" cy="1291498"/>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5"/>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10" name="Picture 9">
            <a:extLst>
              <a:ext uri="{FF2B5EF4-FFF2-40B4-BE49-F238E27FC236}">
                <a16:creationId xmlns:a16="http://schemas.microsoft.com/office/drawing/2014/main" id="{D12ED99E-6B9D-7AEA-3698-4DD759E3B9B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Tree>
    <p:extLst>
      <p:ext uri="{BB962C8B-B14F-4D97-AF65-F5344CB8AC3E}">
        <p14:creationId xmlns:p14="http://schemas.microsoft.com/office/powerpoint/2010/main" val="27745762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9_Title Slide">
    <p:bg>
      <p:bgPr>
        <a:solidFill>
          <a:srgbClr val="ECECEC"/>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066CA2-5C58-5921-60E9-D28ADA36826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1B693D0-9E80-C772-133E-7B4CB57CE3B3}"/>
              </a:ext>
            </a:extLst>
          </p:cNvPr>
          <p:cNvSpPr/>
          <p:nvPr userDrawn="1"/>
        </p:nvSpPr>
        <p:spPr>
          <a:xfrm>
            <a:off x="0" y="5354320"/>
            <a:ext cx="12191999" cy="1503680"/>
          </a:xfrm>
          <a:prstGeom prst="rect">
            <a:avLst/>
          </a:prstGeom>
          <a:gradFill>
            <a:gsLst>
              <a:gs pos="0">
                <a:schemeClr val="accent1">
                  <a:lumMod val="5000"/>
                  <a:lumOff val="95000"/>
                  <a:alpha val="0"/>
                </a:schemeClr>
              </a:gs>
              <a:gs pos="25000">
                <a:schemeClr val="tx1">
                  <a:alpha val="57854"/>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5"/>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7" name="Picture 6">
            <a:extLst>
              <a:ext uri="{FF2B5EF4-FFF2-40B4-BE49-F238E27FC236}">
                <a16:creationId xmlns:a16="http://schemas.microsoft.com/office/drawing/2014/main" id="{FC76220B-EB3D-736A-703B-9D5C9AC0506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2" name="Rectangle 1">
            <a:extLst>
              <a:ext uri="{FF2B5EF4-FFF2-40B4-BE49-F238E27FC236}">
                <a16:creationId xmlns:a16="http://schemas.microsoft.com/office/drawing/2014/main" id="{EEB389DE-8018-324D-9427-78B74469B8FA}"/>
              </a:ext>
            </a:extLst>
          </p:cNvPr>
          <p:cNvSpPr/>
          <p:nvPr userDrawn="1"/>
        </p:nvSpPr>
        <p:spPr>
          <a:xfrm rot="10800000">
            <a:off x="0" y="0"/>
            <a:ext cx="12191999" cy="2769326"/>
          </a:xfrm>
          <a:prstGeom prst="rect">
            <a:avLst/>
          </a:prstGeom>
          <a:gradFill>
            <a:gsLst>
              <a:gs pos="0">
                <a:schemeClr val="accent1">
                  <a:lumMod val="5000"/>
                  <a:lumOff val="95000"/>
                  <a:alpha val="0"/>
                </a:schemeClr>
              </a:gs>
              <a:gs pos="25000">
                <a:schemeClr val="tx1">
                  <a:alpha val="2174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544572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ECFA3-4DC6-7C40-6222-F639EC0F41E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B2126224-1BA1-E2C3-72DE-40A50D8DE2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FC8E41F-77EE-E51D-30E4-CB46EA4CA9FB}"/>
              </a:ext>
            </a:extLst>
          </p:cNvPr>
          <p:cNvSpPr>
            <a:spLocks noGrp="1"/>
          </p:cNvSpPr>
          <p:nvPr>
            <p:ph type="dt" sz="half" idx="10"/>
          </p:nvPr>
        </p:nvSpPr>
        <p:spPr/>
        <p:txBody>
          <a:bodyPr/>
          <a:lstStyle/>
          <a:p>
            <a:fld id="{24FB46DD-0F74-4E60-A8C0-4959AFF8B55C}" type="datetimeFigureOut">
              <a:rPr lang="en-AU" smtClean="0"/>
              <a:t>5/02/2025</a:t>
            </a:fld>
            <a:endParaRPr lang="en-AU"/>
          </a:p>
        </p:txBody>
      </p:sp>
      <p:sp>
        <p:nvSpPr>
          <p:cNvPr id="5" name="Footer Placeholder 4">
            <a:extLst>
              <a:ext uri="{FF2B5EF4-FFF2-40B4-BE49-F238E27FC236}">
                <a16:creationId xmlns:a16="http://schemas.microsoft.com/office/drawing/2014/main" id="{12321C5A-493E-2AC9-D4E0-DA71AC1D03B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C8B05A3-ACA9-7FC3-DFF8-735C6BF04EF7}"/>
              </a:ext>
            </a:extLst>
          </p:cNvPr>
          <p:cNvSpPr>
            <a:spLocks noGrp="1"/>
          </p:cNvSpPr>
          <p:nvPr>
            <p:ph type="sldNum" sz="quarter" idx="12"/>
          </p:nvPr>
        </p:nvSpPr>
        <p:spPr/>
        <p:txBody>
          <a:bodyPr/>
          <a:lstStyle/>
          <a:p>
            <a:fld id="{42B1D9D6-295B-4B0F-B24B-05C354D6E379}" type="slidenum">
              <a:rPr lang="en-AU" smtClean="0"/>
              <a:t>‹#›</a:t>
            </a:fld>
            <a:endParaRPr lang="en-AU"/>
          </a:p>
        </p:txBody>
      </p:sp>
    </p:spTree>
    <p:extLst>
      <p:ext uri="{BB962C8B-B14F-4D97-AF65-F5344CB8AC3E}">
        <p14:creationId xmlns:p14="http://schemas.microsoft.com/office/powerpoint/2010/main" val="346220906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F4FD54-D143-8544-8A0E-C449B851C5F4}"/>
              </a:ext>
            </a:extLst>
          </p:cNvPr>
          <p:cNvSpPr>
            <a:spLocks noGrp="1"/>
          </p:cNvSpPr>
          <p:nvPr>
            <p:ph type="title"/>
          </p:nvPr>
        </p:nvSpPr>
        <p:spPr>
          <a:xfrm>
            <a:off x="365760" y="350838"/>
            <a:ext cx="11436772"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876B6D7-1BFF-2D47-9B38-9CF11F641FED}"/>
              </a:ext>
            </a:extLst>
          </p:cNvPr>
          <p:cNvSpPr>
            <a:spLocks noGrp="1"/>
          </p:cNvSpPr>
          <p:nvPr>
            <p:ph type="body" idx="1"/>
          </p:nvPr>
        </p:nvSpPr>
        <p:spPr>
          <a:xfrm>
            <a:off x="365759" y="1393825"/>
            <a:ext cx="11436773" cy="457517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2817484"/>
      </p:ext>
    </p:extLst>
  </p:cSld>
  <p:clrMap bg1="lt1" tx1="dk1" bg2="lt2" tx2="dk2" accent1="accent1" accent2="accent2" accent3="accent3" accent4="accent4" accent5="accent5" accent6="accent6" hlink="hlink" folHlink="folHlink"/>
  <p:sldLayoutIdLst>
    <p:sldLayoutId id="2147483649" r:id="rId1"/>
    <p:sldLayoutId id="2147483705" r:id="rId2"/>
    <p:sldLayoutId id="2147483706" r:id="rId3"/>
    <p:sldLayoutId id="2147483650" r:id="rId4"/>
    <p:sldLayoutId id="2147483710" r:id="rId5"/>
    <p:sldLayoutId id="2147483702" r:id="rId6"/>
    <p:sldLayoutId id="2147483709" r:id="rId7"/>
    <p:sldLayoutId id="2147483658" r:id="rId8"/>
    <p:sldLayoutId id="2147483693" r:id="rId9"/>
    <p:sldLayoutId id="2147483694" r:id="rId10"/>
    <p:sldLayoutId id="2147483692" r:id="rId11"/>
    <p:sldLayoutId id="2147483686" r:id="rId12"/>
    <p:sldLayoutId id="2147483667" r:id="rId13"/>
    <p:sldLayoutId id="2147483652" r:id="rId14"/>
    <p:sldLayoutId id="2147483698" r:id="rId15"/>
    <p:sldLayoutId id="2147483695" r:id="rId16"/>
    <p:sldLayoutId id="2147483696" r:id="rId17"/>
    <p:sldLayoutId id="2147483680" r:id="rId18"/>
    <p:sldLayoutId id="2147483656" r:id="rId19"/>
    <p:sldLayoutId id="2147483657" r:id="rId20"/>
    <p:sldLayoutId id="2147483681" r:id="rId21"/>
    <p:sldLayoutId id="2147483653" r:id="rId22"/>
    <p:sldLayoutId id="2147483682" r:id="rId23"/>
    <p:sldLayoutId id="2147483676" r:id="rId24"/>
    <p:sldLayoutId id="2147483666" r:id="rId25"/>
    <p:sldLayoutId id="2147483708" r:id="rId26"/>
    <p:sldLayoutId id="2147483683" r:id="rId27"/>
    <p:sldLayoutId id="2147483707" r:id="rId28"/>
    <p:sldLayoutId id="2147483663" r:id="rId29"/>
    <p:sldLayoutId id="2147483700" r:id="rId30"/>
    <p:sldLayoutId id="2147483697" r:id="rId31"/>
    <p:sldLayoutId id="2147483699" r:id="rId32"/>
    <p:sldLayoutId id="2147483701" r:id="rId33"/>
    <p:sldLayoutId id="2147483661" r:id="rId34"/>
    <p:sldLayoutId id="2147483669" r:id="rId35"/>
    <p:sldLayoutId id="2147483690" r:id="rId36"/>
    <p:sldLayoutId id="2147483691" r:id="rId37"/>
    <p:sldLayoutId id="2147483703" r:id="rId38"/>
    <p:sldLayoutId id="2147483704" r:id="rId39"/>
    <p:sldLayoutId id="2147483711" r:id="rId40"/>
    <p:sldLayoutId id="2147483712" r:id="rId41"/>
    <p:sldLayoutId id="2147483713" r:id="rId42"/>
  </p:sldLayoutIdLst>
  <p:hf sldNum="0" hdr="0" dt="0"/>
  <p:txStyles>
    <p:title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p:titleStyle>
    <p:bodyStyle>
      <a:lvl1pPr marL="287986"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2000" b="1" i="0" kern="1200">
          <a:solidFill>
            <a:schemeClr val="tx1"/>
          </a:solidFill>
          <a:latin typeface="Arial" panose="020B0604020202020204" pitchFamily="34" charset="0"/>
          <a:ea typeface="+mn-ea"/>
          <a:cs typeface="Arial" panose="020B0604020202020204" pitchFamily="34" charset="0"/>
        </a:defRPr>
      </a:lvl1pPr>
      <a:lvl2pPr marL="57597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800" b="0" i="0" kern="1200">
          <a:solidFill>
            <a:schemeClr val="tx1"/>
          </a:solidFill>
          <a:latin typeface="Arial" panose="020B0604020202020204" pitchFamily="34" charset="0"/>
          <a:ea typeface="+mn-ea"/>
          <a:cs typeface="Arial" panose="020B0604020202020204" pitchFamily="34" charset="0"/>
        </a:defRPr>
      </a:lvl2pPr>
      <a:lvl3pPr marL="863957"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600" b="1" i="0" kern="1200">
          <a:solidFill>
            <a:schemeClr val="tx1"/>
          </a:solidFill>
          <a:latin typeface="Arial" panose="020B0604020202020204" pitchFamily="34" charset="0"/>
          <a:ea typeface="+mn-ea"/>
          <a:cs typeface="Arial" panose="020B0604020202020204" pitchFamily="34" charset="0"/>
        </a:defRPr>
      </a:lvl3pPr>
      <a:lvl4pPr marL="115194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400" b="0" i="0" kern="1200">
          <a:solidFill>
            <a:schemeClr val="tx1"/>
          </a:solidFill>
          <a:latin typeface="Arial" panose="020B0604020202020204" pitchFamily="34" charset="0"/>
          <a:ea typeface="+mn-ea"/>
          <a:cs typeface="Arial" panose="020B0604020202020204" pitchFamily="34" charset="0"/>
        </a:defRPr>
      </a:lvl4pPr>
      <a:lvl5pPr marL="1439928"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200" b="1" i="0" kern="1200">
          <a:solidFill>
            <a:schemeClr val="tx1"/>
          </a:solidFill>
          <a:latin typeface="Arial" panose="020B0604020202020204" pitchFamily="34" charset="0"/>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en.wikipedia.org/wiki/List_of_building_materials" TargetMode="Externa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16.xml"/><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16.xml"/><Relationship Id="rId4" Type="http://schemas.openxmlformats.org/officeDocument/2006/relationships/image" Target="../media/image27.jpg"/></Relationships>
</file>

<file path=ppt/slides/_rels/slide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16.xml"/><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16.xml"/><Relationship Id="rId5" Type="http://schemas.openxmlformats.org/officeDocument/2006/relationships/image" Target="../media/image34.jpg"/><Relationship Id="rId4" Type="http://schemas.openxmlformats.org/officeDocument/2006/relationships/image" Target="../media/image33.jpg"/></Relationships>
</file>

<file path=ppt/slides/_rels/slide8.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16.xml"/><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hyperlink" Target="https://architizer.com/blog/practice/materials/plastic-as-a-building-material/" TargetMode="External"/><Relationship Id="rId1" Type="http://schemas.openxmlformats.org/officeDocument/2006/relationships/slideLayout" Target="../slideLayouts/slideLayout16.xml"/><Relationship Id="rId5" Type="http://schemas.openxmlformats.org/officeDocument/2006/relationships/image" Target="../media/image40.jpg"/><Relationship Id="rId4" Type="http://schemas.openxmlformats.org/officeDocument/2006/relationships/image" Target="../media/image39.jpeg"/></Relationships>
</file>

<file path=ppt/slides/_rels/slide10.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hyperlink" Target="https://theconstructor.org/building/properties-of-building-materials-construction/14891/" TargetMode="Externa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6.xml"/><Relationship Id="rId4" Type="http://schemas.openxmlformats.org/officeDocument/2006/relationships/image" Target="../media/image47.png"/></Relationships>
</file>

<file path=ppt/slides/_rels/slide1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2" Type="http://schemas.openxmlformats.org/officeDocument/2006/relationships/hyperlink" Target="https://www.archdaily.com/" TargetMode="Externa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037F766-F5AA-C743-82FA-9221F693F5C7}"/>
              </a:ext>
            </a:extLst>
          </p:cNvPr>
          <p:cNvSpPr>
            <a:spLocks noGrp="1"/>
          </p:cNvSpPr>
          <p:nvPr>
            <p:ph type="ctrTitle"/>
          </p:nvPr>
        </p:nvSpPr>
        <p:spPr>
          <a:xfrm>
            <a:off x="599440" y="1832433"/>
            <a:ext cx="6291512" cy="1479648"/>
          </a:xfrm>
        </p:spPr>
        <p:txBody>
          <a:bodyPr lIns="0" tIns="0" rIns="0" bIns="0"/>
          <a:lstStyle/>
          <a:p>
            <a:r>
              <a:rPr lang="en-US" dirty="0"/>
              <a:t>Session 8</a:t>
            </a:r>
          </a:p>
        </p:txBody>
      </p:sp>
      <p:sp>
        <p:nvSpPr>
          <p:cNvPr id="10" name="Subtitle 2">
            <a:extLst>
              <a:ext uri="{FF2B5EF4-FFF2-40B4-BE49-F238E27FC236}">
                <a16:creationId xmlns:a16="http://schemas.microsoft.com/office/drawing/2014/main" id="{2122BAEA-8E13-DA41-A1A3-099D1631A6AE}"/>
              </a:ext>
            </a:extLst>
          </p:cNvPr>
          <p:cNvSpPr>
            <a:spLocks noGrp="1"/>
          </p:cNvSpPr>
          <p:nvPr>
            <p:ph type="subTitle" idx="1"/>
          </p:nvPr>
        </p:nvSpPr>
        <p:spPr>
          <a:xfrm>
            <a:off x="599441" y="3259667"/>
            <a:ext cx="5069840" cy="990115"/>
          </a:xfrm>
        </p:spPr>
        <p:txBody>
          <a:bodyPr lIns="0" tIns="0" rIns="0" bIns="0"/>
          <a:lstStyle/>
          <a:p>
            <a:r>
              <a:rPr lang="en-US" dirty="0"/>
              <a:t>NAD1001: INTRODUCTION TO ARCHITECTURAL DESIGN</a:t>
            </a:r>
          </a:p>
        </p:txBody>
      </p:sp>
    </p:spTree>
    <p:extLst>
      <p:ext uri="{BB962C8B-B14F-4D97-AF65-F5344CB8AC3E}">
        <p14:creationId xmlns:p14="http://schemas.microsoft.com/office/powerpoint/2010/main" val="2693254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6784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ABD1AE-3066-3920-A924-5046B2B4D097}"/>
              </a:ext>
            </a:extLst>
          </p:cNvPr>
          <p:cNvSpPr>
            <a:spLocks noGrp="1"/>
          </p:cNvSpPr>
          <p:nvPr>
            <p:ph type="body" sz="half" idx="2"/>
          </p:nvPr>
        </p:nvSpPr>
        <p:spPr>
          <a:xfrm>
            <a:off x="399737" y="1503307"/>
            <a:ext cx="4230136" cy="4006242"/>
          </a:xfrm>
        </p:spPr>
        <p:txBody>
          <a:bodyPr>
            <a:normAutofit/>
          </a:bodyPr>
          <a:lstStyle/>
          <a:p>
            <a:pPr marL="342900" indent="-342900">
              <a:buFont typeface="Arial" panose="020B0604020202020204" pitchFamily="34" charset="0"/>
              <a:buChar char="•"/>
            </a:pPr>
            <a:r>
              <a:rPr lang="en-US" dirty="0"/>
              <a:t>Building materials are substances used for construction purposes to create structures and buildings. They are essential for the structural integrity, functionality, and aesthetic appeal of a building.</a:t>
            </a:r>
          </a:p>
          <a:p>
            <a:pPr marL="342900" indent="-342900">
              <a:buFont typeface="Arial" panose="020B0604020202020204" pitchFamily="34" charset="0"/>
              <a:buChar char="•"/>
            </a:pPr>
            <a:r>
              <a:rPr lang="en-AU" dirty="0">
                <a:hlinkClick r:id="rId2"/>
              </a:rPr>
              <a:t>https://en.wikipedia.org/wiki/List_of_building_materials</a:t>
            </a:r>
            <a:endParaRPr lang="en-AU" dirty="0"/>
          </a:p>
          <a:p>
            <a:endParaRPr lang="en-AU" dirty="0"/>
          </a:p>
        </p:txBody>
      </p:sp>
      <p:sp>
        <p:nvSpPr>
          <p:cNvPr id="2" name="Title 1">
            <a:extLst>
              <a:ext uri="{FF2B5EF4-FFF2-40B4-BE49-F238E27FC236}">
                <a16:creationId xmlns:a16="http://schemas.microsoft.com/office/drawing/2014/main" id="{33192854-1B2A-51EA-7621-4C732FBFC94A}"/>
              </a:ext>
            </a:extLst>
          </p:cNvPr>
          <p:cNvSpPr>
            <a:spLocks noGrp="1"/>
          </p:cNvSpPr>
          <p:nvPr>
            <p:ph type="title"/>
          </p:nvPr>
        </p:nvSpPr>
        <p:spPr/>
        <p:txBody>
          <a:bodyPr/>
          <a:lstStyle/>
          <a:p>
            <a:r>
              <a:rPr lang="en-AU" dirty="0"/>
              <a:t>Introduction to Building Material</a:t>
            </a:r>
          </a:p>
        </p:txBody>
      </p:sp>
      <p:pic>
        <p:nvPicPr>
          <p:cNvPr id="5" name="Picture 4">
            <a:extLst>
              <a:ext uri="{FF2B5EF4-FFF2-40B4-BE49-F238E27FC236}">
                <a16:creationId xmlns:a16="http://schemas.microsoft.com/office/drawing/2014/main" id="{37D31CC3-D7A2-245E-3D39-6A06BA7A87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05842" y="1030931"/>
            <a:ext cx="6186421" cy="5167312"/>
          </a:xfrm>
          <a:prstGeom prst="rect">
            <a:avLst/>
          </a:prstGeom>
        </p:spPr>
      </p:pic>
      <p:sp>
        <p:nvSpPr>
          <p:cNvPr id="4" name="TextBox 4">
            <a:extLst>
              <a:ext uri="{FF2B5EF4-FFF2-40B4-BE49-F238E27FC236}">
                <a16:creationId xmlns:a16="http://schemas.microsoft.com/office/drawing/2014/main" id="{CC6707FA-428A-A247-B036-5AEAFE1F01E4}"/>
              </a:ext>
            </a:extLst>
          </p:cNvPr>
          <p:cNvSpPr txBox="1"/>
          <p:nvPr/>
        </p:nvSpPr>
        <p:spPr>
          <a:xfrm>
            <a:off x="3269525" y="5753445"/>
            <a:ext cx="3302001"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800" dirty="0">
                <a:effectLst/>
                <a:latin typeface="Calibri" panose="020F0502020204030204" pitchFamily="34" charset="0"/>
                <a:ea typeface="DengXian" panose="02010600030101010101" pitchFamily="2" charset="-122"/>
                <a:cs typeface="Times New Roman" panose="02020603050405020304" pitchFamily="18" charset="0"/>
              </a:rPr>
              <a:t>Source: Wikipedia</a:t>
            </a:r>
            <a:endParaRPr lang="en-AU" dirty="0"/>
          </a:p>
        </p:txBody>
      </p:sp>
    </p:spTree>
    <p:extLst>
      <p:ext uri="{BB962C8B-B14F-4D97-AF65-F5344CB8AC3E}">
        <p14:creationId xmlns:p14="http://schemas.microsoft.com/office/powerpoint/2010/main" val="2539752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C3BBEA3-9786-EFFB-D543-0861890C1840}"/>
              </a:ext>
            </a:extLst>
          </p:cNvPr>
          <p:cNvSpPr>
            <a:spLocks noGrp="1"/>
          </p:cNvSpPr>
          <p:nvPr>
            <p:ph type="body" sz="half" idx="2"/>
          </p:nvPr>
        </p:nvSpPr>
        <p:spPr>
          <a:xfrm>
            <a:off x="399737" y="1503307"/>
            <a:ext cx="2557595" cy="4347696"/>
          </a:xfrm>
        </p:spPr>
        <p:txBody>
          <a:bodyPr/>
          <a:lstStyle/>
          <a:p>
            <a:pPr marL="342900" indent="-342900">
              <a:buFont typeface="Arial" panose="020B0604020202020204" pitchFamily="34" charset="0"/>
              <a:buChar char="•"/>
            </a:pPr>
            <a:r>
              <a:rPr lang="en-US" altLang="zh-CN" dirty="0"/>
              <a:t>Timber can be used as many building elements.</a:t>
            </a:r>
          </a:p>
          <a:p>
            <a:pPr marL="342900" indent="-342900">
              <a:buFont typeface="Arial" panose="020B0604020202020204" pitchFamily="34" charset="0"/>
              <a:buChar char="•"/>
            </a:pPr>
            <a:r>
              <a:rPr lang="en-US" dirty="0"/>
              <a:t>List one of two elements?</a:t>
            </a:r>
          </a:p>
          <a:p>
            <a:pPr marL="342900" indent="-342900">
              <a:buFont typeface="Arial" panose="020B0604020202020204" pitchFamily="34" charset="0"/>
              <a:buChar char="•"/>
            </a:pPr>
            <a:r>
              <a:rPr lang="en-US" dirty="0"/>
              <a:t>What are some pros and cons of timber?</a:t>
            </a:r>
            <a:endParaRPr lang="en-AU" dirty="0"/>
          </a:p>
          <a:p>
            <a:endParaRPr lang="en-AU" dirty="0"/>
          </a:p>
        </p:txBody>
      </p:sp>
      <p:sp>
        <p:nvSpPr>
          <p:cNvPr id="2" name="Title 1">
            <a:extLst>
              <a:ext uri="{FF2B5EF4-FFF2-40B4-BE49-F238E27FC236}">
                <a16:creationId xmlns:a16="http://schemas.microsoft.com/office/drawing/2014/main" id="{8194C2BF-E640-60CC-39C1-14B0B0A16FD3}"/>
              </a:ext>
            </a:extLst>
          </p:cNvPr>
          <p:cNvSpPr>
            <a:spLocks noGrp="1"/>
          </p:cNvSpPr>
          <p:nvPr>
            <p:ph type="title"/>
          </p:nvPr>
        </p:nvSpPr>
        <p:spPr/>
        <p:txBody>
          <a:bodyPr/>
          <a:lstStyle/>
          <a:p>
            <a:r>
              <a:rPr lang="en-US" altLang="zh-CN" dirty="0"/>
              <a:t>Types of Building Material – Natural</a:t>
            </a:r>
            <a:endParaRPr lang="en-AU" dirty="0"/>
          </a:p>
        </p:txBody>
      </p:sp>
      <p:pic>
        <p:nvPicPr>
          <p:cNvPr id="5" name="Content Placeholder 4">
            <a:extLst>
              <a:ext uri="{FF2B5EF4-FFF2-40B4-BE49-F238E27FC236}">
                <a16:creationId xmlns:a16="http://schemas.microsoft.com/office/drawing/2014/main" id="{BB0F3A13-CBB0-00CE-5E0B-F49FD89E4951}"/>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7176002" y="997241"/>
            <a:ext cx="4471987" cy="3108325"/>
          </a:xfrm>
        </p:spPr>
      </p:pic>
      <p:pic>
        <p:nvPicPr>
          <p:cNvPr id="7" name="Picture 6">
            <a:extLst>
              <a:ext uri="{FF2B5EF4-FFF2-40B4-BE49-F238E27FC236}">
                <a16:creationId xmlns:a16="http://schemas.microsoft.com/office/drawing/2014/main" id="{10ECB4C3-8261-C8CE-8795-A566E791F7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5386" y="4166364"/>
            <a:ext cx="3573218" cy="1982483"/>
          </a:xfrm>
          <a:prstGeom prst="rect">
            <a:avLst/>
          </a:prstGeom>
        </p:spPr>
      </p:pic>
      <p:pic>
        <p:nvPicPr>
          <p:cNvPr id="9" name="Picture 8">
            <a:extLst>
              <a:ext uri="{FF2B5EF4-FFF2-40B4-BE49-F238E27FC236}">
                <a16:creationId xmlns:a16="http://schemas.microsoft.com/office/drawing/2014/main" id="{3BFB360D-A026-033D-0DC1-5B22C96F2A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55531" y="997241"/>
            <a:ext cx="3390170" cy="5085255"/>
          </a:xfrm>
          <a:prstGeom prst="rect">
            <a:avLst/>
          </a:prstGeom>
        </p:spPr>
      </p:pic>
      <p:sp>
        <p:nvSpPr>
          <p:cNvPr id="3" name="TextBox 4">
            <a:extLst>
              <a:ext uri="{FF2B5EF4-FFF2-40B4-BE49-F238E27FC236}">
                <a16:creationId xmlns:a16="http://schemas.microsoft.com/office/drawing/2014/main" id="{8EB67F7B-5F35-1D83-BCC9-A71DC976A1DC}"/>
              </a:ext>
            </a:extLst>
          </p:cNvPr>
          <p:cNvSpPr txBox="1"/>
          <p:nvPr/>
        </p:nvSpPr>
        <p:spPr>
          <a:xfrm>
            <a:off x="993396" y="5851003"/>
            <a:ext cx="2455334"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800" dirty="0">
                <a:effectLst/>
                <a:latin typeface="Calibri" panose="020F0502020204030204" pitchFamily="34" charset="0"/>
                <a:ea typeface="DengXian" panose="02010600030101010101" pitchFamily="2" charset="-122"/>
                <a:cs typeface="Times New Roman" panose="02020603050405020304" pitchFamily="18" charset="0"/>
              </a:rPr>
              <a:t>Source:</a:t>
            </a:r>
            <a:r>
              <a:rPr lang="en-AU" dirty="0">
                <a:latin typeface="Calibri" panose="020F0502020204030204" pitchFamily="34" charset="0"/>
                <a:ea typeface="DengXian" panose="02010600030101010101" pitchFamily="2" charset="-122"/>
                <a:cs typeface="Times New Roman" panose="02020603050405020304" pitchFamily="18" charset="0"/>
              </a:rPr>
              <a:t> </a:t>
            </a:r>
            <a:r>
              <a:rPr lang="en-AU" dirty="0" err="1">
                <a:latin typeface="Calibri" panose="020F0502020204030204" pitchFamily="34" charset="0"/>
                <a:ea typeface="DengXian" panose="02010600030101010101" pitchFamily="2" charset="-122"/>
                <a:cs typeface="Times New Roman" panose="02020603050405020304" pitchFamily="18" charset="0"/>
              </a:rPr>
              <a:t>ArchDaily</a:t>
            </a:r>
            <a:endParaRPr lang="en-AU" dirty="0"/>
          </a:p>
        </p:txBody>
      </p:sp>
    </p:spTree>
    <p:extLst>
      <p:ext uri="{BB962C8B-B14F-4D97-AF65-F5344CB8AC3E}">
        <p14:creationId xmlns:p14="http://schemas.microsoft.com/office/powerpoint/2010/main" val="720235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DEED2-8259-28B2-25D8-CD1CFC9362C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87F990-E69E-1143-A3D4-A79C84887D1B}"/>
              </a:ext>
            </a:extLst>
          </p:cNvPr>
          <p:cNvSpPr>
            <a:spLocks noGrp="1"/>
          </p:cNvSpPr>
          <p:nvPr>
            <p:ph type="body" sz="half" idx="2"/>
          </p:nvPr>
        </p:nvSpPr>
        <p:spPr>
          <a:xfrm>
            <a:off x="399737" y="1503306"/>
            <a:ext cx="3853959" cy="4509741"/>
          </a:xfrm>
        </p:spPr>
        <p:txBody>
          <a:bodyPr>
            <a:normAutofit/>
          </a:bodyPr>
          <a:lstStyle/>
          <a:p>
            <a:pPr marL="342900" indent="-342900">
              <a:buFont typeface="Arial" panose="020B0604020202020204" pitchFamily="34" charset="0"/>
              <a:buChar char="•"/>
            </a:pPr>
            <a:r>
              <a:rPr lang="en-US" altLang="zh-CN" dirty="0"/>
              <a:t>Stone – natural </a:t>
            </a:r>
            <a:r>
              <a:rPr lang="en-US" altLang="zh-CN" dirty="0" err="1"/>
              <a:t>v.s</a:t>
            </a:r>
            <a:r>
              <a:rPr lang="en-US" altLang="zh-CN" dirty="0"/>
              <a:t>. artificial</a:t>
            </a:r>
          </a:p>
          <a:p>
            <a:pPr marL="342900" indent="-342900">
              <a:buFont typeface="Arial" panose="020B0604020202020204" pitchFamily="34" charset="0"/>
              <a:buChar char="•"/>
            </a:pPr>
            <a:r>
              <a:rPr lang="en-US" dirty="0"/>
              <a:t>What are some pros and cons of stone?</a:t>
            </a:r>
            <a:endParaRPr lang="en-AU" dirty="0"/>
          </a:p>
          <a:p>
            <a:endParaRPr lang="en-AU" dirty="0"/>
          </a:p>
        </p:txBody>
      </p:sp>
      <p:sp>
        <p:nvSpPr>
          <p:cNvPr id="2" name="Title 1">
            <a:extLst>
              <a:ext uri="{FF2B5EF4-FFF2-40B4-BE49-F238E27FC236}">
                <a16:creationId xmlns:a16="http://schemas.microsoft.com/office/drawing/2014/main" id="{098963EE-8217-BD68-95EF-0CB9DEE8CD00}"/>
              </a:ext>
            </a:extLst>
          </p:cNvPr>
          <p:cNvSpPr>
            <a:spLocks noGrp="1"/>
          </p:cNvSpPr>
          <p:nvPr>
            <p:ph type="title"/>
          </p:nvPr>
        </p:nvSpPr>
        <p:spPr/>
        <p:txBody>
          <a:bodyPr/>
          <a:lstStyle/>
          <a:p>
            <a:r>
              <a:rPr lang="en-US" altLang="zh-CN" dirty="0"/>
              <a:t>Types of Building Material – Natural</a:t>
            </a:r>
            <a:endParaRPr lang="en-AU" dirty="0"/>
          </a:p>
        </p:txBody>
      </p:sp>
      <p:pic>
        <p:nvPicPr>
          <p:cNvPr id="5" name="Picture 4" descr="A window in a stone wall&#10;&#10;Description automatically generated">
            <a:extLst>
              <a:ext uri="{FF2B5EF4-FFF2-40B4-BE49-F238E27FC236}">
                <a16:creationId xmlns:a16="http://schemas.microsoft.com/office/drawing/2014/main" id="{65BBE8F6-2D2F-DCFB-4555-B8246A81A9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7707" y="2883508"/>
            <a:ext cx="4876799" cy="3245288"/>
          </a:xfrm>
          <a:prstGeom prst="rect">
            <a:avLst/>
          </a:prstGeom>
        </p:spPr>
      </p:pic>
      <p:pic>
        <p:nvPicPr>
          <p:cNvPr id="7" name="Picture 6" descr="A group of rocks stacked in a fence&#10;&#10;Description automatically generated">
            <a:extLst>
              <a:ext uri="{FF2B5EF4-FFF2-40B4-BE49-F238E27FC236}">
                <a16:creationId xmlns:a16="http://schemas.microsoft.com/office/drawing/2014/main" id="{0953846A-B362-0A87-3454-39233F2B4C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7090" y="930396"/>
            <a:ext cx="4876800" cy="1809750"/>
          </a:xfrm>
          <a:prstGeom prst="rect">
            <a:avLst/>
          </a:prstGeom>
        </p:spPr>
      </p:pic>
      <p:pic>
        <p:nvPicPr>
          <p:cNvPr id="9" name="Picture 8" descr="Different types of stone blocks&#10;&#10;Description automatically generated">
            <a:extLst>
              <a:ext uri="{FF2B5EF4-FFF2-40B4-BE49-F238E27FC236}">
                <a16:creationId xmlns:a16="http://schemas.microsoft.com/office/drawing/2014/main" id="{691198AC-D153-00AD-8724-20307B4626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7369" y="2653877"/>
            <a:ext cx="4611624" cy="3219752"/>
          </a:xfrm>
          <a:prstGeom prst="rect">
            <a:avLst/>
          </a:prstGeom>
        </p:spPr>
      </p:pic>
      <p:sp>
        <p:nvSpPr>
          <p:cNvPr id="4" name="TextBox 4">
            <a:extLst>
              <a:ext uri="{FF2B5EF4-FFF2-40B4-BE49-F238E27FC236}">
                <a16:creationId xmlns:a16="http://schemas.microsoft.com/office/drawing/2014/main" id="{1BBF70F2-F590-83D2-B061-219E465F1307}"/>
              </a:ext>
            </a:extLst>
          </p:cNvPr>
          <p:cNvSpPr txBox="1"/>
          <p:nvPr/>
        </p:nvSpPr>
        <p:spPr>
          <a:xfrm>
            <a:off x="1701157" y="5828381"/>
            <a:ext cx="2455334"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800" dirty="0">
                <a:effectLst/>
                <a:latin typeface="Calibri" panose="020F0502020204030204" pitchFamily="34" charset="0"/>
                <a:ea typeface="DengXian" panose="02010600030101010101" pitchFamily="2" charset="-122"/>
                <a:cs typeface="Times New Roman" panose="02020603050405020304" pitchFamily="18" charset="0"/>
              </a:rPr>
              <a:t>Source:</a:t>
            </a:r>
            <a:r>
              <a:rPr lang="en-AU" dirty="0">
                <a:latin typeface="Calibri" panose="020F0502020204030204" pitchFamily="34" charset="0"/>
                <a:ea typeface="DengXian" panose="02010600030101010101" pitchFamily="2" charset="-122"/>
                <a:cs typeface="Times New Roman" panose="02020603050405020304" pitchFamily="18" charset="0"/>
              </a:rPr>
              <a:t> </a:t>
            </a:r>
            <a:r>
              <a:rPr lang="en-AU" dirty="0" err="1">
                <a:latin typeface="Calibri" panose="020F0502020204030204" pitchFamily="34" charset="0"/>
                <a:ea typeface="DengXian" panose="02010600030101010101" pitchFamily="2" charset="-122"/>
                <a:cs typeface="Times New Roman" panose="02020603050405020304" pitchFamily="18" charset="0"/>
              </a:rPr>
              <a:t>ArchDaily</a:t>
            </a:r>
            <a:endParaRPr lang="en-AU" dirty="0"/>
          </a:p>
        </p:txBody>
      </p:sp>
    </p:spTree>
    <p:extLst>
      <p:ext uri="{BB962C8B-B14F-4D97-AF65-F5344CB8AC3E}">
        <p14:creationId xmlns:p14="http://schemas.microsoft.com/office/powerpoint/2010/main" val="2386224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8CAF9-FC14-D664-B189-A3C4FC7A54E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409B6C-1253-F49F-E10D-3881CD8F38E1}"/>
              </a:ext>
            </a:extLst>
          </p:cNvPr>
          <p:cNvSpPr>
            <a:spLocks noGrp="1"/>
          </p:cNvSpPr>
          <p:nvPr>
            <p:ph type="body" sz="half" idx="2"/>
          </p:nvPr>
        </p:nvSpPr>
        <p:spPr>
          <a:xfrm>
            <a:off x="399737" y="1503307"/>
            <a:ext cx="2615468" cy="4341908"/>
          </a:xfrm>
        </p:spPr>
        <p:txBody>
          <a:bodyPr/>
          <a:lstStyle/>
          <a:p>
            <a:pPr marL="342900" indent="-342900">
              <a:buFont typeface="Arial" panose="020B0604020202020204" pitchFamily="34" charset="0"/>
              <a:buChar char="•"/>
            </a:pPr>
            <a:r>
              <a:rPr lang="en-US" altLang="zh-CN" dirty="0"/>
              <a:t>Clay</a:t>
            </a:r>
          </a:p>
          <a:p>
            <a:pPr marL="342900" indent="-342900">
              <a:buFont typeface="Arial" panose="020B0604020202020204" pitchFamily="34" charset="0"/>
              <a:buChar char="•"/>
            </a:pPr>
            <a:r>
              <a:rPr lang="en-US" altLang="zh-CN" dirty="0"/>
              <a:t>Let’s find out the composition of brick.</a:t>
            </a:r>
          </a:p>
          <a:p>
            <a:pPr marL="342900" indent="-342900">
              <a:buFont typeface="Arial" panose="020B0604020202020204" pitchFamily="34" charset="0"/>
              <a:buChar char="•"/>
            </a:pPr>
            <a:r>
              <a:rPr lang="en-US" altLang="zh-CN" dirty="0"/>
              <a:t>Is brick a sustainable material?</a:t>
            </a:r>
          </a:p>
          <a:p>
            <a:endParaRPr lang="en-US" altLang="zh-CN" dirty="0"/>
          </a:p>
        </p:txBody>
      </p:sp>
      <p:sp>
        <p:nvSpPr>
          <p:cNvPr id="2" name="Title 1">
            <a:extLst>
              <a:ext uri="{FF2B5EF4-FFF2-40B4-BE49-F238E27FC236}">
                <a16:creationId xmlns:a16="http://schemas.microsoft.com/office/drawing/2014/main" id="{F5313B57-3A11-0F00-2244-3E975BC9CA7B}"/>
              </a:ext>
            </a:extLst>
          </p:cNvPr>
          <p:cNvSpPr>
            <a:spLocks noGrp="1"/>
          </p:cNvSpPr>
          <p:nvPr>
            <p:ph type="title"/>
          </p:nvPr>
        </p:nvSpPr>
        <p:spPr/>
        <p:txBody>
          <a:bodyPr/>
          <a:lstStyle/>
          <a:p>
            <a:r>
              <a:rPr lang="en-US" altLang="zh-CN" dirty="0"/>
              <a:t>Types of Building Material – Natural</a:t>
            </a:r>
            <a:endParaRPr lang="en-AU" dirty="0"/>
          </a:p>
        </p:txBody>
      </p:sp>
      <p:pic>
        <p:nvPicPr>
          <p:cNvPr id="5" name="Picture 4">
            <a:extLst>
              <a:ext uri="{FF2B5EF4-FFF2-40B4-BE49-F238E27FC236}">
                <a16:creationId xmlns:a16="http://schemas.microsoft.com/office/drawing/2014/main" id="{5EEBD7DD-BE7C-578C-E2A1-FB1949D3B3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2474" y="1051894"/>
            <a:ext cx="3618436" cy="5082687"/>
          </a:xfrm>
          <a:prstGeom prst="rect">
            <a:avLst/>
          </a:prstGeom>
        </p:spPr>
      </p:pic>
      <p:pic>
        <p:nvPicPr>
          <p:cNvPr id="7" name="Picture 6">
            <a:extLst>
              <a:ext uri="{FF2B5EF4-FFF2-40B4-BE49-F238E27FC236}">
                <a16:creationId xmlns:a16="http://schemas.microsoft.com/office/drawing/2014/main" id="{122DC24F-4B1E-C006-E815-62BBFD790B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9568" y="1051894"/>
            <a:ext cx="3974297" cy="1825055"/>
          </a:xfrm>
          <a:prstGeom prst="rect">
            <a:avLst/>
          </a:prstGeom>
        </p:spPr>
      </p:pic>
      <p:pic>
        <p:nvPicPr>
          <p:cNvPr id="9" name="Picture 8">
            <a:extLst>
              <a:ext uri="{FF2B5EF4-FFF2-40B4-BE49-F238E27FC236}">
                <a16:creationId xmlns:a16="http://schemas.microsoft.com/office/drawing/2014/main" id="{DC67AACE-FF90-B44B-07F0-79069E12A9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59568" y="3015906"/>
            <a:ext cx="4522641" cy="3118675"/>
          </a:xfrm>
          <a:prstGeom prst="rect">
            <a:avLst/>
          </a:prstGeom>
        </p:spPr>
      </p:pic>
      <p:sp>
        <p:nvSpPr>
          <p:cNvPr id="4" name="TextBox 4">
            <a:extLst>
              <a:ext uri="{FF2B5EF4-FFF2-40B4-BE49-F238E27FC236}">
                <a16:creationId xmlns:a16="http://schemas.microsoft.com/office/drawing/2014/main" id="{A8CD25FB-77A0-C042-680D-4B87E73A775A}"/>
              </a:ext>
            </a:extLst>
          </p:cNvPr>
          <p:cNvSpPr txBox="1"/>
          <p:nvPr/>
        </p:nvSpPr>
        <p:spPr>
          <a:xfrm>
            <a:off x="1840053" y="5845215"/>
            <a:ext cx="2455334"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800" dirty="0">
                <a:effectLst/>
                <a:latin typeface="Calibri" panose="020F0502020204030204" pitchFamily="34" charset="0"/>
                <a:ea typeface="DengXian" panose="02010600030101010101" pitchFamily="2" charset="-122"/>
                <a:cs typeface="Times New Roman" panose="02020603050405020304" pitchFamily="18" charset="0"/>
              </a:rPr>
              <a:t>Source:</a:t>
            </a:r>
            <a:r>
              <a:rPr lang="en-AU" dirty="0">
                <a:latin typeface="Calibri" panose="020F0502020204030204" pitchFamily="34" charset="0"/>
                <a:ea typeface="DengXian" panose="02010600030101010101" pitchFamily="2" charset="-122"/>
                <a:cs typeface="Times New Roman" panose="02020603050405020304" pitchFamily="18" charset="0"/>
              </a:rPr>
              <a:t> </a:t>
            </a:r>
            <a:r>
              <a:rPr lang="en-AU" dirty="0" err="1">
                <a:latin typeface="Calibri" panose="020F0502020204030204" pitchFamily="34" charset="0"/>
                <a:ea typeface="DengXian" panose="02010600030101010101" pitchFamily="2" charset="-122"/>
                <a:cs typeface="Times New Roman" panose="02020603050405020304" pitchFamily="18" charset="0"/>
              </a:rPr>
              <a:t>ArchDaily</a:t>
            </a:r>
            <a:endParaRPr lang="en-AU" dirty="0"/>
          </a:p>
        </p:txBody>
      </p:sp>
    </p:spTree>
    <p:extLst>
      <p:ext uri="{BB962C8B-B14F-4D97-AF65-F5344CB8AC3E}">
        <p14:creationId xmlns:p14="http://schemas.microsoft.com/office/powerpoint/2010/main" val="1991451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434CE-A45C-23D0-8495-8427A30323A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331BCA-AED0-30EF-05FC-9854144913A9}"/>
              </a:ext>
            </a:extLst>
          </p:cNvPr>
          <p:cNvSpPr>
            <a:spLocks noGrp="1"/>
          </p:cNvSpPr>
          <p:nvPr>
            <p:ph type="body" sz="half" idx="2"/>
          </p:nvPr>
        </p:nvSpPr>
        <p:spPr>
          <a:xfrm>
            <a:off x="399737" y="1503307"/>
            <a:ext cx="2754364" cy="4330334"/>
          </a:xfrm>
        </p:spPr>
        <p:txBody>
          <a:bodyPr/>
          <a:lstStyle/>
          <a:p>
            <a:pPr marL="342900" indent="-342900">
              <a:buFont typeface="Arial" panose="020B0604020202020204" pitchFamily="34" charset="0"/>
              <a:buChar char="•"/>
            </a:pPr>
            <a:r>
              <a:rPr lang="en-US" dirty="0"/>
              <a:t>The Flatiron Building (originally the Fuller Building), designed by Daniel H. Burnham and built in 1902.</a:t>
            </a:r>
          </a:p>
          <a:p>
            <a:pPr marL="342900" indent="-342900">
              <a:buFont typeface="Arial" panose="020B0604020202020204" pitchFamily="34" charset="0"/>
              <a:buChar char="•"/>
            </a:pPr>
            <a:r>
              <a:rPr lang="en-US" dirty="0"/>
              <a:t>Steel Frame for warehouse and skyscrapers.</a:t>
            </a:r>
          </a:p>
          <a:p>
            <a:pPr marL="342900" indent="-342900">
              <a:buFont typeface="Arial" panose="020B0604020202020204" pitchFamily="34" charset="0"/>
              <a:buChar char="•"/>
            </a:pPr>
            <a:r>
              <a:rPr lang="en-US" dirty="0"/>
              <a:t>What’s so special about steel?</a:t>
            </a:r>
            <a:endParaRPr lang="en-AU" dirty="0"/>
          </a:p>
        </p:txBody>
      </p:sp>
      <p:sp>
        <p:nvSpPr>
          <p:cNvPr id="2" name="Title 1">
            <a:extLst>
              <a:ext uri="{FF2B5EF4-FFF2-40B4-BE49-F238E27FC236}">
                <a16:creationId xmlns:a16="http://schemas.microsoft.com/office/drawing/2014/main" id="{D95BECE7-CD86-C1EC-E19F-168B84A3DDE7}"/>
              </a:ext>
            </a:extLst>
          </p:cNvPr>
          <p:cNvSpPr>
            <a:spLocks noGrp="1"/>
          </p:cNvSpPr>
          <p:nvPr>
            <p:ph type="title"/>
          </p:nvPr>
        </p:nvSpPr>
        <p:spPr/>
        <p:txBody>
          <a:bodyPr/>
          <a:lstStyle/>
          <a:p>
            <a:r>
              <a:rPr lang="en-US" altLang="zh-CN" dirty="0"/>
              <a:t>Types of Building Material – Manufactured</a:t>
            </a:r>
            <a:endParaRPr lang="en-AU" dirty="0"/>
          </a:p>
        </p:txBody>
      </p:sp>
      <p:pic>
        <p:nvPicPr>
          <p:cNvPr id="5" name="Picture 4">
            <a:extLst>
              <a:ext uri="{FF2B5EF4-FFF2-40B4-BE49-F238E27FC236}">
                <a16:creationId xmlns:a16="http://schemas.microsoft.com/office/drawing/2014/main" id="{585DDA57-A330-E39A-4267-4938BF17B6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4538" y="4269074"/>
            <a:ext cx="2619375" cy="1743075"/>
          </a:xfrm>
          <a:prstGeom prst="rect">
            <a:avLst/>
          </a:prstGeom>
        </p:spPr>
      </p:pic>
      <p:pic>
        <p:nvPicPr>
          <p:cNvPr id="7" name="Picture 6">
            <a:extLst>
              <a:ext uri="{FF2B5EF4-FFF2-40B4-BE49-F238E27FC236}">
                <a16:creationId xmlns:a16="http://schemas.microsoft.com/office/drawing/2014/main" id="{F02BB301-FCF1-BBD8-841A-DC64352576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4538" y="987982"/>
            <a:ext cx="4485704" cy="2985032"/>
          </a:xfrm>
          <a:prstGeom prst="rect">
            <a:avLst/>
          </a:prstGeom>
        </p:spPr>
      </p:pic>
      <p:pic>
        <p:nvPicPr>
          <p:cNvPr id="9" name="Picture 8">
            <a:extLst>
              <a:ext uri="{FF2B5EF4-FFF2-40B4-BE49-F238E27FC236}">
                <a16:creationId xmlns:a16="http://schemas.microsoft.com/office/drawing/2014/main" id="{A978C09E-A192-2242-5431-52B8384747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68439" y="787035"/>
            <a:ext cx="4823561" cy="3209861"/>
          </a:xfrm>
          <a:prstGeom prst="rect">
            <a:avLst/>
          </a:prstGeom>
        </p:spPr>
      </p:pic>
      <p:pic>
        <p:nvPicPr>
          <p:cNvPr id="11" name="Picture 10" descr="A tall building with many windows&#10;&#10;Description automatically generated">
            <a:extLst>
              <a:ext uri="{FF2B5EF4-FFF2-40B4-BE49-F238E27FC236}">
                <a16:creationId xmlns:a16="http://schemas.microsoft.com/office/drawing/2014/main" id="{0EA9AEDD-8EF2-8974-15B9-91D0B0F459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39415" y="3906238"/>
            <a:ext cx="2281607" cy="2281607"/>
          </a:xfrm>
          <a:prstGeom prst="rect">
            <a:avLst/>
          </a:prstGeom>
        </p:spPr>
      </p:pic>
      <p:sp>
        <p:nvSpPr>
          <p:cNvPr id="4" name="TextBox 4">
            <a:extLst>
              <a:ext uri="{FF2B5EF4-FFF2-40B4-BE49-F238E27FC236}">
                <a16:creationId xmlns:a16="http://schemas.microsoft.com/office/drawing/2014/main" id="{FDB849DB-EAA2-D431-15ED-3E26E7FFC5F3}"/>
              </a:ext>
            </a:extLst>
          </p:cNvPr>
          <p:cNvSpPr txBox="1"/>
          <p:nvPr/>
        </p:nvSpPr>
        <p:spPr>
          <a:xfrm>
            <a:off x="6493076" y="5806945"/>
            <a:ext cx="2455334"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800" dirty="0">
                <a:effectLst/>
                <a:latin typeface="Calibri" panose="020F0502020204030204" pitchFamily="34" charset="0"/>
                <a:ea typeface="DengXian" panose="02010600030101010101" pitchFamily="2" charset="-122"/>
                <a:cs typeface="Times New Roman" panose="02020603050405020304" pitchFamily="18" charset="0"/>
              </a:rPr>
              <a:t>Source:</a:t>
            </a:r>
            <a:r>
              <a:rPr lang="en-AU" dirty="0">
                <a:latin typeface="Calibri" panose="020F0502020204030204" pitchFamily="34" charset="0"/>
                <a:ea typeface="DengXian" panose="02010600030101010101" pitchFamily="2" charset="-122"/>
                <a:cs typeface="Times New Roman" panose="02020603050405020304" pitchFamily="18" charset="0"/>
              </a:rPr>
              <a:t> </a:t>
            </a:r>
            <a:r>
              <a:rPr lang="en-AU" dirty="0" err="1">
                <a:latin typeface="Calibri" panose="020F0502020204030204" pitchFamily="34" charset="0"/>
                <a:ea typeface="DengXian" panose="02010600030101010101" pitchFamily="2" charset="-122"/>
                <a:cs typeface="Times New Roman" panose="02020603050405020304" pitchFamily="18" charset="0"/>
              </a:rPr>
              <a:t>ArchDaily</a:t>
            </a:r>
            <a:endParaRPr lang="en-AU" dirty="0"/>
          </a:p>
        </p:txBody>
      </p:sp>
    </p:spTree>
    <p:extLst>
      <p:ext uri="{BB962C8B-B14F-4D97-AF65-F5344CB8AC3E}">
        <p14:creationId xmlns:p14="http://schemas.microsoft.com/office/powerpoint/2010/main" val="644458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2BD9C-4E9F-E150-DF6C-E3CA1548582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844E5A-CCDA-DF2A-59A0-1363A425CBB4}"/>
              </a:ext>
            </a:extLst>
          </p:cNvPr>
          <p:cNvSpPr>
            <a:spLocks noGrp="1"/>
          </p:cNvSpPr>
          <p:nvPr>
            <p:ph type="body" sz="half" idx="2"/>
          </p:nvPr>
        </p:nvSpPr>
        <p:spPr>
          <a:xfrm>
            <a:off x="399737" y="1503306"/>
            <a:ext cx="3871321" cy="4509741"/>
          </a:xfrm>
        </p:spPr>
        <p:txBody>
          <a:bodyPr>
            <a:normAutofit lnSpcReduction="10000"/>
          </a:bodyPr>
          <a:lstStyle/>
          <a:p>
            <a:pPr marL="342900" indent="-342900">
              <a:buFont typeface="Arial" panose="020B0604020202020204" pitchFamily="34" charset="0"/>
              <a:buChar char="•"/>
            </a:pPr>
            <a:r>
              <a:rPr lang="en-US" b="0" i="0" dirty="0">
                <a:solidFill>
                  <a:srgbClr val="212121"/>
                </a:solidFill>
                <a:effectLst/>
                <a:latin typeface="proxima_nova_rgregular"/>
              </a:rPr>
              <a:t>Glass is widely used for façad</a:t>
            </a:r>
            <a:r>
              <a:rPr lang="en-US" dirty="0">
                <a:solidFill>
                  <a:srgbClr val="212121"/>
                </a:solidFill>
                <a:latin typeface="proxima_nova_rgregular"/>
              </a:rPr>
              <a:t>e, curtain wall and window panels.</a:t>
            </a:r>
          </a:p>
          <a:p>
            <a:pPr marL="342900" indent="-342900">
              <a:buFont typeface="Arial" panose="020B0604020202020204" pitchFamily="34" charset="0"/>
              <a:buChar char="•"/>
            </a:pPr>
            <a:r>
              <a:rPr lang="en-US" b="0" i="0" dirty="0">
                <a:solidFill>
                  <a:srgbClr val="212121"/>
                </a:solidFill>
                <a:effectLst/>
                <a:latin typeface="proxima_nova_rgregular"/>
              </a:rPr>
              <a:t>The Glass House is best understood as a pavilion for viewing the surrounding landscape.</a:t>
            </a:r>
          </a:p>
          <a:p>
            <a:pPr marL="342900" indent="-342900">
              <a:buFont typeface="Arial" panose="020B0604020202020204" pitchFamily="34" charset="0"/>
              <a:buChar char="•"/>
            </a:pPr>
            <a:r>
              <a:rPr lang="en-US" b="0" i="0" dirty="0">
                <a:solidFill>
                  <a:srgbClr val="212121"/>
                </a:solidFill>
                <a:effectLst/>
                <a:latin typeface="proxima_nova_rgregular"/>
              </a:rPr>
              <a:t>The house design by </a:t>
            </a:r>
            <a:r>
              <a:rPr lang="en-US" altLang="zh-CN" b="0" i="0" dirty="0">
                <a:solidFill>
                  <a:srgbClr val="212121"/>
                </a:solidFill>
                <a:effectLst/>
                <a:latin typeface="proxima_nova_rgregular"/>
              </a:rPr>
              <a:t>Philip Jonson</a:t>
            </a:r>
            <a:r>
              <a:rPr lang="en-US" b="0" i="0" dirty="0">
                <a:solidFill>
                  <a:srgbClr val="212121"/>
                </a:solidFill>
                <a:effectLst/>
                <a:latin typeface="proxima_nova_rgregular"/>
              </a:rPr>
              <a:t>, which ushered the International Style into residential American architecture, is iconic because of its innovative use of materials and its seamless integration into the landscape. </a:t>
            </a:r>
          </a:p>
          <a:p>
            <a:pPr marL="342900" indent="-342900">
              <a:buFont typeface="Arial" panose="020B0604020202020204" pitchFamily="34" charset="0"/>
              <a:buChar char="•"/>
            </a:pPr>
            <a:r>
              <a:rPr lang="en-US" dirty="0">
                <a:solidFill>
                  <a:srgbClr val="212121"/>
                </a:solidFill>
                <a:latin typeface="proxima_nova_rgregular"/>
              </a:rPr>
              <a:t>Can this be done with other building material</a:t>
            </a:r>
            <a:r>
              <a:rPr lang="en-AU" dirty="0">
                <a:solidFill>
                  <a:srgbClr val="212121"/>
                </a:solidFill>
                <a:latin typeface="proxima_nova_rgregular"/>
              </a:rPr>
              <a:t>s?</a:t>
            </a:r>
            <a:endParaRPr lang="en-AU" dirty="0"/>
          </a:p>
        </p:txBody>
      </p:sp>
      <p:sp>
        <p:nvSpPr>
          <p:cNvPr id="2" name="Title 1">
            <a:extLst>
              <a:ext uri="{FF2B5EF4-FFF2-40B4-BE49-F238E27FC236}">
                <a16:creationId xmlns:a16="http://schemas.microsoft.com/office/drawing/2014/main" id="{EA44BD61-39A0-9788-A650-271D35E4AA42}"/>
              </a:ext>
            </a:extLst>
          </p:cNvPr>
          <p:cNvSpPr>
            <a:spLocks noGrp="1"/>
          </p:cNvSpPr>
          <p:nvPr>
            <p:ph type="title"/>
          </p:nvPr>
        </p:nvSpPr>
        <p:spPr/>
        <p:txBody>
          <a:bodyPr/>
          <a:lstStyle/>
          <a:p>
            <a:r>
              <a:rPr lang="en-US" altLang="zh-CN" dirty="0"/>
              <a:t>Types of Building Material – Manufactured</a:t>
            </a:r>
            <a:endParaRPr lang="en-AU" dirty="0"/>
          </a:p>
        </p:txBody>
      </p:sp>
      <p:pic>
        <p:nvPicPr>
          <p:cNvPr id="5" name="Picture 4">
            <a:extLst>
              <a:ext uri="{FF2B5EF4-FFF2-40B4-BE49-F238E27FC236}">
                <a16:creationId xmlns:a16="http://schemas.microsoft.com/office/drawing/2014/main" id="{2928053F-7FBC-9906-A7C1-6AB7900D2F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6626" y="953078"/>
            <a:ext cx="4333278" cy="2883600"/>
          </a:xfrm>
          <a:prstGeom prst="rect">
            <a:avLst/>
          </a:prstGeom>
        </p:spPr>
      </p:pic>
      <p:pic>
        <p:nvPicPr>
          <p:cNvPr id="7" name="Picture 6" descr="A curved building with windows&#10;&#10;Description automatically generated">
            <a:extLst>
              <a:ext uri="{FF2B5EF4-FFF2-40B4-BE49-F238E27FC236}">
                <a16:creationId xmlns:a16="http://schemas.microsoft.com/office/drawing/2014/main" id="{19A00FA4-484C-44EE-718A-B3AE2E5E5C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6626" y="3934468"/>
            <a:ext cx="4401312" cy="2200656"/>
          </a:xfrm>
          <a:prstGeom prst="rect">
            <a:avLst/>
          </a:prstGeom>
        </p:spPr>
      </p:pic>
      <p:pic>
        <p:nvPicPr>
          <p:cNvPr id="9" name="Picture 8" descr="A building with glass walls&#10;&#10;Description automatically generated">
            <a:extLst>
              <a:ext uri="{FF2B5EF4-FFF2-40B4-BE49-F238E27FC236}">
                <a16:creationId xmlns:a16="http://schemas.microsoft.com/office/drawing/2014/main" id="{7643CC20-ECFF-A505-BA10-BCC067C913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58605" y="1903803"/>
            <a:ext cx="2568132" cy="2568132"/>
          </a:xfrm>
          <a:prstGeom prst="rect">
            <a:avLst/>
          </a:prstGeom>
        </p:spPr>
      </p:pic>
      <p:sp>
        <p:nvSpPr>
          <p:cNvPr id="4" name="TextBox 4">
            <a:extLst>
              <a:ext uri="{FF2B5EF4-FFF2-40B4-BE49-F238E27FC236}">
                <a16:creationId xmlns:a16="http://schemas.microsoft.com/office/drawing/2014/main" id="{FED69FBA-D65A-1672-DBC4-694CC8C8A556}"/>
              </a:ext>
            </a:extLst>
          </p:cNvPr>
          <p:cNvSpPr txBox="1"/>
          <p:nvPr/>
        </p:nvSpPr>
        <p:spPr>
          <a:xfrm>
            <a:off x="9736666" y="5765792"/>
            <a:ext cx="2455334"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800" dirty="0">
                <a:effectLst/>
                <a:latin typeface="Calibri" panose="020F0502020204030204" pitchFamily="34" charset="0"/>
                <a:ea typeface="DengXian" panose="02010600030101010101" pitchFamily="2" charset="-122"/>
                <a:cs typeface="Times New Roman" panose="02020603050405020304" pitchFamily="18" charset="0"/>
              </a:rPr>
              <a:t>Source:</a:t>
            </a:r>
            <a:r>
              <a:rPr lang="en-AU" dirty="0">
                <a:latin typeface="Calibri" panose="020F0502020204030204" pitchFamily="34" charset="0"/>
                <a:ea typeface="DengXian" panose="02010600030101010101" pitchFamily="2" charset="-122"/>
                <a:cs typeface="Times New Roman" panose="02020603050405020304" pitchFamily="18" charset="0"/>
              </a:rPr>
              <a:t> </a:t>
            </a:r>
            <a:r>
              <a:rPr lang="en-AU" dirty="0" err="1">
                <a:latin typeface="Calibri" panose="020F0502020204030204" pitchFamily="34" charset="0"/>
                <a:ea typeface="DengXian" panose="02010600030101010101" pitchFamily="2" charset="-122"/>
                <a:cs typeface="Times New Roman" panose="02020603050405020304" pitchFamily="18" charset="0"/>
              </a:rPr>
              <a:t>ArchDaily</a:t>
            </a:r>
            <a:endParaRPr lang="en-AU" dirty="0"/>
          </a:p>
        </p:txBody>
      </p:sp>
    </p:spTree>
    <p:extLst>
      <p:ext uri="{BB962C8B-B14F-4D97-AF65-F5344CB8AC3E}">
        <p14:creationId xmlns:p14="http://schemas.microsoft.com/office/powerpoint/2010/main" val="207938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B9BDC-CED2-8ACD-F6C7-8AB2BFBF03D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1530B4-FF18-C8B3-1B08-D17468E95D59}"/>
              </a:ext>
            </a:extLst>
          </p:cNvPr>
          <p:cNvSpPr>
            <a:spLocks noGrp="1"/>
          </p:cNvSpPr>
          <p:nvPr>
            <p:ph type="body" sz="half" idx="2"/>
          </p:nvPr>
        </p:nvSpPr>
        <p:spPr>
          <a:xfrm>
            <a:off x="399737" y="1503307"/>
            <a:ext cx="3032157" cy="4323707"/>
          </a:xfrm>
        </p:spPr>
        <p:txBody>
          <a:bodyPr/>
          <a:lstStyle/>
          <a:p>
            <a:pPr marL="342900" indent="-342900">
              <a:buFont typeface="Arial" panose="020B0604020202020204" pitchFamily="34" charset="0"/>
              <a:buChar char="•"/>
            </a:pPr>
            <a:r>
              <a:rPr lang="en-AU" dirty="0">
                <a:hlinkClick r:id="rId2"/>
              </a:rPr>
              <a:t>https://architizer.com/blog/practice/materials/plastic-as-a-building-material/</a:t>
            </a:r>
            <a:endParaRPr lang="en-AU" dirty="0"/>
          </a:p>
          <a:p>
            <a:pPr marL="342900" indent="-342900">
              <a:buFont typeface="Arial" panose="020B0604020202020204" pitchFamily="34" charset="0"/>
              <a:buChar char="•"/>
            </a:pPr>
            <a:r>
              <a:rPr lang="en-AU" dirty="0"/>
              <a:t>Plastic/recycled plastic as a building material.</a:t>
            </a:r>
          </a:p>
          <a:p>
            <a:pPr marL="342900" indent="-342900">
              <a:buFont typeface="Arial" panose="020B0604020202020204" pitchFamily="34" charset="0"/>
              <a:buChar char="•"/>
            </a:pPr>
            <a:r>
              <a:rPr lang="en-AU" dirty="0"/>
              <a:t>3D print.</a:t>
            </a:r>
          </a:p>
        </p:txBody>
      </p:sp>
      <p:sp>
        <p:nvSpPr>
          <p:cNvPr id="2" name="Title 1">
            <a:extLst>
              <a:ext uri="{FF2B5EF4-FFF2-40B4-BE49-F238E27FC236}">
                <a16:creationId xmlns:a16="http://schemas.microsoft.com/office/drawing/2014/main" id="{3F669755-71CF-7548-0EF9-662A9C246861}"/>
              </a:ext>
            </a:extLst>
          </p:cNvPr>
          <p:cNvSpPr>
            <a:spLocks noGrp="1"/>
          </p:cNvSpPr>
          <p:nvPr>
            <p:ph type="title"/>
          </p:nvPr>
        </p:nvSpPr>
        <p:spPr/>
        <p:txBody>
          <a:bodyPr/>
          <a:lstStyle/>
          <a:p>
            <a:r>
              <a:rPr lang="en-US" altLang="zh-CN" dirty="0"/>
              <a:t>Types of Building Material – Manufactured</a:t>
            </a:r>
            <a:endParaRPr lang="en-AU" dirty="0"/>
          </a:p>
        </p:txBody>
      </p:sp>
      <p:pic>
        <p:nvPicPr>
          <p:cNvPr id="5" name="Picture 4">
            <a:extLst>
              <a:ext uri="{FF2B5EF4-FFF2-40B4-BE49-F238E27FC236}">
                <a16:creationId xmlns:a16="http://schemas.microsoft.com/office/drawing/2014/main" id="{E0F8765F-7D1D-E812-1878-6149F49EAE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5593" y="1503307"/>
            <a:ext cx="3657600" cy="1883664"/>
          </a:xfrm>
          <a:prstGeom prst="rect">
            <a:avLst/>
          </a:prstGeom>
        </p:spPr>
      </p:pic>
      <p:pic>
        <p:nvPicPr>
          <p:cNvPr id="7" name="Picture 6">
            <a:extLst>
              <a:ext uri="{FF2B5EF4-FFF2-40B4-BE49-F238E27FC236}">
                <a16:creationId xmlns:a16="http://schemas.microsoft.com/office/drawing/2014/main" id="{B4D7E1C3-4538-7EA9-4D8A-9799B3CD9B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83271" y="1503307"/>
            <a:ext cx="4327426" cy="4370007"/>
          </a:xfrm>
          <a:prstGeom prst="rect">
            <a:avLst/>
          </a:prstGeom>
        </p:spPr>
      </p:pic>
      <p:pic>
        <p:nvPicPr>
          <p:cNvPr id="9" name="Picture 8">
            <a:extLst>
              <a:ext uri="{FF2B5EF4-FFF2-40B4-BE49-F238E27FC236}">
                <a16:creationId xmlns:a16="http://schemas.microsoft.com/office/drawing/2014/main" id="{1183580B-1823-6189-D108-C70A29FF00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28782" y="3822772"/>
            <a:ext cx="3657601" cy="2050542"/>
          </a:xfrm>
          <a:prstGeom prst="rect">
            <a:avLst/>
          </a:prstGeom>
        </p:spPr>
      </p:pic>
      <p:sp>
        <p:nvSpPr>
          <p:cNvPr id="4" name="TextBox 4">
            <a:extLst>
              <a:ext uri="{FF2B5EF4-FFF2-40B4-BE49-F238E27FC236}">
                <a16:creationId xmlns:a16="http://schemas.microsoft.com/office/drawing/2014/main" id="{20E766AF-40A9-A287-7FB3-E785A9FAA808}"/>
              </a:ext>
            </a:extLst>
          </p:cNvPr>
          <p:cNvSpPr txBox="1"/>
          <p:nvPr/>
        </p:nvSpPr>
        <p:spPr>
          <a:xfrm>
            <a:off x="10133314" y="5884895"/>
            <a:ext cx="2455334"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800" dirty="0">
                <a:effectLst/>
                <a:latin typeface="Calibri" panose="020F0502020204030204" pitchFamily="34" charset="0"/>
                <a:ea typeface="DengXian" panose="02010600030101010101" pitchFamily="2" charset="-122"/>
                <a:cs typeface="Times New Roman" panose="02020603050405020304" pitchFamily="18" charset="0"/>
              </a:rPr>
              <a:t>Source:</a:t>
            </a:r>
            <a:r>
              <a:rPr lang="en-AU" dirty="0">
                <a:latin typeface="Calibri" panose="020F0502020204030204" pitchFamily="34" charset="0"/>
                <a:ea typeface="DengXian" panose="02010600030101010101" pitchFamily="2" charset="-122"/>
                <a:cs typeface="Times New Roman" panose="02020603050405020304" pitchFamily="18" charset="0"/>
              </a:rPr>
              <a:t> </a:t>
            </a:r>
            <a:r>
              <a:rPr lang="en-AU" dirty="0" err="1">
                <a:latin typeface="Calibri" panose="020F0502020204030204" pitchFamily="34" charset="0"/>
                <a:ea typeface="DengXian" panose="02010600030101010101" pitchFamily="2" charset="-122"/>
                <a:cs typeface="Times New Roman" panose="02020603050405020304" pitchFamily="18" charset="0"/>
              </a:rPr>
              <a:t>ArchDaily</a:t>
            </a:r>
            <a:endParaRPr lang="en-AU" dirty="0"/>
          </a:p>
        </p:txBody>
      </p:sp>
    </p:spTree>
    <p:extLst>
      <p:ext uri="{BB962C8B-B14F-4D97-AF65-F5344CB8AC3E}">
        <p14:creationId xmlns:p14="http://schemas.microsoft.com/office/powerpoint/2010/main" val="996337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779C0-52A5-E6BF-ACE4-2A6366760ED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A2357C-8A49-618F-87A7-F775A1DA2A23}"/>
              </a:ext>
            </a:extLst>
          </p:cNvPr>
          <p:cNvSpPr>
            <a:spLocks noGrp="1"/>
          </p:cNvSpPr>
          <p:nvPr>
            <p:ph type="body" sz="half" idx="2"/>
          </p:nvPr>
        </p:nvSpPr>
        <p:spPr>
          <a:xfrm>
            <a:off x="399737" y="1503307"/>
            <a:ext cx="3009007" cy="4521316"/>
          </a:xfrm>
        </p:spPr>
        <p:txBody>
          <a:bodyPr/>
          <a:lstStyle/>
          <a:p>
            <a:pPr marL="342900" indent="-342900">
              <a:buFont typeface="Arial" panose="020B0604020202020204" pitchFamily="34" charset="0"/>
              <a:buChar char="•"/>
            </a:pPr>
            <a:r>
              <a:rPr lang="en-AU" dirty="0"/>
              <a:t>Reinforced concrete</a:t>
            </a:r>
          </a:p>
          <a:p>
            <a:pPr marL="342900" indent="-342900">
              <a:buFont typeface="Arial" panose="020B0604020202020204" pitchFamily="34" charset="0"/>
              <a:buChar char="•"/>
            </a:pPr>
            <a:r>
              <a:rPr lang="en-US" altLang="zh-CN" dirty="0"/>
              <a:t>Activity: Discuss if concrete is a sustainable material?</a:t>
            </a:r>
            <a:endParaRPr lang="en-AU" dirty="0"/>
          </a:p>
        </p:txBody>
      </p:sp>
      <p:sp>
        <p:nvSpPr>
          <p:cNvPr id="2" name="Title 1">
            <a:extLst>
              <a:ext uri="{FF2B5EF4-FFF2-40B4-BE49-F238E27FC236}">
                <a16:creationId xmlns:a16="http://schemas.microsoft.com/office/drawing/2014/main" id="{BD514479-4ECB-FB26-C4FF-32F9A5D907A2}"/>
              </a:ext>
            </a:extLst>
          </p:cNvPr>
          <p:cNvSpPr>
            <a:spLocks noGrp="1"/>
          </p:cNvSpPr>
          <p:nvPr>
            <p:ph type="title"/>
          </p:nvPr>
        </p:nvSpPr>
        <p:spPr/>
        <p:txBody>
          <a:bodyPr/>
          <a:lstStyle/>
          <a:p>
            <a:r>
              <a:rPr lang="en-US" altLang="zh-CN" dirty="0"/>
              <a:t>Types of Building Material – Composite</a:t>
            </a:r>
            <a:endParaRPr lang="en-AU" dirty="0"/>
          </a:p>
        </p:txBody>
      </p:sp>
      <p:pic>
        <p:nvPicPr>
          <p:cNvPr id="5" name="Picture 4">
            <a:extLst>
              <a:ext uri="{FF2B5EF4-FFF2-40B4-BE49-F238E27FC236}">
                <a16:creationId xmlns:a16="http://schemas.microsoft.com/office/drawing/2014/main" id="{D8BB1C0B-BE0B-5CA4-B50C-EDC442B2B5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8990" y="1255999"/>
            <a:ext cx="6491288" cy="4862199"/>
          </a:xfrm>
          <a:prstGeom prst="rect">
            <a:avLst/>
          </a:prstGeom>
        </p:spPr>
      </p:pic>
      <p:sp>
        <p:nvSpPr>
          <p:cNvPr id="4" name="TextBox 4">
            <a:extLst>
              <a:ext uri="{FF2B5EF4-FFF2-40B4-BE49-F238E27FC236}">
                <a16:creationId xmlns:a16="http://schemas.microsoft.com/office/drawing/2014/main" id="{2ED447BB-9EF5-A521-0DA8-4DABA6E7AF0A}"/>
              </a:ext>
            </a:extLst>
          </p:cNvPr>
          <p:cNvSpPr txBox="1"/>
          <p:nvPr/>
        </p:nvSpPr>
        <p:spPr>
          <a:xfrm>
            <a:off x="1041400" y="6308209"/>
            <a:ext cx="2455334"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800" dirty="0">
                <a:effectLst/>
                <a:latin typeface="Calibri" panose="020F0502020204030204" pitchFamily="34" charset="0"/>
                <a:ea typeface="DengXian" panose="02010600030101010101" pitchFamily="2" charset="-122"/>
                <a:cs typeface="Times New Roman" panose="02020603050405020304" pitchFamily="18" charset="0"/>
              </a:rPr>
              <a:t>Source:</a:t>
            </a:r>
            <a:r>
              <a:rPr lang="en-AU" dirty="0">
                <a:latin typeface="Calibri" panose="020F0502020204030204" pitchFamily="34" charset="0"/>
                <a:ea typeface="DengXian" panose="02010600030101010101" pitchFamily="2" charset="-122"/>
                <a:cs typeface="Times New Roman" panose="02020603050405020304" pitchFamily="18" charset="0"/>
              </a:rPr>
              <a:t> </a:t>
            </a:r>
            <a:r>
              <a:rPr lang="en-AU" dirty="0" err="1">
                <a:latin typeface="Calibri" panose="020F0502020204030204" pitchFamily="34" charset="0"/>
                <a:ea typeface="DengXian" panose="02010600030101010101" pitchFamily="2" charset="-122"/>
                <a:cs typeface="Times New Roman" panose="02020603050405020304" pitchFamily="18" charset="0"/>
              </a:rPr>
              <a:t>ArchDaily</a:t>
            </a:r>
            <a:endParaRPr lang="en-AU" dirty="0"/>
          </a:p>
        </p:txBody>
      </p:sp>
    </p:spTree>
    <p:extLst>
      <p:ext uri="{BB962C8B-B14F-4D97-AF65-F5344CB8AC3E}">
        <p14:creationId xmlns:p14="http://schemas.microsoft.com/office/powerpoint/2010/main" val="1916976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ED84F5-DD05-6315-5E9B-684CC413328B}"/>
              </a:ext>
            </a:extLst>
          </p:cNvPr>
          <p:cNvSpPr>
            <a:spLocks noGrp="1"/>
          </p:cNvSpPr>
          <p:nvPr>
            <p:ph type="body" sz="half" idx="2"/>
          </p:nvPr>
        </p:nvSpPr>
        <p:spPr/>
        <p:txBody>
          <a:bodyPr>
            <a:normAutofit/>
          </a:bodyPr>
          <a:lstStyle/>
          <a:p>
            <a:pPr marL="342900" indent="-342900">
              <a:buFont typeface="Arial" panose="020B0604020202020204" pitchFamily="34" charset="0"/>
              <a:buChar char="•"/>
            </a:pPr>
            <a:r>
              <a:rPr lang="en-US" dirty="0"/>
              <a:t>Physical properties</a:t>
            </a:r>
          </a:p>
          <a:p>
            <a:pPr marL="342900" indent="-342900">
              <a:buFont typeface="Arial" panose="020B0604020202020204" pitchFamily="34" charset="0"/>
              <a:buChar char="•"/>
            </a:pPr>
            <a:r>
              <a:rPr lang="en-US" dirty="0"/>
              <a:t>Mechanical properties</a:t>
            </a:r>
          </a:p>
          <a:p>
            <a:pPr marL="342900" indent="-342900">
              <a:buFont typeface="Arial" panose="020B0604020202020204" pitchFamily="34" charset="0"/>
              <a:buChar char="•"/>
            </a:pPr>
            <a:r>
              <a:rPr lang="en-US" dirty="0"/>
              <a:t>Chemical properties</a:t>
            </a:r>
          </a:p>
          <a:p>
            <a:pPr marL="342900" indent="-342900">
              <a:buFont typeface="Arial" panose="020B0604020202020204" pitchFamily="34" charset="0"/>
              <a:buChar char="•"/>
            </a:pPr>
            <a:r>
              <a:rPr lang="en-US" dirty="0"/>
              <a:t>Electrical properties</a:t>
            </a:r>
          </a:p>
          <a:p>
            <a:pPr marL="342900" indent="-342900">
              <a:buFont typeface="Arial" panose="020B0604020202020204" pitchFamily="34" charset="0"/>
              <a:buChar char="•"/>
            </a:pPr>
            <a:r>
              <a:rPr lang="en-US" dirty="0"/>
              <a:t>Magnetic properties</a:t>
            </a:r>
          </a:p>
          <a:p>
            <a:pPr marL="342900" indent="-342900">
              <a:buFont typeface="Arial" panose="020B0604020202020204" pitchFamily="34" charset="0"/>
              <a:buChar char="•"/>
            </a:pPr>
            <a:r>
              <a:rPr lang="en-US" dirty="0"/>
              <a:t>Thermal properties</a:t>
            </a:r>
            <a:endParaRPr lang="en-AU" dirty="0"/>
          </a:p>
          <a:p>
            <a:pPr marL="342900" indent="-342900">
              <a:buFont typeface="Arial" panose="020B0604020202020204" pitchFamily="34" charset="0"/>
              <a:buChar char="•"/>
            </a:pPr>
            <a:r>
              <a:rPr lang="en-US" dirty="0">
                <a:hlinkClick r:id="rId2"/>
              </a:rPr>
              <a:t>https://theconstructor.org/building/properties-of-building-materials-construction/14891/</a:t>
            </a:r>
            <a:endParaRPr lang="en-AU" b="1" dirty="0"/>
          </a:p>
          <a:p>
            <a:pPr marL="342900" indent="-342900">
              <a:buFont typeface="Arial" panose="020B0604020202020204" pitchFamily="34" charset="0"/>
              <a:buChar char="•"/>
            </a:pPr>
            <a:r>
              <a:rPr lang="en-US" dirty="0"/>
              <a:t>Read the above page to compare common building materials.</a:t>
            </a:r>
          </a:p>
        </p:txBody>
      </p:sp>
      <p:sp>
        <p:nvSpPr>
          <p:cNvPr id="2" name="Title 1">
            <a:extLst>
              <a:ext uri="{FF2B5EF4-FFF2-40B4-BE49-F238E27FC236}">
                <a16:creationId xmlns:a16="http://schemas.microsoft.com/office/drawing/2014/main" id="{72DCC16D-4A73-49C5-8055-A77E367A7A81}"/>
              </a:ext>
            </a:extLst>
          </p:cNvPr>
          <p:cNvSpPr>
            <a:spLocks noGrp="1"/>
          </p:cNvSpPr>
          <p:nvPr>
            <p:ph type="title"/>
          </p:nvPr>
        </p:nvSpPr>
        <p:spPr/>
        <p:txBody>
          <a:bodyPr/>
          <a:lstStyle/>
          <a:p>
            <a:r>
              <a:rPr lang="en-AU" dirty="0"/>
              <a:t>Material Properties and Usage</a:t>
            </a:r>
          </a:p>
        </p:txBody>
      </p:sp>
    </p:spTree>
    <p:extLst>
      <p:ext uri="{BB962C8B-B14F-4D97-AF65-F5344CB8AC3E}">
        <p14:creationId xmlns:p14="http://schemas.microsoft.com/office/powerpoint/2010/main" val="2106094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0A4971-24D8-C485-0E7A-5F297796477D}"/>
              </a:ext>
            </a:extLst>
          </p:cNvPr>
          <p:cNvSpPr>
            <a:spLocks noGrp="1"/>
          </p:cNvSpPr>
          <p:nvPr>
            <p:ph type="body" sz="half" idx="2"/>
          </p:nvPr>
        </p:nvSpPr>
        <p:spPr/>
        <p:txBody>
          <a:bodyPr>
            <a:normAutofit/>
          </a:bodyPr>
          <a:lstStyle/>
          <a:p>
            <a:pPr marL="342900" indent="-342900">
              <a:buFont typeface="Arial" panose="020B0604020202020204" pitchFamily="34" charset="0"/>
              <a:buChar char="•"/>
            </a:pPr>
            <a:r>
              <a:rPr lang="en-US" dirty="0"/>
              <a:t>What do we need to consider for the sustainability of building materials?</a:t>
            </a:r>
          </a:p>
          <a:p>
            <a:pPr marL="342900" indent="-342900">
              <a:buFont typeface="Arial" panose="020B0604020202020204" pitchFamily="34" charset="0"/>
              <a:buChar char="•"/>
            </a:pPr>
            <a:r>
              <a:rPr lang="en-US" dirty="0"/>
              <a:t>Extracting materials</a:t>
            </a:r>
          </a:p>
          <a:p>
            <a:pPr marL="342900" indent="-342900">
              <a:buFont typeface="Arial" panose="020B0604020202020204" pitchFamily="34" charset="0"/>
              <a:buChar char="•"/>
            </a:pPr>
            <a:r>
              <a:rPr lang="en-US" dirty="0"/>
              <a:t>Processing materials (</a:t>
            </a:r>
            <a:r>
              <a:rPr lang="en-US" dirty="0" err="1"/>
              <a:t>eg.</a:t>
            </a:r>
            <a:r>
              <a:rPr lang="en-US" dirty="0"/>
              <a:t> Consume energy and water resources, produce waste)</a:t>
            </a:r>
          </a:p>
          <a:p>
            <a:pPr marL="342900" indent="-342900">
              <a:buFont typeface="Arial" panose="020B0604020202020204" pitchFamily="34" charset="0"/>
              <a:buChar char="•"/>
            </a:pPr>
            <a:r>
              <a:rPr lang="en-US" dirty="0"/>
              <a:t>Off-gassing</a:t>
            </a:r>
          </a:p>
          <a:p>
            <a:pPr marL="342900" indent="-342900">
              <a:buFont typeface="Arial" panose="020B0604020202020204" pitchFamily="34" charset="0"/>
              <a:buChar char="•"/>
            </a:pPr>
            <a:r>
              <a:rPr lang="en-US" dirty="0"/>
              <a:t>Post-consumer disposal of products (</a:t>
            </a:r>
            <a:r>
              <a:rPr lang="en-US" dirty="0" err="1"/>
              <a:t>eg.</a:t>
            </a:r>
            <a:r>
              <a:rPr lang="en-US" dirty="0"/>
              <a:t> Consume Landfills, pollute groundwater)</a:t>
            </a:r>
            <a:endParaRPr lang="en-AU" dirty="0"/>
          </a:p>
        </p:txBody>
      </p:sp>
      <p:sp>
        <p:nvSpPr>
          <p:cNvPr id="2" name="Title 1">
            <a:extLst>
              <a:ext uri="{FF2B5EF4-FFF2-40B4-BE49-F238E27FC236}">
                <a16:creationId xmlns:a16="http://schemas.microsoft.com/office/drawing/2014/main" id="{F85BB317-2809-4CAE-5653-A70354AC2F0E}"/>
              </a:ext>
            </a:extLst>
          </p:cNvPr>
          <p:cNvSpPr>
            <a:spLocks noGrp="1"/>
          </p:cNvSpPr>
          <p:nvPr>
            <p:ph type="title"/>
          </p:nvPr>
        </p:nvSpPr>
        <p:spPr/>
        <p:txBody>
          <a:bodyPr/>
          <a:lstStyle/>
          <a:p>
            <a:r>
              <a:rPr lang="en-AU" dirty="0"/>
              <a:t>Sustainable Building Material</a:t>
            </a:r>
          </a:p>
        </p:txBody>
      </p:sp>
    </p:spTree>
    <p:extLst>
      <p:ext uri="{BB962C8B-B14F-4D97-AF65-F5344CB8AC3E}">
        <p14:creationId xmlns:p14="http://schemas.microsoft.com/office/powerpoint/2010/main" val="3635981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CE415-3A90-DFBC-2981-2142E7283ED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F4F469-3A33-BA8C-968B-DEE369C9B39D}"/>
              </a:ext>
            </a:extLst>
          </p:cNvPr>
          <p:cNvSpPr>
            <a:spLocks noGrp="1"/>
          </p:cNvSpPr>
          <p:nvPr>
            <p:ph type="body" sz="half" idx="2"/>
          </p:nvPr>
        </p:nvSpPr>
        <p:spPr>
          <a:xfrm>
            <a:off x="399737" y="1503307"/>
            <a:ext cx="3402547" cy="4312971"/>
          </a:xfrm>
        </p:spPr>
        <p:txBody>
          <a:bodyPr>
            <a:normAutofit/>
          </a:bodyPr>
          <a:lstStyle/>
          <a:p>
            <a:pPr marL="342900" indent="-342900">
              <a:buFont typeface="Arial" panose="020B0604020202020204" pitchFamily="34" charset="0"/>
              <a:buChar char="•"/>
            </a:pPr>
            <a:r>
              <a:rPr lang="en-US" b="1" dirty="0">
                <a:solidFill>
                  <a:srgbClr val="FF0000"/>
                </a:solidFill>
              </a:rPr>
              <a:t>Renewability</a:t>
            </a:r>
          </a:p>
          <a:p>
            <a:pPr marL="342900" indent="-342900">
              <a:buFont typeface="Arial" panose="020B0604020202020204" pitchFamily="34" charset="0"/>
              <a:buChar char="•"/>
            </a:pPr>
            <a:r>
              <a:rPr lang="en-US" dirty="0"/>
              <a:t>Local production</a:t>
            </a:r>
          </a:p>
          <a:p>
            <a:pPr marL="342900" indent="-342900">
              <a:buFont typeface="Arial" panose="020B0604020202020204" pitchFamily="34" charset="0"/>
              <a:buChar char="•"/>
            </a:pPr>
            <a:r>
              <a:rPr lang="en-US" dirty="0"/>
              <a:t>Recyclability</a:t>
            </a:r>
          </a:p>
          <a:p>
            <a:pPr marL="342900" indent="-342900">
              <a:buFont typeface="Arial" panose="020B0604020202020204" pitchFamily="34" charset="0"/>
              <a:buChar char="•"/>
            </a:pPr>
            <a:r>
              <a:rPr lang="en-US" dirty="0"/>
              <a:t>Recovery and reusability</a:t>
            </a:r>
          </a:p>
          <a:p>
            <a:pPr marL="342900" indent="-342900">
              <a:buFont typeface="Arial" panose="020B0604020202020204" pitchFamily="34" charset="0"/>
              <a:buChar char="•"/>
            </a:pPr>
            <a:r>
              <a:rPr lang="en-US" dirty="0"/>
              <a:t>Impact on the environment caused by material production</a:t>
            </a:r>
          </a:p>
          <a:p>
            <a:pPr marL="342900" indent="-342900">
              <a:buFont typeface="Arial" panose="020B0604020202020204" pitchFamily="34" charset="0"/>
              <a:buChar char="•"/>
            </a:pPr>
            <a:r>
              <a:rPr lang="en-US" dirty="0"/>
              <a:t>Material ingredients of product</a:t>
            </a:r>
            <a:endParaRPr lang="en-AU" sz="1800" b="0" i="0" u="none" strike="noStrike" baseline="0" dirty="0">
              <a:latin typeface="Calibri" panose="020F0502020204030204" pitchFamily="34" charset="0"/>
            </a:endParaRPr>
          </a:p>
        </p:txBody>
      </p:sp>
      <p:sp>
        <p:nvSpPr>
          <p:cNvPr id="2" name="Title 1">
            <a:extLst>
              <a:ext uri="{FF2B5EF4-FFF2-40B4-BE49-F238E27FC236}">
                <a16:creationId xmlns:a16="http://schemas.microsoft.com/office/drawing/2014/main" id="{4B256625-612C-A41A-C055-0C6E836D42C7}"/>
              </a:ext>
            </a:extLst>
          </p:cNvPr>
          <p:cNvSpPr>
            <a:spLocks noGrp="1"/>
          </p:cNvSpPr>
          <p:nvPr>
            <p:ph type="title"/>
          </p:nvPr>
        </p:nvSpPr>
        <p:spPr/>
        <p:txBody>
          <a:bodyPr/>
          <a:lstStyle/>
          <a:p>
            <a:r>
              <a:rPr lang="en-AU" dirty="0"/>
              <a:t>Sustainable Building Material – Green Materials</a:t>
            </a:r>
          </a:p>
        </p:txBody>
      </p:sp>
      <p:sp>
        <p:nvSpPr>
          <p:cNvPr id="5" name="TextBox 4">
            <a:extLst>
              <a:ext uri="{FF2B5EF4-FFF2-40B4-BE49-F238E27FC236}">
                <a16:creationId xmlns:a16="http://schemas.microsoft.com/office/drawing/2014/main" id="{FF04B949-E5F6-69A3-990E-C1C0EDB0F8F6}"/>
              </a:ext>
            </a:extLst>
          </p:cNvPr>
          <p:cNvSpPr txBox="1"/>
          <p:nvPr/>
        </p:nvSpPr>
        <p:spPr>
          <a:xfrm>
            <a:off x="4627997" y="1343207"/>
            <a:ext cx="6099048" cy="1200329"/>
          </a:xfrm>
          <a:prstGeom prst="rect">
            <a:avLst/>
          </a:prstGeom>
          <a:noFill/>
        </p:spPr>
        <p:txBody>
          <a:bodyPr wrap="square">
            <a:spAutoFit/>
          </a:bodyPr>
          <a:lstStyle/>
          <a:p>
            <a:pPr marL="285750" marR="0" indent="-285750" algn="l">
              <a:buFont typeface="Arial" panose="020B0604020202020204" pitchFamily="34" charset="0"/>
              <a:buChar char="•"/>
            </a:pPr>
            <a:r>
              <a:rPr lang="en-AU" sz="1800" b="0" i="0" u="none" strike="noStrike" baseline="0" dirty="0">
                <a:latin typeface="Calibri" panose="020F0502020204030204" pitchFamily="34" charset="0"/>
              </a:rPr>
              <a:t>Renewable materials</a:t>
            </a:r>
          </a:p>
          <a:p>
            <a:pPr marL="285750" marR="0" indent="-285750" algn="l">
              <a:buFont typeface="Arial" panose="020B0604020202020204" pitchFamily="34" charset="0"/>
              <a:buChar char="•"/>
            </a:pPr>
            <a:r>
              <a:rPr lang="en-AU" sz="1800" b="0" i="0" u="none" strike="noStrike" baseline="0" dirty="0">
                <a:latin typeface="Calibri" panose="020F0502020204030204" pitchFamily="34" charset="0"/>
              </a:rPr>
              <a:t>Non-renewable materials</a:t>
            </a:r>
          </a:p>
          <a:p>
            <a:pPr marL="285750" marR="0" indent="-285750" algn="l">
              <a:buFont typeface="Arial" panose="020B0604020202020204" pitchFamily="34" charset="0"/>
              <a:buChar char="•"/>
            </a:pPr>
            <a:r>
              <a:rPr lang="en-US" sz="1800" b="0" i="0" u="none" strike="noStrike" baseline="0" dirty="0">
                <a:latin typeface="Calibri" panose="020F0502020204030204" pitchFamily="34" charset="0"/>
              </a:rPr>
              <a:t>Can you </a:t>
            </a:r>
            <a:r>
              <a:rPr lang="en-US" sz="1800" b="0" i="0" u="none" strike="noStrike" baseline="0" dirty="0" err="1">
                <a:latin typeface="Calibri" panose="020F0502020204030204" pitchFamily="34" charset="0"/>
              </a:rPr>
              <a:t>categorise</a:t>
            </a:r>
            <a:r>
              <a:rPr lang="en-US" sz="1800" b="0" i="0" u="none" strike="noStrike" baseline="0" dirty="0">
                <a:latin typeface="Calibri" panose="020F0502020204030204" pitchFamily="34" charset="0"/>
              </a:rPr>
              <a:t> the commonly used construction materials, such as metal, timber, earth, glass and plastics?</a:t>
            </a:r>
            <a:endParaRPr lang="en-US" dirty="0"/>
          </a:p>
        </p:txBody>
      </p:sp>
      <p:pic>
        <p:nvPicPr>
          <p:cNvPr id="7" name="Picture 6">
            <a:extLst>
              <a:ext uri="{FF2B5EF4-FFF2-40B4-BE49-F238E27FC236}">
                <a16:creationId xmlns:a16="http://schemas.microsoft.com/office/drawing/2014/main" id="{7D539875-75D6-9F2F-3419-EB68D9D20B87}"/>
              </a:ext>
            </a:extLst>
          </p:cNvPr>
          <p:cNvPicPr>
            <a:picLocks noChangeAspect="1"/>
          </p:cNvPicPr>
          <p:nvPr/>
        </p:nvPicPr>
        <p:blipFill>
          <a:blip r:embed="rId2"/>
          <a:stretch>
            <a:fillRect/>
          </a:stretch>
        </p:blipFill>
        <p:spPr>
          <a:xfrm>
            <a:off x="4627997" y="2711369"/>
            <a:ext cx="7025780" cy="3429000"/>
          </a:xfrm>
          <a:prstGeom prst="rect">
            <a:avLst/>
          </a:prstGeom>
        </p:spPr>
      </p:pic>
    </p:spTree>
    <p:extLst>
      <p:ext uri="{BB962C8B-B14F-4D97-AF65-F5344CB8AC3E}">
        <p14:creationId xmlns:p14="http://schemas.microsoft.com/office/powerpoint/2010/main" val="1019992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1E205-A426-2A94-D923-173EC8204B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47BCA2-4959-E124-48D7-376CBADF0E1E}"/>
              </a:ext>
            </a:extLst>
          </p:cNvPr>
          <p:cNvSpPr>
            <a:spLocks noGrp="1"/>
          </p:cNvSpPr>
          <p:nvPr>
            <p:ph type="title"/>
          </p:nvPr>
        </p:nvSpPr>
        <p:spPr/>
        <p:txBody>
          <a:bodyPr>
            <a:normAutofit/>
          </a:bodyPr>
          <a:lstStyle/>
          <a:p>
            <a:r>
              <a:rPr lang="en-AU" dirty="0"/>
              <a:t>Sustainable Building Material – Green Materials</a:t>
            </a:r>
          </a:p>
        </p:txBody>
      </p:sp>
      <p:pic>
        <p:nvPicPr>
          <p:cNvPr id="5" name="Picture 4">
            <a:extLst>
              <a:ext uri="{FF2B5EF4-FFF2-40B4-BE49-F238E27FC236}">
                <a16:creationId xmlns:a16="http://schemas.microsoft.com/office/drawing/2014/main" id="{C2856730-B180-3132-A8EF-C76B10F3CE30}"/>
              </a:ext>
            </a:extLst>
          </p:cNvPr>
          <p:cNvPicPr>
            <a:picLocks noChangeAspect="1"/>
          </p:cNvPicPr>
          <p:nvPr/>
        </p:nvPicPr>
        <p:blipFill>
          <a:blip r:embed="rId2"/>
          <a:stretch>
            <a:fillRect/>
          </a:stretch>
        </p:blipFill>
        <p:spPr>
          <a:xfrm>
            <a:off x="3940892" y="908613"/>
            <a:ext cx="4445709" cy="5173885"/>
          </a:xfrm>
          <a:prstGeom prst="rect">
            <a:avLst/>
          </a:prstGeom>
        </p:spPr>
      </p:pic>
    </p:spTree>
    <p:extLst>
      <p:ext uri="{BB962C8B-B14F-4D97-AF65-F5344CB8AC3E}">
        <p14:creationId xmlns:p14="http://schemas.microsoft.com/office/powerpoint/2010/main" val="1527232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F8E46-324A-F1C2-33D9-ACD7A8B73E3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B7F313-1148-9EF2-9ACC-A901AF7ED253}"/>
              </a:ext>
            </a:extLst>
          </p:cNvPr>
          <p:cNvSpPr>
            <a:spLocks noGrp="1"/>
          </p:cNvSpPr>
          <p:nvPr>
            <p:ph type="body" sz="half" idx="2"/>
          </p:nvPr>
        </p:nvSpPr>
        <p:spPr/>
        <p:txBody>
          <a:bodyPr>
            <a:normAutofit/>
          </a:bodyPr>
          <a:lstStyle/>
          <a:p>
            <a:r>
              <a:rPr lang="en-US" dirty="0"/>
              <a:t>Recyclability</a:t>
            </a:r>
          </a:p>
        </p:txBody>
      </p:sp>
      <p:sp>
        <p:nvSpPr>
          <p:cNvPr id="2" name="Title 1">
            <a:extLst>
              <a:ext uri="{FF2B5EF4-FFF2-40B4-BE49-F238E27FC236}">
                <a16:creationId xmlns:a16="http://schemas.microsoft.com/office/drawing/2014/main" id="{9361A55F-4A2F-F0EF-32FC-5A6D2B7C6312}"/>
              </a:ext>
            </a:extLst>
          </p:cNvPr>
          <p:cNvSpPr>
            <a:spLocks noGrp="1"/>
          </p:cNvSpPr>
          <p:nvPr>
            <p:ph type="title"/>
          </p:nvPr>
        </p:nvSpPr>
        <p:spPr/>
        <p:txBody>
          <a:bodyPr/>
          <a:lstStyle/>
          <a:p>
            <a:r>
              <a:rPr lang="en-AU" dirty="0"/>
              <a:t>Sustainable Building Material – Green Materials</a:t>
            </a:r>
          </a:p>
        </p:txBody>
      </p:sp>
      <p:pic>
        <p:nvPicPr>
          <p:cNvPr id="5" name="Picture 4">
            <a:extLst>
              <a:ext uri="{FF2B5EF4-FFF2-40B4-BE49-F238E27FC236}">
                <a16:creationId xmlns:a16="http://schemas.microsoft.com/office/drawing/2014/main" id="{7EE5BBB7-556A-BB38-0F58-AED673610EE1}"/>
              </a:ext>
            </a:extLst>
          </p:cNvPr>
          <p:cNvPicPr>
            <a:picLocks noChangeAspect="1"/>
          </p:cNvPicPr>
          <p:nvPr/>
        </p:nvPicPr>
        <p:blipFill>
          <a:blip r:embed="rId2"/>
          <a:stretch>
            <a:fillRect/>
          </a:stretch>
        </p:blipFill>
        <p:spPr>
          <a:xfrm>
            <a:off x="2200275" y="928891"/>
            <a:ext cx="7791450" cy="5111308"/>
          </a:xfrm>
          <a:prstGeom prst="rect">
            <a:avLst/>
          </a:prstGeom>
        </p:spPr>
      </p:pic>
      <p:sp>
        <p:nvSpPr>
          <p:cNvPr id="4" name="TextBox 4">
            <a:extLst>
              <a:ext uri="{FF2B5EF4-FFF2-40B4-BE49-F238E27FC236}">
                <a16:creationId xmlns:a16="http://schemas.microsoft.com/office/drawing/2014/main" id="{3793524C-86AC-4814-F734-FF0FFBDE8ADD}"/>
              </a:ext>
            </a:extLst>
          </p:cNvPr>
          <p:cNvSpPr txBox="1"/>
          <p:nvPr/>
        </p:nvSpPr>
        <p:spPr>
          <a:xfrm>
            <a:off x="260108" y="5855533"/>
            <a:ext cx="2455334"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800" dirty="0">
                <a:effectLst/>
                <a:latin typeface="Calibri" panose="020F0502020204030204" pitchFamily="34" charset="0"/>
                <a:ea typeface="DengXian" panose="02010600030101010101" pitchFamily="2" charset="-122"/>
                <a:cs typeface="Times New Roman" panose="02020603050405020304" pitchFamily="18" charset="0"/>
              </a:rPr>
              <a:t>Source:</a:t>
            </a:r>
            <a:r>
              <a:rPr lang="en-AU" dirty="0">
                <a:latin typeface="Calibri" panose="020F0502020204030204" pitchFamily="34" charset="0"/>
                <a:ea typeface="DengXian" panose="02010600030101010101" pitchFamily="2" charset="-122"/>
                <a:cs typeface="Times New Roman" panose="02020603050405020304" pitchFamily="18" charset="0"/>
              </a:rPr>
              <a:t> Wikipedia</a:t>
            </a:r>
            <a:endParaRPr lang="en-AU" dirty="0"/>
          </a:p>
        </p:txBody>
      </p:sp>
    </p:spTree>
    <p:extLst>
      <p:ext uri="{BB962C8B-B14F-4D97-AF65-F5344CB8AC3E}">
        <p14:creationId xmlns:p14="http://schemas.microsoft.com/office/powerpoint/2010/main" val="2277494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461FB-58CA-161C-9AC4-F3C3CBE5923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4E0F82-A2CB-4ACF-ECD0-8D0710246CD4}"/>
              </a:ext>
            </a:extLst>
          </p:cNvPr>
          <p:cNvSpPr>
            <a:spLocks noGrp="1"/>
          </p:cNvSpPr>
          <p:nvPr>
            <p:ph type="body" sz="half" idx="2"/>
          </p:nvPr>
        </p:nvSpPr>
        <p:spPr>
          <a:xfrm>
            <a:off x="366232" y="1210220"/>
            <a:ext cx="11459536" cy="4437560"/>
          </a:xfrm>
        </p:spPr>
        <p:txBody>
          <a:bodyPr>
            <a:normAutofit/>
          </a:bodyPr>
          <a:lstStyle/>
          <a:p>
            <a:pPr marL="342900" indent="-342900">
              <a:buFont typeface="Arial" panose="020B0604020202020204" pitchFamily="34" charset="0"/>
              <a:buChar char="•"/>
            </a:pPr>
            <a:r>
              <a:rPr lang="en-US" dirty="0"/>
              <a:t>Recovery and reusability</a:t>
            </a:r>
          </a:p>
          <a:p>
            <a:pPr marL="342900" indent="-342900">
              <a:buFont typeface="Arial" panose="020B0604020202020204" pitchFamily="34" charset="0"/>
              <a:buChar char="•"/>
            </a:pPr>
            <a:r>
              <a:rPr lang="en-US" altLang="zh-CN" dirty="0"/>
              <a:t>Now do you think concrete is a sustainable material?</a:t>
            </a:r>
          </a:p>
          <a:p>
            <a:pPr marL="342900" indent="-342900">
              <a:buFont typeface="Arial" panose="020B0604020202020204" pitchFamily="34" charset="0"/>
              <a:buChar char="•"/>
            </a:pPr>
            <a:r>
              <a:rPr lang="en-US" dirty="0"/>
              <a:t>Reduce/Reuse/Recycle – which tenet do you think is the most important for sustainability?</a:t>
            </a:r>
          </a:p>
        </p:txBody>
      </p:sp>
      <p:sp>
        <p:nvSpPr>
          <p:cNvPr id="2" name="Title 1">
            <a:extLst>
              <a:ext uri="{FF2B5EF4-FFF2-40B4-BE49-F238E27FC236}">
                <a16:creationId xmlns:a16="http://schemas.microsoft.com/office/drawing/2014/main" id="{80F03FD7-09FD-4B08-66D6-F71980402980}"/>
              </a:ext>
            </a:extLst>
          </p:cNvPr>
          <p:cNvSpPr>
            <a:spLocks noGrp="1"/>
          </p:cNvSpPr>
          <p:nvPr>
            <p:ph type="title"/>
          </p:nvPr>
        </p:nvSpPr>
        <p:spPr/>
        <p:txBody>
          <a:bodyPr/>
          <a:lstStyle/>
          <a:p>
            <a:r>
              <a:rPr lang="en-AU" dirty="0"/>
              <a:t>Sustainable Building Material – Green Materials</a:t>
            </a:r>
          </a:p>
        </p:txBody>
      </p:sp>
      <p:pic>
        <p:nvPicPr>
          <p:cNvPr id="5" name="Picture 4">
            <a:extLst>
              <a:ext uri="{FF2B5EF4-FFF2-40B4-BE49-F238E27FC236}">
                <a16:creationId xmlns:a16="http://schemas.microsoft.com/office/drawing/2014/main" id="{1C0D88E4-6B84-4720-8435-74BDD057B909}"/>
              </a:ext>
            </a:extLst>
          </p:cNvPr>
          <p:cNvPicPr>
            <a:picLocks noChangeAspect="1"/>
          </p:cNvPicPr>
          <p:nvPr/>
        </p:nvPicPr>
        <p:blipFill>
          <a:blip r:embed="rId2"/>
          <a:stretch>
            <a:fillRect/>
          </a:stretch>
        </p:blipFill>
        <p:spPr>
          <a:xfrm>
            <a:off x="8677109" y="2524666"/>
            <a:ext cx="3514891" cy="3639312"/>
          </a:xfrm>
          <a:prstGeom prst="rect">
            <a:avLst/>
          </a:prstGeom>
        </p:spPr>
      </p:pic>
      <p:pic>
        <p:nvPicPr>
          <p:cNvPr id="7" name="Picture 6">
            <a:extLst>
              <a:ext uri="{FF2B5EF4-FFF2-40B4-BE49-F238E27FC236}">
                <a16:creationId xmlns:a16="http://schemas.microsoft.com/office/drawing/2014/main" id="{E0EA0395-53ED-DACC-6806-CF75CF087CE2}"/>
              </a:ext>
            </a:extLst>
          </p:cNvPr>
          <p:cNvPicPr>
            <a:picLocks noChangeAspect="1"/>
          </p:cNvPicPr>
          <p:nvPr/>
        </p:nvPicPr>
        <p:blipFill>
          <a:blip r:embed="rId3"/>
          <a:stretch>
            <a:fillRect/>
          </a:stretch>
        </p:blipFill>
        <p:spPr>
          <a:xfrm>
            <a:off x="181393" y="3272207"/>
            <a:ext cx="4189440" cy="2445687"/>
          </a:xfrm>
          <a:prstGeom prst="rect">
            <a:avLst/>
          </a:prstGeom>
        </p:spPr>
      </p:pic>
      <p:pic>
        <p:nvPicPr>
          <p:cNvPr id="9" name="Picture 8">
            <a:extLst>
              <a:ext uri="{FF2B5EF4-FFF2-40B4-BE49-F238E27FC236}">
                <a16:creationId xmlns:a16="http://schemas.microsoft.com/office/drawing/2014/main" id="{48691FB8-7579-ED9D-72AE-3FE410B22798}"/>
              </a:ext>
            </a:extLst>
          </p:cNvPr>
          <p:cNvPicPr>
            <a:picLocks noChangeAspect="1"/>
          </p:cNvPicPr>
          <p:nvPr/>
        </p:nvPicPr>
        <p:blipFill>
          <a:blip r:embed="rId4"/>
          <a:stretch>
            <a:fillRect/>
          </a:stretch>
        </p:blipFill>
        <p:spPr>
          <a:xfrm>
            <a:off x="4847080" y="3022405"/>
            <a:ext cx="3353781" cy="2945290"/>
          </a:xfrm>
          <a:prstGeom prst="rect">
            <a:avLst/>
          </a:prstGeom>
        </p:spPr>
      </p:pic>
    </p:spTree>
    <p:extLst>
      <p:ext uri="{BB962C8B-B14F-4D97-AF65-F5344CB8AC3E}">
        <p14:creationId xmlns:p14="http://schemas.microsoft.com/office/powerpoint/2010/main" val="4263973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554EE-3750-AC05-42DA-9DD8C621DB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E94081-1348-71EE-EDD4-762550CEBB6B}"/>
              </a:ext>
            </a:extLst>
          </p:cNvPr>
          <p:cNvSpPr>
            <a:spLocks noGrp="1"/>
          </p:cNvSpPr>
          <p:nvPr>
            <p:ph type="body" sz="half" idx="2"/>
          </p:nvPr>
        </p:nvSpPr>
        <p:spPr>
          <a:xfrm>
            <a:off x="399737" y="1503307"/>
            <a:ext cx="2378187" cy="3867346"/>
          </a:xfrm>
        </p:spPr>
        <p:txBody>
          <a:bodyPr>
            <a:normAutofit/>
          </a:bodyPr>
          <a:lstStyle/>
          <a:p>
            <a:pPr marL="342900" indent="-342900">
              <a:buFont typeface="Arial" panose="020B0604020202020204" pitchFamily="34" charset="0"/>
              <a:buChar char="•"/>
            </a:pPr>
            <a:r>
              <a:rPr lang="en-US" dirty="0"/>
              <a:t>Impact on the environment caused by material production</a:t>
            </a:r>
          </a:p>
          <a:p>
            <a:pPr marL="342900" indent="-342900">
              <a:buFont typeface="Arial" panose="020B0604020202020204" pitchFamily="34" charset="0"/>
              <a:buChar char="•"/>
            </a:pPr>
            <a:r>
              <a:rPr lang="en-US" dirty="0"/>
              <a:t>Environmental Product Declarations (EPD)</a:t>
            </a:r>
          </a:p>
        </p:txBody>
      </p:sp>
      <p:sp>
        <p:nvSpPr>
          <p:cNvPr id="2" name="Title 1">
            <a:extLst>
              <a:ext uri="{FF2B5EF4-FFF2-40B4-BE49-F238E27FC236}">
                <a16:creationId xmlns:a16="http://schemas.microsoft.com/office/drawing/2014/main" id="{7C719A5D-165B-673D-DB57-72B230D68965}"/>
              </a:ext>
            </a:extLst>
          </p:cNvPr>
          <p:cNvSpPr>
            <a:spLocks noGrp="1"/>
          </p:cNvSpPr>
          <p:nvPr>
            <p:ph type="title"/>
          </p:nvPr>
        </p:nvSpPr>
        <p:spPr/>
        <p:txBody>
          <a:bodyPr/>
          <a:lstStyle/>
          <a:p>
            <a:r>
              <a:rPr lang="en-AU" dirty="0"/>
              <a:t>Sustainable Building Material – Green Materials</a:t>
            </a:r>
          </a:p>
        </p:txBody>
      </p:sp>
      <p:pic>
        <p:nvPicPr>
          <p:cNvPr id="5" name="Picture 4">
            <a:extLst>
              <a:ext uri="{FF2B5EF4-FFF2-40B4-BE49-F238E27FC236}">
                <a16:creationId xmlns:a16="http://schemas.microsoft.com/office/drawing/2014/main" id="{1CD995CD-4EA4-B915-E3AA-E373C4659DCC}"/>
              </a:ext>
            </a:extLst>
          </p:cNvPr>
          <p:cNvPicPr>
            <a:picLocks noChangeAspect="1"/>
          </p:cNvPicPr>
          <p:nvPr/>
        </p:nvPicPr>
        <p:blipFill>
          <a:blip r:embed="rId2"/>
          <a:stretch>
            <a:fillRect/>
          </a:stretch>
        </p:blipFill>
        <p:spPr>
          <a:xfrm>
            <a:off x="3496733" y="1135393"/>
            <a:ext cx="7435555" cy="4947103"/>
          </a:xfrm>
          <a:prstGeom prst="rect">
            <a:avLst/>
          </a:prstGeom>
        </p:spPr>
      </p:pic>
      <p:sp>
        <p:nvSpPr>
          <p:cNvPr id="4" name="TextBox 4">
            <a:extLst>
              <a:ext uri="{FF2B5EF4-FFF2-40B4-BE49-F238E27FC236}">
                <a16:creationId xmlns:a16="http://schemas.microsoft.com/office/drawing/2014/main" id="{3DB7EF1F-B885-9F0C-80FB-2C5130F29744}"/>
              </a:ext>
            </a:extLst>
          </p:cNvPr>
          <p:cNvSpPr txBox="1"/>
          <p:nvPr/>
        </p:nvSpPr>
        <p:spPr>
          <a:xfrm>
            <a:off x="1041400" y="6308209"/>
            <a:ext cx="2455334"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800" dirty="0">
                <a:effectLst/>
                <a:latin typeface="Calibri" panose="020F0502020204030204" pitchFamily="34" charset="0"/>
                <a:ea typeface="DengXian" panose="02010600030101010101" pitchFamily="2" charset="-122"/>
                <a:cs typeface="Times New Roman" panose="02020603050405020304" pitchFamily="18" charset="0"/>
              </a:rPr>
              <a:t>Source:</a:t>
            </a:r>
            <a:r>
              <a:rPr lang="en-AU" dirty="0">
                <a:latin typeface="Calibri" panose="020F0502020204030204" pitchFamily="34" charset="0"/>
                <a:ea typeface="DengXian" panose="02010600030101010101" pitchFamily="2" charset="-122"/>
                <a:cs typeface="Times New Roman" panose="02020603050405020304" pitchFamily="18" charset="0"/>
              </a:rPr>
              <a:t> Wikipedia</a:t>
            </a:r>
            <a:endParaRPr lang="en-AU" dirty="0"/>
          </a:p>
        </p:txBody>
      </p:sp>
    </p:spTree>
    <p:extLst>
      <p:ext uri="{BB962C8B-B14F-4D97-AF65-F5344CB8AC3E}">
        <p14:creationId xmlns:p14="http://schemas.microsoft.com/office/powerpoint/2010/main" val="987241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5C4FD-D824-B1D9-7A34-0CDD0AD8B96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FBD3D2-A90A-926F-E9E4-5C161E9F872C}"/>
              </a:ext>
            </a:extLst>
          </p:cNvPr>
          <p:cNvSpPr>
            <a:spLocks noGrp="1"/>
          </p:cNvSpPr>
          <p:nvPr>
            <p:ph type="body" sz="half" idx="2"/>
          </p:nvPr>
        </p:nvSpPr>
        <p:spPr>
          <a:xfrm>
            <a:off x="399736" y="1108210"/>
            <a:ext cx="11459536" cy="4437560"/>
          </a:xfrm>
        </p:spPr>
        <p:txBody>
          <a:bodyPr>
            <a:normAutofit/>
          </a:bodyPr>
          <a:lstStyle/>
          <a:p>
            <a:pPr marL="342900" indent="-342900">
              <a:buFont typeface="Arial" panose="020B0604020202020204" pitchFamily="34" charset="0"/>
              <a:buChar char="•"/>
            </a:pPr>
            <a:r>
              <a:rPr lang="en-US" dirty="0"/>
              <a:t>Material ingredients of products</a:t>
            </a:r>
          </a:p>
          <a:p>
            <a:pPr marL="342900" indent="-342900">
              <a:buFont typeface="Arial" panose="020B0604020202020204" pitchFamily="34" charset="0"/>
              <a:buChar char="•"/>
            </a:pPr>
            <a:r>
              <a:rPr lang="en-US" dirty="0"/>
              <a:t>EPD/HPD</a:t>
            </a:r>
          </a:p>
          <a:p>
            <a:pPr marL="342900" indent="-342900">
              <a:buFont typeface="Arial" panose="020B0604020202020204" pitchFamily="34" charset="0"/>
              <a:buChar char="•"/>
            </a:pPr>
            <a:r>
              <a:rPr lang="en-US" dirty="0"/>
              <a:t>Environmental Product Declarations /Health Product Declarations</a:t>
            </a:r>
          </a:p>
          <a:p>
            <a:pPr marL="342900" indent="-342900">
              <a:buFont typeface="Arial" panose="020B0604020202020204" pitchFamily="34" charset="0"/>
              <a:buChar char="•"/>
            </a:pPr>
            <a:r>
              <a:rPr lang="en-US" dirty="0"/>
              <a:t>An HPD, or Health Product Declaration, is a standardized report of a product's contents and associated health information, following the HPD Open Standard.</a:t>
            </a:r>
          </a:p>
          <a:p>
            <a:pPr marL="342900" indent="-342900">
              <a:buFont typeface="Arial" panose="020B0604020202020204" pitchFamily="34" charset="0"/>
              <a:buChar char="•"/>
            </a:pPr>
            <a:r>
              <a:rPr lang="en-US" dirty="0"/>
              <a:t>An Environmental Product Declaration (EPD) is a Type III environmental declaration that quantifies environmental information about the life cycle of a product. This can enable comparisons between products fulfilling the same function</a:t>
            </a:r>
          </a:p>
          <a:p>
            <a:endParaRPr lang="en-AU" dirty="0"/>
          </a:p>
        </p:txBody>
      </p:sp>
      <p:sp>
        <p:nvSpPr>
          <p:cNvPr id="2" name="Title 1">
            <a:extLst>
              <a:ext uri="{FF2B5EF4-FFF2-40B4-BE49-F238E27FC236}">
                <a16:creationId xmlns:a16="http://schemas.microsoft.com/office/drawing/2014/main" id="{159ED5B6-9D0F-A9BB-2539-00EC8D1A662F}"/>
              </a:ext>
            </a:extLst>
          </p:cNvPr>
          <p:cNvSpPr>
            <a:spLocks noGrp="1"/>
          </p:cNvSpPr>
          <p:nvPr>
            <p:ph type="title"/>
          </p:nvPr>
        </p:nvSpPr>
        <p:spPr/>
        <p:txBody>
          <a:bodyPr/>
          <a:lstStyle/>
          <a:p>
            <a:r>
              <a:rPr lang="en-AU" dirty="0"/>
              <a:t>Sustainable Building Material – Green Materials</a:t>
            </a:r>
          </a:p>
        </p:txBody>
      </p:sp>
      <p:pic>
        <p:nvPicPr>
          <p:cNvPr id="7" name="Picture 6" descr="A diagram of a study process&#10;&#10;Description automatically generated">
            <a:extLst>
              <a:ext uri="{FF2B5EF4-FFF2-40B4-BE49-F238E27FC236}">
                <a16:creationId xmlns:a16="http://schemas.microsoft.com/office/drawing/2014/main" id="{AE3F0B78-5375-67A8-A325-822DC77A3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2345" y="3693018"/>
            <a:ext cx="6116040" cy="2394155"/>
          </a:xfrm>
          <a:prstGeom prst="rect">
            <a:avLst/>
          </a:prstGeom>
        </p:spPr>
      </p:pic>
      <p:sp>
        <p:nvSpPr>
          <p:cNvPr id="4" name="TextBox 4">
            <a:extLst>
              <a:ext uri="{FF2B5EF4-FFF2-40B4-BE49-F238E27FC236}">
                <a16:creationId xmlns:a16="http://schemas.microsoft.com/office/drawing/2014/main" id="{D434B624-E190-5406-75F0-2DC7CB570D83}"/>
              </a:ext>
            </a:extLst>
          </p:cNvPr>
          <p:cNvSpPr txBox="1"/>
          <p:nvPr/>
        </p:nvSpPr>
        <p:spPr>
          <a:xfrm>
            <a:off x="9861308" y="5902507"/>
            <a:ext cx="2455334"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800" dirty="0">
                <a:effectLst/>
                <a:latin typeface="Calibri" panose="020F0502020204030204" pitchFamily="34" charset="0"/>
                <a:ea typeface="DengXian" panose="02010600030101010101" pitchFamily="2" charset="-122"/>
                <a:cs typeface="Times New Roman" panose="02020603050405020304" pitchFamily="18" charset="0"/>
              </a:rPr>
              <a:t>Source:</a:t>
            </a:r>
            <a:r>
              <a:rPr lang="en-AU" dirty="0">
                <a:latin typeface="Calibri" panose="020F0502020204030204" pitchFamily="34" charset="0"/>
                <a:ea typeface="DengXian" panose="02010600030101010101" pitchFamily="2" charset="-122"/>
                <a:cs typeface="Times New Roman" panose="02020603050405020304" pitchFamily="18" charset="0"/>
              </a:rPr>
              <a:t> Wikipedia</a:t>
            </a:r>
            <a:endParaRPr lang="en-AU" dirty="0"/>
          </a:p>
        </p:txBody>
      </p:sp>
    </p:spTree>
    <p:extLst>
      <p:ext uri="{BB962C8B-B14F-4D97-AF65-F5344CB8AC3E}">
        <p14:creationId xmlns:p14="http://schemas.microsoft.com/office/powerpoint/2010/main" val="17760313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D0F541-DF99-2510-7C78-A54D93894C67}"/>
              </a:ext>
            </a:extLst>
          </p:cNvPr>
          <p:cNvSpPr>
            <a:spLocks noGrp="1"/>
          </p:cNvSpPr>
          <p:nvPr>
            <p:ph type="body" sz="half" idx="2"/>
          </p:nvPr>
        </p:nvSpPr>
        <p:spPr/>
        <p:txBody>
          <a:bodyPr/>
          <a:lstStyle/>
          <a:p>
            <a:pPr marL="342900" indent="-342900">
              <a:buFont typeface="Arial" panose="020B0604020202020204" pitchFamily="34" charset="0"/>
              <a:buChar char="•"/>
            </a:pPr>
            <a:r>
              <a:rPr lang="en-AU" dirty="0"/>
              <a:t>We will discuss documentation in session 9. </a:t>
            </a:r>
          </a:p>
          <a:p>
            <a:pPr marL="342900" indent="-342900">
              <a:buFont typeface="Arial" panose="020B0604020202020204" pitchFamily="34" charset="0"/>
              <a:buChar char="•"/>
            </a:pPr>
            <a:r>
              <a:rPr lang="en-AU" dirty="0"/>
              <a:t>Specification and material schedule are essential parts of the documentation process. </a:t>
            </a:r>
          </a:p>
          <a:p>
            <a:pPr marL="342900" indent="-342900">
              <a:buFont typeface="Arial" panose="020B0604020202020204" pitchFamily="34" charset="0"/>
              <a:buChar char="•"/>
            </a:pPr>
            <a:r>
              <a:rPr lang="en-AU" dirty="0"/>
              <a:t>What is the difference between two?</a:t>
            </a:r>
          </a:p>
        </p:txBody>
      </p:sp>
      <p:sp>
        <p:nvSpPr>
          <p:cNvPr id="2" name="Title 1">
            <a:extLst>
              <a:ext uri="{FF2B5EF4-FFF2-40B4-BE49-F238E27FC236}">
                <a16:creationId xmlns:a16="http://schemas.microsoft.com/office/drawing/2014/main" id="{99AD9A62-D43C-1976-F514-9A983A682642}"/>
              </a:ext>
            </a:extLst>
          </p:cNvPr>
          <p:cNvSpPr>
            <a:spLocks noGrp="1"/>
          </p:cNvSpPr>
          <p:nvPr>
            <p:ph type="title"/>
          </p:nvPr>
        </p:nvSpPr>
        <p:spPr/>
        <p:txBody>
          <a:bodyPr/>
          <a:lstStyle/>
          <a:p>
            <a:r>
              <a:rPr lang="en-AU" dirty="0"/>
              <a:t>Specification and Material Schedule</a:t>
            </a:r>
          </a:p>
        </p:txBody>
      </p:sp>
    </p:spTree>
    <p:extLst>
      <p:ext uri="{BB962C8B-B14F-4D97-AF65-F5344CB8AC3E}">
        <p14:creationId xmlns:p14="http://schemas.microsoft.com/office/powerpoint/2010/main" val="22920064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90CCA4-0DB9-E5E8-6204-60DB54860A08}"/>
              </a:ext>
            </a:extLst>
          </p:cNvPr>
          <p:cNvSpPr>
            <a:spLocks noGrp="1"/>
          </p:cNvSpPr>
          <p:nvPr>
            <p:ph type="body" sz="half" idx="2"/>
          </p:nvPr>
        </p:nvSpPr>
        <p:spPr>
          <a:xfrm>
            <a:off x="399737" y="1503307"/>
            <a:ext cx="3796086" cy="4336121"/>
          </a:xfrm>
        </p:spPr>
        <p:txBody>
          <a:bodyPr>
            <a:normAutofit/>
          </a:bodyPr>
          <a:lstStyle/>
          <a:p>
            <a:pPr marL="342900" indent="-342900">
              <a:buFont typeface="Arial" panose="020B0604020202020204" pitchFamily="34" charset="0"/>
              <a:buChar char="•"/>
            </a:pPr>
            <a:r>
              <a:rPr lang="en-US" dirty="0"/>
              <a:t>Specifications describe the materials and workmanship required for a development. They do not include cost, quantity or drawn information, and so need to be read alongside other information such as quantities, schedules and drawings.</a:t>
            </a:r>
          </a:p>
          <a:p>
            <a:pPr marL="342900" indent="-342900">
              <a:buFont typeface="Arial" panose="020B0604020202020204" pitchFamily="34" charset="0"/>
              <a:buChar char="•"/>
            </a:pPr>
            <a:r>
              <a:rPr lang="en-US" dirty="0"/>
              <a:t>Housing Specification of construction requirements, including a Schedule of fittings, fixtures and finishes.</a:t>
            </a:r>
            <a:endParaRPr lang="en-AU" dirty="0"/>
          </a:p>
        </p:txBody>
      </p:sp>
      <p:sp>
        <p:nvSpPr>
          <p:cNvPr id="2" name="Title 1">
            <a:extLst>
              <a:ext uri="{FF2B5EF4-FFF2-40B4-BE49-F238E27FC236}">
                <a16:creationId xmlns:a16="http://schemas.microsoft.com/office/drawing/2014/main" id="{5717D1FC-D867-183E-39F9-2B501235CBEB}"/>
              </a:ext>
            </a:extLst>
          </p:cNvPr>
          <p:cNvSpPr>
            <a:spLocks noGrp="1"/>
          </p:cNvSpPr>
          <p:nvPr>
            <p:ph type="title"/>
          </p:nvPr>
        </p:nvSpPr>
        <p:spPr/>
        <p:txBody>
          <a:bodyPr/>
          <a:lstStyle/>
          <a:p>
            <a:r>
              <a:rPr lang="en-AU" dirty="0"/>
              <a:t>Specifications</a:t>
            </a:r>
          </a:p>
        </p:txBody>
      </p:sp>
      <p:pic>
        <p:nvPicPr>
          <p:cNvPr id="5" name="Picture 4">
            <a:extLst>
              <a:ext uri="{FF2B5EF4-FFF2-40B4-BE49-F238E27FC236}">
                <a16:creationId xmlns:a16="http://schemas.microsoft.com/office/drawing/2014/main" id="{17DFD03F-CC52-6DBE-3DB4-E04078652A2F}"/>
              </a:ext>
            </a:extLst>
          </p:cNvPr>
          <p:cNvPicPr>
            <a:picLocks noChangeAspect="1"/>
          </p:cNvPicPr>
          <p:nvPr/>
        </p:nvPicPr>
        <p:blipFill>
          <a:blip r:embed="rId2"/>
          <a:stretch>
            <a:fillRect/>
          </a:stretch>
        </p:blipFill>
        <p:spPr>
          <a:xfrm>
            <a:off x="5503572" y="1"/>
            <a:ext cx="4361916" cy="2857500"/>
          </a:xfrm>
          <a:prstGeom prst="rect">
            <a:avLst/>
          </a:prstGeom>
        </p:spPr>
      </p:pic>
      <p:pic>
        <p:nvPicPr>
          <p:cNvPr id="7" name="Picture 6">
            <a:extLst>
              <a:ext uri="{FF2B5EF4-FFF2-40B4-BE49-F238E27FC236}">
                <a16:creationId xmlns:a16="http://schemas.microsoft.com/office/drawing/2014/main" id="{2F3893E3-705A-6046-BD36-CA0DAE165CA5}"/>
              </a:ext>
            </a:extLst>
          </p:cNvPr>
          <p:cNvPicPr>
            <a:picLocks noChangeAspect="1"/>
          </p:cNvPicPr>
          <p:nvPr/>
        </p:nvPicPr>
        <p:blipFill>
          <a:blip r:embed="rId3"/>
          <a:stretch>
            <a:fillRect/>
          </a:stretch>
        </p:blipFill>
        <p:spPr>
          <a:xfrm>
            <a:off x="5725930" y="2895809"/>
            <a:ext cx="3917200" cy="3338985"/>
          </a:xfrm>
          <a:prstGeom prst="rect">
            <a:avLst/>
          </a:prstGeom>
        </p:spPr>
      </p:pic>
    </p:spTree>
    <p:extLst>
      <p:ext uri="{BB962C8B-B14F-4D97-AF65-F5344CB8AC3E}">
        <p14:creationId xmlns:p14="http://schemas.microsoft.com/office/powerpoint/2010/main" val="808712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02B81-B3BA-2F60-CA6A-0F73F8032277}"/>
              </a:ext>
            </a:extLst>
          </p:cNvPr>
          <p:cNvSpPr>
            <a:spLocks noGrp="1"/>
          </p:cNvSpPr>
          <p:nvPr>
            <p:ph type="title"/>
          </p:nvPr>
        </p:nvSpPr>
        <p:spPr/>
        <p:txBody>
          <a:bodyPr/>
          <a:lstStyle/>
          <a:p>
            <a:r>
              <a:rPr lang="en-AU" dirty="0"/>
              <a:t>More Schedule Samples </a:t>
            </a:r>
          </a:p>
        </p:txBody>
      </p:sp>
      <p:pic>
        <p:nvPicPr>
          <p:cNvPr id="5" name="Content Placeholder 4">
            <a:extLst>
              <a:ext uri="{FF2B5EF4-FFF2-40B4-BE49-F238E27FC236}">
                <a16:creationId xmlns:a16="http://schemas.microsoft.com/office/drawing/2014/main" id="{6A87D262-92E9-989F-A285-993737EBA6D1}"/>
              </a:ext>
            </a:extLst>
          </p:cNvPr>
          <p:cNvPicPr>
            <a:picLocks noGrp="1" noChangeAspect="1"/>
          </p:cNvPicPr>
          <p:nvPr>
            <p:ph idx="4294967295"/>
          </p:nvPr>
        </p:nvPicPr>
        <p:blipFill>
          <a:blip r:embed="rId2"/>
          <a:stretch>
            <a:fillRect/>
          </a:stretch>
        </p:blipFill>
        <p:spPr>
          <a:xfrm>
            <a:off x="231493" y="1823376"/>
            <a:ext cx="6393390" cy="3506673"/>
          </a:xfrm>
        </p:spPr>
      </p:pic>
      <p:pic>
        <p:nvPicPr>
          <p:cNvPr id="7" name="Picture 6">
            <a:extLst>
              <a:ext uri="{FF2B5EF4-FFF2-40B4-BE49-F238E27FC236}">
                <a16:creationId xmlns:a16="http://schemas.microsoft.com/office/drawing/2014/main" id="{A1282308-4D5C-D6CF-1B69-C22A35777AF7}"/>
              </a:ext>
            </a:extLst>
          </p:cNvPr>
          <p:cNvPicPr>
            <a:picLocks noChangeAspect="1"/>
          </p:cNvPicPr>
          <p:nvPr/>
        </p:nvPicPr>
        <p:blipFill>
          <a:blip r:embed="rId3"/>
          <a:stretch>
            <a:fillRect/>
          </a:stretch>
        </p:blipFill>
        <p:spPr>
          <a:xfrm>
            <a:off x="6846335" y="1823377"/>
            <a:ext cx="5277456" cy="3506673"/>
          </a:xfrm>
          <a:prstGeom prst="rect">
            <a:avLst/>
          </a:prstGeom>
        </p:spPr>
      </p:pic>
    </p:spTree>
    <p:extLst>
      <p:ext uri="{BB962C8B-B14F-4D97-AF65-F5344CB8AC3E}">
        <p14:creationId xmlns:p14="http://schemas.microsoft.com/office/powerpoint/2010/main" val="24008517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5C5DF-0131-A0AE-10F8-8C44A7002767}"/>
            </a:ext>
          </a:extLst>
        </p:cNvPr>
        <p:cNvGrpSpPr/>
        <p:nvPr/>
      </p:nvGrpSpPr>
      <p:grpSpPr>
        <a:xfrm>
          <a:off x="0" y="0"/>
          <a:ext cx="0" cy="0"/>
          <a:chOff x="0" y="0"/>
          <a:chExt cx="0" cy="0"/>
        </a:xfrm>
      </p:grpSpPr>
      <p:sp>
        <p:nvSpPr>
          <p:cNvPr id="7" name="Title 5">
            <a:extLst>
              <a:ext uri="{FF2B5EF4-FFF2-40B4-BE49-F238E27FC236}">
                <a16:creationId xmlns:a16="http://schemas.microsoft.com/office/drawing/2014/main" id="{89F08C7C-AAC1-7AF6-FA6E-7839A20A2BB0}"/>
              </a:ext>
            </a:extLst>
          </p:cNvPr>
          <p:cNvSpPr txBox="1">
            <a:spLocks/>
          </p:cNvSpPr>
          <p:nvPr/>
        </p:nvSpPr>
        <p:spPr>
          <a:xfrm>
            <a:off x="697052" y="2813095"/>
            <a:ext cx="8852062" cy="886397"/>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Activity: Choose a Case Study and </a:t>
            </a:r>
            <a:r>
              <a:rPr lang="en-US" dirty="0" err="1"/>
              <a:t>Analyse</a:t>
            </a:r>
            <a:r>
              <a:rPr lang="en-US" dirty="0"/>
              <a:t> the Material</a:t>
            </a:r>
          </a:p>
        </p:txBody>
      </p:sp>
    </p:spTree>
    <p:extLst>
      <p:ext uri="{BB962C8B-B14F-4D97-AF65-F5344CB8AC3E}">
        <p14:creationId xmlns:p14="http://schemas.microsoft.com/office/powerpoint/2010/main" val="37959023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0006DB-41B9-DABA-D3F3-5847F1E5B090}"/>
              </a:ext>
            </a:extLst>
          </p:cNvPr>
          <p:cNvSpPr>
            <a:spLocks noGrp="1"/>
          </p:cNvSpPr>
          <p:nvPr>
            <p:ph type="body" sz="half" idx="2"/>
          </p:nvPr>
        </p:nvSpPr>
        <p:spPr/>
        <p:txBody>
          <a:bodyPr/>
          <a:lstStyle/>
          <a:p>
            <a:pPr marL="285750" indent="-285750">
              <a:buFont typeface="Arial" panose="020B0604020202020204" pitchFamily="34" charset="0"/>
              <a:buChar char="•"/>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Arch Daily. (2025). </a:t>
            </a:r>
            <a:r>
              <a:rPr lang="en-AU" sz="1800" i="1" kern="100" dirty="0">
                <a:effectLst/>
                <a:latin typeface="Calibri" panose="020F0502020204030204" pitchFamily="34" charset="0"/>
                <a:ea typeface="DengXian" panose="02010600030101010101" pitchFamily="2" charset="-122"/>
                <a:cs typeface="Times New Roman" panose="02020603050405020304" pitchFamily="18" charset="0"/>
              </a:rPr>
              <a:t>Arch Daily Image</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 </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hlinkClick r:id="rId2"/>
              </a:rPr>
              <a:t>https://www.archdaily.com/</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285750" indent="-285750">
              <a:buFont typeface="Arial" panose="020B0604020202020204" pitchFamily="34" charset="0"/>
              <a:buChar char="•"/>
            </a:pP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endParaRPr lang="en-AU" dirty="0"/>
          </a:p>
        </p:txBody>
      </p:sp>
      <p:sp>
        <p:nvSpPr>
          <p:cNvPr id="2" name="Title 1">
            <a:extLst>
              <a:ext uri="{FF2B5EF4-FFF2-40B4-BE49-F238E27FC236}">
                <a16:creationId xmlns:a16="http://schemas.microsoft.com/office/drawing/2014/main" id="{973AC1A5-FC13-00E3-2599-80F31DF2635F}"/>
              </a:ext>
            </a:extLst>
          </p:cNvPr>
          <p:cNvSpPr>
            <a:spLocks noGrp="1"/>
          </p:cNvSpPr>
          <p:nvPr>
            <p:ph type="title"/>
          </p:nvPr>
        </p:nvSpPr>
        <p:spPr/>
        <p:txBody>
          <a:bodyPr/>
          <a:lstStyle/>
          <a:p>
            <a:r>
              <a:rPr lang="en-AU" dirty="0"/>
              <a:t>References</a:t>
            </a:r>
          </a:p>
        </p:txBody>
      </p:sp>
    </p:spTree>
    <p:extLst>
      <p:ext uri="{BB962C8B-B14F-4D97-AF65-F5344CB8AC3E}">
        <p14:creationId xmlns:p14="http://schemas.microsoft.com/office/powerpoint/2010/main" val="6117518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2A4B707-13BF-4B4F-A3D8-BB605AB10BC5}"/>
              </a:ext>
            </a:extLst>
          </p:cNvPr>
          <p:cNvSpPr>
            <a:spLocks noGrp="1"/>
          </p:cNvSpPr>
          <p:nvPr>
            <p:ph type="ctrTitle" idx="4294967295"/>
          </p:nvPr>
        </p:nvSpPr>
        <p:spPr>
          <a:xfrm>
            <a:off x="1196322" y="1680966"/>
            <a:ext cx="5077440" cy="1052596"/>
          </a:xfrm>
        </p:spPr>
        <p:txBody>
          <a:bodyPr/>
          <a:lstStyle/>
          <a:p>
            <a:r>
              <a:rPr lang="en-US" sz="4400" dirty="0"/>
              <a:t>Thank you</a:t>
            </a:r>
            <a:br>
              <a:rPr lang="en-US" dirty="0"/>
            </a:br>
            <a:r>
              <a:rPr lang="en-US" b="0" dirty="0"/>
              <a:t>Questions?</a:t>
            </a:r>
            <a:endParaRPr lang="en-US" dirty="0"/>
          </a:p>
        </p:txBody>
      </p:sp>
    </p:spTree>
    <p:extLst>
      <p:ext uri="{BB962C8B-B14F-4D97-AF65-F5344CB8AC3E}">
        <p14:creationId xmlns:p14="http://schemas.microsoft.com/office/powerpoint/2010/main" val="1915363159"/>
      </p:ext>
    </p:extLst>
  </p:cSld>
  <p:clrMapOvr>
    <a:masterClrMapping/>
  </p:clrMapOvr>
</p:sld>
</file>

<file path=ppt/theme/theme1.xml><?xml version="1.0" encoding="utf-8"?>
<a:theme xmlns:a="http://schemas.openxmlformats.org/drawingml/2006/main" name="Office Theme">
  <a:themeElements>
    <a:clrScheme name="VU 2024">
      <a:dk1>
        <a:srgbClr val="000000"/>
      </a:dk1>
      <a:lt1>
        <a:srgbClr val="FFFFFF"/>
      </a:lt1>
      <a:dk2>
        <a:srgbClr val="262626"/>
      </a:dk2>
      <a:lt2>
        <a:srgbClr val="FFFFFF"/>
      </a:lt2>
      <a:accent1>
        <a:srgbClr val="5BC2E7"/>
      </a:accent1>
      <a:accent2>
        <a:srgbClr val="1E1248"/>
      </a:accent2>
      <a:accent3>
        <a:srgbClr val="ED6B5E"/>
      </a:accent3>
      <a:accent4>
        <a:srgbClr val="B39AD2"/>
      </a:accent4>
      <a:accent5>
        <a:srgbClr val="EEEEEE"/>
      </a:accent5>
      <a:accent6>
        <a:srgbClr val="6E6E6E"/>
      </a:accent6>
      <a:hlink>
        <a:srgbClr val="0C71AC"/>
      </a:hlink>
      <a:folHlink>
        <a:srgbClr val="6E6E6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7FCAF70F-E073-BF40-A79D-4081DC7CE9D1}" vid="{806BC320-17C3-6546-81D5-5AF729563D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a9cb1d79-f99f-49bb-8e2a-e2312126c491">
      <UserInfo>
        <DisplayName>Kate Hitchins</DisplayName>
        <AccountId>727</AccountId>
        <AccountType/>
      </UserInfo>
    </SharedWithUsers>
    <MediaLengthInSeconds xmlns="f38d7cb2-8266-40dc-9c80-5a14c72951d4" xsi:nil="true"/>
    <_activity xmlns="f38d7cb2-8266-40dc-9c80-5a14c72951d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9F76110527CE0478E6091AB5EC74898" ma:contentTypeVersion="15" ma:contentTypeDescription="Create a new document." ma:contentTypeScope="" ma:versionID="c1c5edefc9e02eae2714aa09383da356">
  <xsd:schema xmlns:xsd="http://www.w3.org/2001/XMLSchema" xmlns:xs="http://www.w3.org/2001/XMLSchema" xmlns:p="http://schemas.microsoft.com/office/2006/metadata/properties" xmlns:ns3="f38d7cb2-8266-40dc-9c80-5a14c72951d4" xmlns:ns4="a9cb1d79-f99f-49bb-8e2a-e2312126c491" targetNamespace="http://schemas.microsoft.com/office/2006/metadata/properties" ma:root="true" ma:fieldsID="843b90cf4550736d6ca05ee9401f6042" ns3:_="" ns4:_="">
    <xsd:import namespace="f38d7cb2-8266-40dc-9c80-5a14c72951d4"/>
    <xsd:import namespace="a9cb1d79-f99f-49bb-8e2a-e2312126c491"/>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_activity" minOccurs="0"/>
                <xsd:element ref="ns3:MediaLengthInSeconds" minOccurs="0"/>
                <xsd:element ref="ns3:MediaServiceSearchProperties" minOccurs="0"/>
                <xsd:element ref="ns3:MediaServiceSystemTag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8d7cb2-8266-40dc-9c80-5a14c72951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activity" ma:index="18" nillable="true" ma:displayName="_activity" ma:hidden="true" ma:internalName="_activity">
      <xsd:simpleType>
        <xsd:restriction base="dms:Note"/>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9cb1d79-f99f-49bb-8e2a-e2312126c491"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9109AC-3400-4D6C-BF7D-EE9E1DA1F086}">
  <ds:schemaRefs>
    <ds:schemaRef ds:uri="http://schemas.microsoft.com/sharepoint/v3/contenttype/forms"/>
  </ds:schemaRefs>
</ds:datastoreItem>
</file>

<file path=customXml/itemProps2.xml><?xml version="1.0" encoding="utf-8"?>
<ds:datastoreItem xmlns:ds="http://schemas.openxmlformats.org/officeDocument/2006/customXml" ds:itemID="{FA9BFBAB-54D8-4D2B-81F7-50E6F7501764}">
  <ds:schemaRefs>
    <ds:schemaRef ds:uri="http://purl.org/dc/elements/1.1/"/>
    <ds:schemaRef ds:uri="http://purl.org/dc/terms/"/>
    <ds:schemaRef ds:uri="f38d7cb2-8266-40dc-9c80-5a14c72951d4"/>
    <ds:schemaRef ds:uri="a9cb1d79-f99f-49bb-8e2a-e2312126c491"/>
    <ds:schemaRef ds:uri="http://schemas.microsoft.com/office/2006/documentManagement/types"/>
    <ds:schemaRef ds:uri="http://schemas.microsoft.com/office/infopath/2007/PartnerControls"/>
    <ds:schemaRef ds:uri="http://www.w3.org/XML/1998/namespace"/>
    <ds:schemaRef ds:uri="http://schemas.openxmlformats.org/package/2006/metadata/core-propertie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9744AE7C-1058-4C5F-8244-E3C6339272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8d7cb2-8266-40dc-9c80-5a14c72951d4"/>
    <ds:schemaRef ds:uri="a9cb1d79-f99f-49bb-8e2a-e2312126c4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VU_PPT Template</Template>
  <TotalTime>21</TotalTime>
  <Words>744</Words>
  <Application>Microsoft Office PowerPoint</Application>
  <PresentationFormat>Widescreen</PresentationFormat>
  <Paragraphs>96</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.Lucida Grande UI Regular</vt:lpstr>
      <vt:lpstr>Arial</vt:lpstr>
      <vt:lpstr>Calibri</vt:lpstr>
      <vt:lpstr>Helvetica Neue</vt:lpstr>
      <vt:lpstr>proxima_nova_rgregular</vt:lpstr>
      <vt:lpstr>Office Theme</vt:lpstr>
      <vt:lpstr>Session 8</vt:lpstr>
      <vt:lpstr>PowerPoint Presentation</vt:lpstr>
      <vt:lpstr>Introduction to Building Material</vt:lpstr>
      <vt:lpstr>Types of Building Material – Natural</vt:lpstr>
      <vt:lpstr>Types of Building Material – Natural</vt:lpstr>
      <vt:lpstr>Types of Building Material – Natural</vt:lpstr>
      <vt:lpstr>Types of Building Material – Manufactured</vt:lpstr>
      <vt:lpstr>Types of Building Material – Manufactured</vt:lpstr>
      <vt:lpstr>Types of Building Material – Manufactured</vt:lpstr>
      <vt:lpstr>Types of Building Material – Composite</vt:lpstr>
      <vt:lpstr>Material Properties and Usage</vt:lpstr>
      <vt:lpstr>Sustainable Building Material</vt:lpstr>
      <vt:lpstr>Sustainable Building Material – Green Materials</vt:lpstr>
      <vt:lpstr>Sustainable Building Material – Green Materials</vt:lpstr>
      <vt:lpstr>Sustainable Building Material – Green Materials</vt:lpstr>
      <vt:lpstr>Sustainable Building Material – Green Materials</vt:lpstr>
      <vt:lpstr>Sustainable Building Material – Green Materials</vt:lpstr>
      <vt:lpstr>Sustainable Building Material – Green Materials</vt:lpstr>
      <vt:lpstr>Specification and Material Schedule</vt:lpstr>
      <vt:lpstr>Specifications</vt:lpstr>
      <vt:lpstr>More Schedule Samples </vt:lpstr>
      <vt:lpstr>PowerPoint Presentation</vt:lpstr>
      <vt:lpstr>References</vt:lpstr>
      <vt:lpstr>Thank you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Axnick</dc:creator>
  <cp:lastModifiedBy>Daniel Axnick</cp:lastModifiedBy>
  <cp:revision>4</cp:revision>
  <dcterms:created xsi:type="dcterms:W3CDTF">2025-01-30T23:38:47Z</dcterms:created>
  <dcterms:modified xsi:type="dcterms:W3CDTF">2025-02-04T22:48:42Z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0x010100D9F76110527CE0478E6091AB5EC74898</vt:lpwstr>
  </property>
  <property fmtid="{D5CDD505-2E9C-101B-9397-08002B2CF9AE}" pid="4" name="_dlc_DocIdItemGuid">
    <vt:lpwstr>c455dfeb-16d0-4085-bac7-566eeb3c23ee</vt:lpwstr>
  </property>
  <property fmtid="{D5CDD505-2E9C-101B-9397-08002B2CF9AE}" pid="5" name="MSIP_Label_d7dc88d9-fa17-47eb-a208-3e66f59d50e5_Enabled">
    <vt:lpwstr>true</vt:lpwstr>
  </property>
  <property fmtid="{D5CDD505-2E9C-101B-9397-08002B2CF9AE}" pid="6" name="MSIP_Label_d7dc88d9-fa17-47eb-a208-3e66f59d50e5_SetDate">
    <vt:lpwstr>2023-08-16T02:10:42Z</vt:lpwstr>
  </property>
  <property fmtid="{D5CDD505-2E9C-101B-9397-08002B2CF9AE}" pid="7" name="MSIP_Label_d7dc88d9-fa17-47eb-a208-3e66f59d50e5_Method">
    <vt:lpwstr>Standard</vt:lpwstr>
  </property>
  <property fmtid="{D5CDD505-2E9C-101B-9397-08002B2CF9AE}" pid="8" name="MSIP_Label_d7dc88d9-fa17-47eb-a208-3e66f59d50e5_Name">
    <vt:lpwstr>Internal</vt:lpwstr>
  </property>
  <property fmtid="{D5CDD505-2E9C-101B-9397-08002B2CF9AE}" pid="9" name="MSIP_Label_d7dc88d9-fa17-47eb-a208-3e66f59d50e5_SiteId">
    <vt:lpwstr>d51ba343-9258-4ea6-9907-426d8c84ec12</vt:lpwstr>
  </property>
  <property fmtid="{D5CDD505-2E9C-101B-9397-08002B2CF9AE}" pid="10" name="MSIP_Label_d7dc88d9-fa17-47eb-a208-3e66f59d50e5_ActionId">
    <vt:lpwstr>988a31dd-b6e9-4136-86c0-f7d1a748cb73</vt:lpwstr>
  </property>
  <property fmtid="{D5CDD505-2E9C-101B-9397-08002B2CF9AE}" pid="11" name="MSIP_Label_d7dc88d9-fa17-47eb-a208-3e66f59d50e5_ContentBits">
    <vt:lpwstr>0</vt:lpwstr>
  </property>
  <property fmtid="{D5CDD505-2E9C-101B-9397-08002B2CF9AE}" pid="12" name="Order">
    <vt:lpwstr>20776600.0000000</vt:lpwstr>
  </property>
  <property fmtid="{D5CDD505-2E9C-101B-9397-08002B2CF9AE}" pid="13" name="xd_ProgID">
    <vt:lpwstr/>
  </property>
  <property fmtid="{D5CDD505-2E9C-101B-9397-08002B2CF9AE}" pid="14" name="ComplianceAssetId">
    <vt:lpwstr/>
  </property>
  <property fmtid="{D5CDD505-2E9C-101B-9397-08002B2CF9AE}" pid="15" name="TemplateUrl">
    <vt:lpwstr/>
  </property>
  <property fmtid="{D5CDD505-2E9C-101B-9397-08002B2CF9AE}" pid="16" name="_ExtendedDescription">
    <vt:lpwstr/>
  </property>
  <property fmtid="{D5CDD505-2E9C-101B-9397-08002B2CF9AE}" pid="17" name="TriggerFlowInfo">
    <vt:lpwstr/>
  </property>
  <property fmtid="{D5CDD505-2E9C-101B-9397-08002B2CF9AE}" pid="18" name="xd_Signature">
    <vt:lpwstr/>
  </property>
</Properties>
</file>