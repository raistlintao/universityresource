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40"/>
  </p:notesMasterIdLst>
  <p:sldIdLst>
    <p:sldId id="257" r:id="rId5"/>
    <p:sldId id="329" r:id="rId6"/>
    <p:sldId id="330" r:id="rId7"/>
    <p:sldId id="258" r:id="rId8"/>
    <p:sldId id="267" r:id="rId9"/>
    <p:sldId id="259" r:id="rId10"/>
    <p:sldId id="260" r:id="rId11"/>
    <p:sldId id="261" r:id="rId12"/>
    <p:sldId id="262" r:id="rId13"/>
    <p:sldId id="331" r:id="rId14"/>
    <p:sldId id="263" r:id="rId15"/>
    <p:sldId id="264" r:id="rId16"/>
    <p:sldId id="332" r:id="rId17"/>
    <p:sldId id="333" r:id="rId18"/>
    <p:sldId id="334" r:id="rId19"/>
    <p:sldId id="336" r:id="rId20"/>
    <p:sldId id="337" r:id="rId21"/>
    <p:sldId id="268" r:id="rId22"/>
    <p:sldId id="269" r:id="rId23"/>
    <p:sldId id="270" r:id="rId24"/>
    <p:sldId id="338" r:id="rId25"/>
    <p:sldId id="271" r:id="rId26"/>
    <p:sldId id="339" r:id="rId27"/>
    <p:sldId id="272" r:id="rId28"/>
    <p:sldId id="340" r:id="rId29"/>
    <p:sldId id="341" r:id="rId30"/>
    <p:sldId id="342" r:id="rId31"/>
    <p:sldId id="343" r:id="rId32"/>
    <p:sldId id="265" r:id="rId33"/>
    <p:sldId id="273" r:id="rId34"/>
    <p:sldId id="274" r:id="rId35"/>
    <p:sldId id="275" r:id="rId36"/>
    <p:sldId id="344" r:id="rId37"/>
    <p:sldId id="313" r:id="rId38"/>
    <p:sldId id="318" r:id="rId39"/>
  </p:sldIdLst>
  <p:sldSz cx="12192000" cy="6858000"/>
  <p:notesSz cx="6858000" cy="9144000"/>
  <p:defaultTex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49AD2"/>
    <a:srgbClr val="ED6B5E"/>
    <a:srgbClr val="0C71AC"/>
    <a:srgbClr val="5BC2E7"/>
    <a:srgbClr val="D9D9D9"/>
    <a:srgbClr val="B8B1E5"/>
    <a:srgbClr val="ECECE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310"/>
    <p:restoredTop sz="96327"/>
  </p:normalViewPr>
  <p:slideViewPr>
    <p:cSldViewPr snapToGrid="0" snapToObjects="1">
      <p:cViewPr varScale="1">
        <p:scale>
          <a:sx n="165" d="100"/>
          <a:sy n="165" d="100"/>
        </p:scale>
        <p:origin x="348"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s>
</file>

<file path=ppt/diagrams/colors1.xml><?xml version="1.0" encoding="utf-8"?>
<dgm:colorsDef xmlns:dgm="http://schemas.openxmlformats.org/drawingml/2006/diagram" xmlns:a="http://schemas.openxmlformats.org/drawingml/2006/main" uniqueId="urn:microsoft.com/office/officeart/2005/8/colors/accent4_3">
  <dgm:title val=""/>
  <dgm:desc val=""/>
  <dgm:catLst>
    <dgm:cat type="accent4" pri="11300"/>
  </dgm:catLst>
  <dgm:styleLbl name="node0">
    <dgm:fillClrLst meth="repeat">
      <a:schemeClr val="accent4">
        <a:shade val="80000"/>
      </a:schemeClr>
    </dgm:fillClrLst>
    <dgm:linClrLst meth="repeat">
      <a:schemeClr val="lt1"/>
    </dgm:linClrLst>
    <dgm:effectClrLst/>
    <dgm:txLinClrLst/>
    <dgm:txFillClrLst/>
    <dgm:txEffectClrLst/>
  </dgm:styleLbl>
  <dgm:styleLbl name="node1">
    <dgm:fillClrLst>
      <a:schemeClr val="accent4">
        <a:shade val="80000"/>
      </a:schemeClr>
      <a:schemeClr val="accent4">
        <a:tint val="70000"/>
      </a:schemeClr>
    </dgm:fillClrLst>
    <dgm:linClrLst meth="repeat">
      <a:schemeClr val="lt1"/>
    </dgm:linClrLst>
    <dgm:effectClrLst/>
    <dgm:txLinClrLst/>
    <dgm:txFillClrLst/>
    <dgm:txEffectClrLst/>
  </dgm:styleLbl>
  <dgm:styleLbl name="alignNode1">
    <dgm:fillClrLst>
      <a:schemeClr val="accent4">
        <a:shade val="80000"/>
      </a:schemeClr>
      <a:schemeClr val="accent4">
        <a:tint val="70000"/>
      </a:schemeClr>
    </dgm:fillClrLst>
    <dgm:linClrLst>
      <a:schemeClr val="accent4">
        <a:shade val="80000"/>
      </a:schemeClr>
      <a:schemeClr val="accent4">
        <a:tint val="70000"/>
      </a:schemeClr>
    </dgm:linClrLst>
    <dgm:effectClrLst/>
    <dgm:txLinClrLst/>
    <dgm:txFillClrLst/>
    <dgm:txEffectClrLst/>
  </dgm:styleLbl>
  <dgm:styleLbl name="lnNode1">
    <dgm:fillClrLst>
      <a:schemeClr val="accent4">
        <a:shade val="80000"/>
      </a:schemeClr>
      <a:schemeClr val="accent4">
        <a:tint val="70000"/>
      </a:schemeClr>
    </dgm:fillClrLst>
    <dgm:linClrLst meth="repeat">
      <a:schemeClr val="lt1"/>
    </dgm:linClrLst>
    <dgm:effectClrLst/>
    <dgm:txLinClrLst/>
    <dgm:txFillClrLst/>
    <dgm:txEffectClrLst/>
  </dgm:styleLbl>
  <dgm:styleLbl name="vennNode1">
    <dgm:fillClrLst>
      <a:schemeClr val="accent4">
        <a:shade val="80000"/>
        <a:alpha val="50000"/>
      </a:schemeClr>
      <a:schemeClr val="accent4">
        <a:tint val="70000"/>
        <a:alpha val="50000"/>
      </a:schemeClr>
    </dgm:fillClrLst>
    <dgm:linClrLst meth="repeat">
      <a:schemeClr val="lt1"/>
    </dgm:linClrLst>
    <dgm:effectClrLst/>
    <dgm:txLinClrLst/>
    <dgm:txFillClrLst/>
    <dgm:txEffectClrLst/>
  </dgm:styleLbl>
  <dgm:styleLbl name="node2">
    <dgm:fillClrLst>
      <a:schemeClr val="accent4">
        <a:tint val="99000"/>
      </a:schemeClr>
    </dgm:fillClrLst>
    <dgm:linClrLst meth="repeat">
      <a:schemeClr val="lt1"/>
    </dgm:linClrLst>
    <dgm:effectClrLst/>
    <dgm:txLinClrLst/>
    <dgm:txFillClrLst/>
    <dgm:txEffectClrLst/>
  </dgm:styleLbl>
  <dgm:styleLbl name="node3">
    <dgm:fillClrLst>
      <a:schemeClr val="accent4">
        <a:tint val="80000"/>
      </a:schemeClr>
    </dgm:fillClrLst>
    <dgm:linClrLst meth="repeat">
      <a:schemeClr val="lt1"/>
    </dgm:linClrLst>
    <dgm:effectClrLst/>
    <dgm:txLinClrLst/>
    <dgm:txFillClrLst/>
    <dgm:txEffectClrLst/>
  </dgm:styleLbl>
  <dgm:styleLbl name="node4">
    <dgm:fillClrLst>
      <a:schemeClr val="accent4">
        <a:tint val="70000"/>
      </a:schemeClr>
    </dgm:fillClrLst>
    <dgm:linClrLst meth="repeat">
      <a:schemeClr val="lt1"/>
    </dgm:linClrLst>
    <dgm:effectClrLst/>
    <dgm:txLinClrLst/>
    <dgm:txFillClrLst/>
    <dgm:txEffectClrLst/>
  </dgm:styleLbl>
  <dgm:styleLbl name="fg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dgm:txEffectClrLst/>
  </dgm:styleLbl>
  <dgm:styleLbl name="fg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lt1"/>
    </dgm:txFillClrLst>
    <dgm:txEffectClrLst/>
  </dgm:styleLbl>
  <dgm:styleLbl name="bg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lt1"/>
    </dgm:txFillClrLst>
    <dgm:txEffectClrLst/>
  </dgm:styleLbl>
  <dgm:styleLbl name="sibTrans1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accent4">
        <a:shade val="80000"/>
      </a:schemeClr>
    </dgm:fillClrLst>
    <dgm:linClrLst meth="repeat">
      <a:schemeClr val="lt1"/>
    </dgm:linClrLst>
    <dgm:effectClrLst/>
    <dgm:txLinClrLst/>
    <dgm:txFillClrLst/>
    <dgm:txEffectClrLst/>
  </dgm:styleLbl>
  <dgm:styleLbl name="asst1">
    <dgm:fillClrLst meth="repeat">
      <a:schemeClr val="accent4">
        <a:shade val="80000"/>
      </a:schemeClr>
    </dgm:fillClrLst>
    <dgm:linClrLst meth="repeat">
      <a:schemeClr val="lt1"/>
    </dgm:linClrLst>
    <dgm:effectClrLst/>
    <dgm:txLinClrLst/>
    <dgm:txFillClrLst/>
    <dgm:txEffectClrLst/>
  </dgm:styleLbl>
  <dgm:styleLbl name="asst2">
    <dgm:fillClrLst>
      <a:schemeClr val="accent4">
        <a:tint val="99000"/>
      </a:schemeClr>
    </dgm:fillClrLst>
    <dgm:linClrLst meth="repeat">
      <a:schemeClr val="lt1"/>
    </dgm:linClrLst>
    <dgm:effectClrLst/>
    <dgm:txLinClrLst/>
    <dgm:txFillClrLst/>
    <dgm:txEffectClrLst/>
  </dgm:styleLbl>
  <dgm:styleLbl name="asst3">
    <dgm:fillClrLst>
      <a:schemeClr val="accent4">
        <a:tint val="80000"/>
      </a:schemeClr>
    </dgm:fillClrLst>
    <dgm:linClrLst meth="repeat">
      <a:schemeClr val="lt1"/>
    </dgm:linClrLst>
    <dgm:effectClrLst/>
    <dgm:txLinClrLst/>
    <dgm:txFillClrLst/>
    <dgm:txEffectClrLst/>
  </dgm:styleLbl>
  <dgm:styleLbl name="asst4">
    <dgm:fillClrLst>
      <a:schemeClr val="accent4">
        <a:tint val="70000"/>
      </a:schemeClr>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a:tint val="90000"/>
      </a:schemeClr>
    </dgm:fillClrLst>
    <dgm:linClrLst meth="repeat">
      <a:schemeClr val="accent4">
        <a:tint val="90000"/>
      </a:schemeClr>
    </dgm:linClrLst>
    <dgm:effectClrLst/>
    <dgm:txLinClrLst/>
    <dgm:txFillClrLst/>
    <dgm:txEffectClrLst/>
  </dgm:styleLbl>
  <dgm:styleLbl name="parChTrans2D3">
    <dgm:fillClrLst meth="repeat">
      <a:schemeClr val="accent4">
        <a:tint val="70000"/>
      </a:schemeClr>
    </dgm:fillClrLst>
    <dgm:linClrLst meth="repeat">
      <a:schemeClr val="accent4">
        <a:tint val="70000"/>
      </a:schemeClr>
    </dgm:linClrLst>
    <dgm:effectClrLst/>
    <dgm:txLinClrLst/>
    <dgm:txFillClrLst/>
    <dgm:txEffectClrLst/>
  </dgm:styleLbl>
  <dgm:styleLbl name="parChTrans2D4">
    <dgm:fillClrLst meth="repeat">
      <a:schemeClr val="accent4">
        <a:tint val="50000"/>
      </a:schemeClr>
    </dgm:fillClrLst>
    <dgm:linClrLst meth="repeat">
      <a:schemeClr val="accent4">
        <a:tint val="50000"/>
      </a:schemeClr>
    </dgm:linClrLst>
    <dgm:effectClrLst/>
    <dgm:txLinClrLst/>
    <dgm:txFillClrLst meth="repeat">
      <a:schemeClr val="lt1"/>
    </dgm:txFillClrLst>
    <dgm:txEffectClrLst/>
  </dgm:styleLbl>
  <dgm:styleLbl name="parChTrans1D1">
    <dgm:fillClrLst meth="repeat">
      <a:schemeClr val="accent4">
        <a:shade val="80000"/>
      </a:schemeClr>
    </dgm:fillClrLst>
    <dgm:linClrLst meth="repeat">
      <a:schemeClr val="accent4">
        <a:shade val="80000"/>
      </a:schemeClr>
    </dgm:linClrLst>
    <dgm:effectClrLst/>
    <dgm:txLinClrLst/>
    <dgm:txFillClrLst meth="repeat">
      <a:schemeClr val="tx1"/>
    </dgm:txFillClrLst>
    <dgm:txEffectClrLst/>
  </dgm:styleLbl>
  <dgm:styleLbl name="parChTrans1D2">
    <dgm:fillClrLst meth="repeat">
      <a:schemeClr val="accent4">
        <a:tint val="99000"/>
      </a:schemeClr>
    </dgm:fillClrLst>
    <dgm:linClrLst meth="repeat">
      <a:schemeClr val="accent4">
        <a:tint val="99000"/>
      </a:schemeClr>
    </dgm:linClrLst>
    <dgm:effectClrLst/>
    <dgm:txLinClrLst/>
    <dgm:txFillClrLst meth="repeat">
      <a:schemeClr val="tx1"/>
    </dgm:txFillClrLst>
    <dgm:txEffectClrLst/>
  </dgm:styleLbl>
  <dgm:styleLbl name="parChTrans1D3">
    <dgm:fillClrLst meth="repeat">
      <a:schemeClr val="accent4">
        <a:tint val="80000"/>
      </a:schemeClr>
    </dgm:fillClrLst>
    <dgm:linClrLst meth="repeat">
      <a:schemeClr val="accent4">
        <a:tint val="80000"/>
      </a:schemeClr>
    </dgm:linClrLst>
    <dgm:effectClrLst/>
    <dgm:txLinClrLst/>
    <dgm:txFillClrLst meth="repeat">
      <a:schemeClr val="tx1"/>
    </dgm:txFillClrLst>
    <dgm:txEffectClrLst/>
  </dgm:styleLbl>
  <dgm:styleLbl name="parChTrans1D4">
    <dgm:fillClrLst meth="repeat">
      <a:schemeClr val="accent4">
        <a:tint val="70000"/>
      </a:schemeClr>
    </dgm:fillClrLst>
    <dgm:linClrLst meth="repeat">
      <a:schemeClr val="accent4">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4">
        <a:shade val="80000"/>
      </a:schemeClr>
      <a:schemeClr val="accent4">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a:tint val="70000"/>
      </a:schemeClr>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24F0C2C-2EFF-499F-B658-C66418ACB7B2}" type="doc">
      <dgm:prSet loTypeId="urn:microsoft.com/office/officeart/2005/8/layout/pyramid3" loCatId="pyramid" qsTypeId="urn:microsoft.com/office/officeart/2005/8/quickstyle/simple1" qsCatId="simple" csTypeId="urn:microsoft.com/office/officeart/2005/8/colors/accent4_3" csCatId="accent4" phldr="1"/>
      <dgm:spPr/>
    </dgm:pt>
    <dgm:pt modelId="{BD8B8385-C47B-488E-8595-092D429BD8F2}">
      <dgm:prSet phldrT="[Text]"/>
      <dgm:spPr/>
      <dgm:t>
        <a:bodyPr/>
        <a:lstStyle/>
        <a:p>
          <a:r>
            <a:rPr lang="en-AU" dirty="0"/>
            <a:t>Victoria’s Planning Schemes</a:t>
          </a:r>
        </a:p>
      </dgm:t>
    </dgm:pt>
    <dgm:pt modelId="{4339D118-1AC6-4892-B3FA-90D79E1D5240}" type="parTrans" cxnId="{ED5392C8-EB71-4B4F-91D5-BF7E3624F303}">
      <dgm:prSet/>
      <dgm:spPr/>
      <dgm:t>
        <a:bodyPr/>
        <a:lstStyle/>
        <a:p>
          <a:endParaRPr lang="en-AU"/>
        </a:p>
      </dgm:t>
    </dgm:pt>
    <dgm:pt modelId="{7DEF7BE5-56F7-41A0-83D3-93E45D3C6676}" type="sibTrans" cxnId="{ED5392C8-EB71-4B4F-91D5-BF7E3624F303}">
      <dgm:prSet/>
      <dgm:spPr/>
      <dgm:t>
        <a:bodyPr/>
        <a:lstStyle/>
        <a:p>
          <a:endParaRPr lang="en-AU"/>
        </a:p>
      </dgm:t>
    </dgm:pt>
    <dgm:pt modelId="{8DE3A213-EF46-461A-B2F6-B41F00FFD3BD}">
      <dgm:prSet phldrT="[Text]"/>
      <dgm:spPr/>
      <dgm:t>
        <a:bodyPr/>
        <a:lstStyle/>
        <a:p>
          <a:r>
            <a:rPr lang="en-AU" dirty="0" err="1"/>
            <a:t>ResCode</a:t>
          </a:r>
          <a:endParaRPr lang="en-AU" dirty="0"/>
        </a:p>
      </dgm:t>
    </dgm:pt>
    <dgm:pt modelId="{62C34FDC-9C88-4A08-A7D3-203A0758C4F6}" type="parTrans" cxnId="{3D0149A2-A53F-48D3-8E04-11420C44333A}">
      <dgm:prSet/>
      <dgm:spPr/>
      <dgm:t>
        <a:bodyPr/>
        <a:lstStyle/>
        <a:p>
          <a:endParaRPr lang="en-AU"/>
        </a:p>
      </dgm:t>
    </dgm:pt>
    <dgm:pt modelId="{FCEA4F74-5C1D-4AA8-9558-D4FA214E5C39}" type="sibTrans" cxnId="{3D0149A2-A53F-48D3-8E04-11420C44333A}">
      <dgm:prSet/>
      <dgm:spPr/>
      <dgm:t>
        <a:bodyPr/>
        <a:lstStyle/>
        <a:p>
          <a:endParaRPr lang="en-AU"/>
        </a:p>
      </dgm:t>
    </dgm:pt>
    <dgm:pt modelId="{30404CE5-93EB-4AE7-9875-B2AD7FB7E1BB}">
      <dgm:prSet phldrT="[Text]"/>
      <dgm:spPr/>
      <dgm:t>
        <a:bodyPr/>
        <a:lstStyle/>
        <a:p>
          <a:r>
            <a:rPr lang="en-AU" dirty="0"/>
            <a:t>Planning and Environment Act 1987</a:t>
          </a:r>
        </a:p>
      </dgm:t>
    </dgm:pt>
    <dgm:pt modelId="{11CFCC19-109C-4313-ACB5-775BF3293018}" type="sibTrans" cxnId="{C4C748E0-A368-4EB6-AB86-3AF6BAA1E8E6}">
      <dgm:prSet/>
      <dgm:spPr/>
      <dgm:t>
        <a:bodyPr/>
        <a:lstStyle/>
        <a:p>
          <a:endParaRPr lang="en-AU"/>
        </a:p>
      </dgm:t>
    </dgm:pt>
    <dgm:pt modelId="{CA395710-FEAF-4A8B-ADCC-EA2E731E8D5D}" type="parTrans" cxnId="{C4C748E0-A368-4EB6-AB86-3AF6BAA1E8E6}">
      <dgm:prSet/>
      <dgm:spPr/>
      <dgm:t>
        <a:bodyPr/>
        <a:lstStyle/>
        <a:p>
          <a:endParaRPr lang="en-AU"/>
        </a:p>
      </dgm:t>
    </dgm:pt>
    <dgm:pt modelId="{70354761-0F68-41F6-AC93-72F9AADC114A}" type="pres">
      <dgm:prSet presAssocID="{524F0C2C-2EFF-499F-B658-C66418ACB7B2}" presName="Name0" presStyleCnt="0">
        <dgm:presLayoutVars>
          <dgm:dir/>
          <dgm:animLvl val="lvl"/>
          <dgm:resizeHandles val="exact"/>
        </dgm:presLayoutVars>
      </dgm:prSet>
      <dgm:spPr/>
    </dgm:pt>
    <dgm:pt modelId="{CD5662C2-B76F-4F7F-AF4E-15FC42036320}" type="pres">
      <dgm:prSet presAssocID="{30404CE5-93EB-4AE7-9875-B2AD7FB7E1BB}" presName="Name8" presStyleCnt="0"/>
      <dgm:spPr/>
    </dgm:pt>
    <dgm:pt modelId="{4B35D467-981E-4C38-A592-A4974BB5E594}" type="pres">
      <dgm:prSet presAssocID="{30404CE5-93EB-4AE7-9875-B2AD7FB7E1BB}" presName="level" presStyleLbl="node1" presStyleIdx="0" presStyleCnt="3">
        <dgm:presLayoutVars>
          <dgm:chMax val="1"/>
          <dgm:bulletEnabled val="1"/>
        </dgm:presLayoutVars>
      </dgm:prSet>
      <dgm:spPr/>
    </dgm:pt>
    <dgm:pt modelId="{1E6D8614-03B3-4670-B861-B17888FF879A}" type="pres">
      <dgm:prSet presAssocID="{30404CE5-93EB-4AE7-9875-B2AD7FB7E1BB}" presName="levelTx" presStyleLbl="revTx" presStyleIdx="0" presStyleCnt="0">
        <dgm:presLayoutVars>
          <dgm:chMax val="1"/>
          <dgm:bulletEnabled val="1"/>
        </dgm:presLayoutVars>
      </dgm:prSet>
      <dgm:spPr/>
    </dgm:pt>
    <dgm:pt modelId="{C20F1B45-9455-4BBB-95C9-FD02B8491C52}" type="pres">
      <dgm:prSet presAssocID="{BD8B8385-C47B-488E-8595-092D429BD8F2}" presName="Name8" presStyleCnt="0"/>
      <dgm:spPr/>
    </dgm:pt>
    <dgm:pt modelId="{FDE52BD5-1AA6-49D2-9CCA-1290644C6B68}" type="pres">
      <dgm:prSet presAssocID="{BD8B8385-C47B-488E-8595-092D429BD8F2}" presName="level" presStyleLbl="node1" presStyleIdx="1" presStyleCnt="3">
        <dgm:presLayoutVars>
          <dgm:chMax val="1"/>
          <dgm:bulletEnabled val="1"/>
        </dgm:presLayoutVars>
      </dgm:prSet>
      <dgm:spPr/>
    </dgm:pt>
    <dgm:pt modelId="{38494598-C5C4-4E0C-B74C-0AC8F998B5A3}" type="pres">
      <dgm:prSet presAssocID="{BD8B8385-C47B-488E-8595-092D429BD8F2}" presName="levelTx" presStyleLbl="revTx" presStyleIdx="0" presStyleCnt="0">
        <dgm:presLayoutVars>
          <dgm:chMax val="1"/>
          <dgm:bulletEnabled val="1"/>
        </dgm:presLayoutVars>
      </dgm:prSet>
      <dgm:spPr/>
    </dgm:pt>
    <dgm:pt modelId="{51E24082-E147-45E7-8167-4739DDDB7CEA}" type="pres">
      <dgm:prSet presAssocID="{8DE3A213-EF46-461A-B2F6-B41F00FFD3BD}" presName="Name8" presStyleCnt="0"/>
      <dgm:spPr/>
    </dgm:pt>
    <dgm:pt modelId="{0FB79B8C-0B68-4233-9143-E9E32445198E}" type="pres">
      <dgm:prSet presAssocID="{8DE3A213-EF46-461A-B2F6-B41F00FFD3BD}" presName="level" presStyleLbl="node1" presStyleIdx="2" presStyleCnt="3">
        <dgm:presLayoutVars>
          <dgm:chMax val="1"/>
          <dgm:bulletEnabled val="1"/>
        </dgm:presLayoutVars>
      </dgm:prSet>
      <dgm:spPr/>
    </dgm:pt>
    <dgm:pt modelId="{FB9DCB37-FC1C-438D-A445-8D63E2ABF706}" type="pres">
      <dgm:prSet presAssocID="{8DE3A213-EF46-461A-B2F6-B41F00FFD3BD}" presName="levelTx" presStyleLbl="revTx" presStyleIdx="0" presStyleCnt="0">
        <dgm:presLayoutVars>
          <dgm:chMax val="1"/>
          <dgm:bulletEnabled val="1"/>
        </dgm:presLayoutVars>
      </dgm:prSet>
      <dgm:spPr/>
    </dgm:pt>
  </dgm:ptLst>
  <dgm:cxnLst>
    <dgm:cxn modelId="{93B9AF0E-1A18-4E16-A480-3DB6290A9BC2}" type="presOf" srcId="{524F0C2C-2EFF-499F-B658-C66418ACB7B2}" destId="{70354761-0F68-41F6-AC93-72F9AADC114A}" srcOrd="0" destOrd="0" presId="urn:microsoft.com/office/officeart/2005/8/layout/pyramid3"/>
    <dgm:cxn modelId="{C54A091A-1165-4C21-BDA2-1EE35CCE54AF}" type="presOf" srcId="{BD8B8385-C47B-488E-8595-092D429BD8F2}" destId="{FDE52BD5-1AA6-49D2-9CCA-1290644C6B68}" srcOrd="0" destOrd="0" presId="urn:microsoft.com/office/officeart/2005/8/layout/pyramid3"/>
    <dgm:cxn modelId="{AC5AB423-8977-40E9-85B9-7A90481CF649}" type="presOf" srcId="{30404CE5-93EB-4AE7-9875-B2AD7FB7E1BB}" destId="{4B35D467-981E-4C38-A592-A4974BB5E594}" srcOrd="0" destOrd="0" presId="urn:microsoft.com/office/officeart/2005/8/layout/pyramid3"/>
    <dgm:cxn modelId="{B328785F-7C1D-45B4-BC1A-A2F5328925B9}" type="presOf" srcId="{30404CE5-93EB-4AE7-9875-B2AD7FB7E1BB}" destId="{1E6D8614-03B3-4670-B861-B17888FF879A}" srcOrd="1" destOrd="0" presId="urn:microsoft.com/office/officeart/2005/8/layout/pyramid3"/>
    <dgm:cxn modelId="{3D0149A2-A53F-48D3-8E04-11420C44333A}" srcId="{524F0C2C-2EFF-499F-B658-C66418ACB7B2}" destId="{8DE3A213-EF46-461A-B2F6-B41F00FFD3BD}" srcOrd="2" destOrd="0" parTransId="{62C34FDC-9C88-4A08-A7D3-203A0758C4F6}" sibTransId="{FCEA4F74-5C1D-4AA8-9558-D4FA214E5C39}"/>
    <dgm:cxn modelId="{F67CA6AA-F8D2-44EA-89AC-231317E71990}" type="presOf" srcId="{BD8B8385-C47B-488E-8595-092D429BD8F2}" destId="{38494598-C5C4-4E0C-B74C-0AC8F998B5A3}" srcOrd="1" destOrd="0" presId="urn:microsoft.com/office/officeart/2005/8/layout/pyramid3"/>
    <dgm:cxn modelId="{B9C8E1AE-188E-40EE-B627-2ABD955F07E8}" type="presOf" srcId="{8DE3A213-EF46-461A-B2F6-B41F00FFD3BD}" destId="{FB9DCB37-FC1C-438D-A445-8D63E2ABF706}" srcOrd="1" destOrd="0" presId="urn:microsoft.com/office/officeart/2005/8/layout/pyramid3"/>
    <dgm:cxn modelId="{53EEA7C3-5109-44C6-8CFA-C9FDBDA6786F}" type="presOf" srcId="{8DE3A213-EF46-461A-B2F6-B41F00FFD3BD}" destId="{0FB79B8C-0B68-4233-9143-E9E32445198E}" srcOrd="0" destOrd="0" presId="urn:microsoft.com/office/officeart/2005/8/layout/pyramid3"/>
    <dgm:cxn modelId="{ED5392C8-EB71-4B4F-91D5-BF7E3624F303}" srcId="{524F0C2C-2EFF-499F-B658-C66418ACB7B2}" destId="{BD8B8385-C47B-488E-8595-092D429BD8F2}" srcOrd="1" destOrd="0" parTransId="{4339D118-1AC6-4892-B3FA-90D79E1D5240}" sibTransId="{7DEF7BE5-56F7-41A0-83D3-93E45D3C6676}"/>
    <dgm:cxn modelId="{C4C748E0-A368-4EB6-AB86-3AF6BAA1E8E6}" srcId="{524F0C2C-2EFF-499F-B658-C66418ACB7B2}" destId="{30404CE5-93EB-4AE7-9875-B2AD7FB7E1BB}" srcOrd="0" destOrd="0" parTransId="{CA395710-FEAF-4A8B-ADCC-EA2E731E8D5D}" sibTransId="{11CFCC19-109C-4313-ACB5-775BF3293018}"/>
    <dgm:cxn modelId="{CF8D7F34-5484-4E1E-A29C-4701F3347491}" type="presParOf" srcId="{70354761-0F68-41F6-AC93-72F9AADC114A}" destId="{CD5662C2-B76F-4F7F-AF4E-15FC42036320}" srcOrd="0" destOrd="0" presId="urn:microsoft.com/office/officeart/2005/8/layout/pyramid3"/>
    <dgm:cxn modelId="{58A2A26C-7E82-4AD2-9BBE-3A7BE1C0FF8A}" type="presParOf" srcId="{CD5662C2-B76F-4F7F-AF4E-15FC42036320}" destId="{4B35D467-981E-4C38-A592-A4974BB5E594}" srcOrd="0" destOrd="0" presId="urn:microsoft.com/office/officeart/2005/8/layout/pyramid3"/>
    <dgm:cxn modelId="{01EAFC4B-B94B-4832-BBB7-F272A4513863}" type="presParOf" srcId="{CD5662C2-B76F-4F7F-AF4E-15FC42036320}" destId="{1E6D8614-03B3-4670-B861-B17888FF879A}" srcOrd="1" destOrd="0" presId="urn:microsoft.com/office/officeart/2005/8/layout/pyramid3"/>
    <dgm:cxn modelId="{06BBF4CB-C733-437A-99BE-2FE024A315FB}" type="presParOf" srcId="{70354761-0F68-41F6-AC93-72F9AADC114A}" destId="{C20F1B45-9455-4BBB-95C9-FD02B8491C52}" srcOrd="1" destOrd="0" presId="urn:microsoft.com/office/officeart/2005/8/layout/pyramid3"/>
    <dgm:cxn modelId="{E678BE8A-C4EB-4C56-B3CD-45BFD85345EB}" type="presParOf" srcId="{C20F1B45-9455-4BBB-95C9-FD02B8491C52}" destId="{FDE52BD5-1AA6-49D2-9CCA-1290644C6B68}" srcOrd="0" destOrd="0" presId="urn:microsoft.com/office/officeart/2005/8/layout/pyramid3"/>
    <dgm:cxn modelId="{B0CA82FC-6A75-4E89-B72E-3E7212C2657D}" type="presParOf" srcId="{C20F1B45-9455-4BBB-95C9-FD02B8491C52}" destId="{38494598-C5C4-4E0C-B74C-0AC8F998B5A3}" srcOrd="1" destOrd="0" presId="urn:microsoft.com/office/officeart/2005/8/layout/pyramid3"/>
    <dgm:cxn modelId="{C614A111-409B-4F94-A60C-5E3AB9DD12BD}" type="presParOf" srcId="{70354761-0F68-41F6-AC93-72F9AADC114A}" destId="{51E24082-E147-45E7-8167-4739DDDB7CEA}" srcOrd="2" destOrd="0" presId="urn:microsoft.com/office/officeart/2005/8/layout/pyramid3"/>
    <dgm:cxn modelId="{DA1B5036-F6E8-4493-91EB-F10F52097B01}" type="presParOf" srcId="{51E24082-E147-45E7-8167-4739DDDB7CEA}" destId="{0FB79B8C-0B68-4233-9143-E9E32445198E}" srcOrd="0" destOrd="0" presId="urn:microsoft.com/office/officeart/2005/8/layout/pyramid3"/>
    <dgm:cxn modelId="{0FA7A164-DFD2-481B-96DF-6F8623B1F877}" type="presParOf" srcId="{51E24082-E147-45E7-8167-4739DDDB7CEA}" destId="{FB9DCB37-FC1C-438D-A445-8D63E2ABF706}" srcOrd="1" destOrd="0" presId="urn:microsoft.com/office/officeart/2005/8/layout/pyramid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B35D467-981E-4C38-A592-A4974BB5E594}">
      <dsp:nvSpPr>
        <dsp:cNvPr id="0" name=""/>
        <dsp:cNvSpPr/>
      </dsp:nvSpPr>
      <dsp:spPr>
        <a:xfrm rot="10800000">
          <a:off x="0" y="0"/>
          <a:ext cx="5774871" cy="1450446"/>
        </a:xfrm>
        <a:prstGeom prst="trapezoid">
          <a:avLst>
            <a:gd name="adj" fmla="val 66357"/>
          </a:avLst>
        </a:prstGeom>
        <a:solidFill>
          <a:schemeClr val="accent4">
            <a:shade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3180" tIns="43180" rIns="43180" bIns="43180" numCol="1" spcCol="1270" anchor="ctr" anchorCtr="0">
          <a:noAutofit/>
        </a:bodyPr>
        <a:lstStyle/>
        <a:p>
          <a:pPr marL="0" lvl="0" indent="0" algn="ctr" defTabSz="1511300">
            <a:lnSpc>
              <a:spcPct val="90000"/>
            </a:lnSpc>
            <a:spcBef>
              <a:spcPct val="0"/>
            </a:spcBef>
            <a:spcAft>
              <a:spcPct val="35000"/>
            </a:spcAft>
            <a:buNone/>
          </a:pPr>
          <a:r>
            <a:rPr lang="en-AU" sz="3400" kern="1200" dirty="0"/>
            <a:t>Planning and Environment Act 1987</a:t>
          </a:r>
        </a:p>
      </dsp:txBody>
      <dsp:txXfrm rot="-10800000">
        <a:off x="1010602" y="0"/>
        <a:ext cx="3753666" cy="1450446"/>
      </dsp:txXfrm>
    </dsp:sp>
    <dsp:sp modelId="{FDE52BD5-1AA6-49D2-9CCA-1290644C6B68}">
      <dsp:nvSpPr>
        <dsp:cNvPr id="0" name=""/>
        <dsp:cNvSpPr/>
      </dsp:nvSpPr>
      <dsp:spPr>
        <a:xfrm rot="10800000">
          <a:off x="962478" y="1450446"/>
          <a:ext cx="3849914" cy="1450446"/>
        </a:xfrm>
        <a:prstGeom prst="trapezoid">
          <a:avLst>
            <a:gd name="adj" fmla="val 66357"/>
          </a:avLst>
        </a:prstGeom>
        <a:solidFill>
          <a:schemeClr val="accent4">
            <a:shade val="80000"/>
            <a:hueOff val="-43215"/>
            <a:satOff val="3509"/>
            <a:lumOff val="857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3180" tIns="43180" rIns="43180" bIns="43180" numCol="1" spcCol="1270" anchor="ctr" anchorCtr="0">
          <a:noAutofit/>
        </a:bodyPr>
        <a:lstStyle/>
        <a:p>
          <a:pPr marL="0" lvl="0" indent="0" algn="ctr" defTabSz="1511300">
            <a:lnSpc>
              <a:spcPct val="90000"/>
            </a:lnSpc>
            <a:spcBef>
              <a:spcPct val="0"/>
            </a:spcBef>
            <a:spcAft>
              <a:spcPct val="35000"/>
            </a:spcAft>
            <a:buNone/>
          </a:pPr>
          <a:r>
            <a:rPr lang="en-AU" sz="3400" kern="1200" dirty="0"/>
            <a:t>Victoria’s Planning Schemes</a:t>
          </a:r>
        </a:p>
      </dsp:txBody>
      <dsp:txXfrm rot="-10800000">
        <a:off x="1636213" y="1450446"/>
        <a:ext cx="2502444" cy="1450446"/>
      </dsp:txXfrm>
    </dsp:sp>
    <dsp:sp modelId="{0FB79B8C-0B68-4233-9143-E9E32445198E}">
      <dsp:nvSpPr>
        <dsp:cNvPr id="0" name=""/>
        <dsp:cNvSpPr/>
      </dsp:nvSpPr>
      <dsp:spPr>
        <a:xfrm rot="10800000">
          <a:off x="1924957" y="2900892"/>
          <a:ext cx="1924957" cy="1450446"/>
        </a:xfrm>
        <a:prstGeom prst="trapezoid">
          <a:avLst>
            <a:gd name="adj" fmla="val 66357"/>
          </a:avLst>
        </a:prstGeom>
        <a:solidFill>
          <a:schemeClr val="accent4">
            <a:shade val="80000"/>
            <a:hueOff val="-86429"/>
            <a:satOff val="7019"/>
            <a:lumOff val="1714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3180" tIns="43180" rIns="43180" bIns="43180" numCol="1" spcCol="1270" anchor="ctr" anchorCtr="0">
          <a:noAutofit/>
        </a:bodyPr>
        <a:lstStyle/>
        <a:p>
          <a:pPr marL="0" lvl="0" indent="0" algn="ctr" defTabSz="1511300">
            <a:lnSpc>
              <a:spcPct val="90000"/>
            </a:lnSpc>
            <a:spcBef>
              <a:spcPct val="0"/>
            </a:spcBef>
            <a:spcAft>
              <a:spcPct val="35000"/>
            </a:spcAft>
            <a:buNone/>
          </a:pPr>
          <a:r>
            <a:rPr lang="en-AU" sz="3400" kern="1200" dirty="0" err="1"/>
            <a:t>ResCode</a:t>
          </a:r>
          <a:endParaRPr lang="en-AU" sz="3400" kern="1200" dirty="0"/>
        </a:p>
      </dsp:txBody>
      <dsp:txXfrm rot="-10800000">
        <a:off x="1924957" y="2900892"/>
        <a:ext cx="1924957" cy="1450446"/>
      </dsp:txXfrm>
    </dsp:sp>
  </dsp:spTree>
</dsp:drawing>
</file>

<file path=ppt/diagrams/layout1.xml><?xml version="1.0" encoding="utf-8"?>
<dgm:layoutDef xmlns:dgm="http://schemas.openxmlformats.org/drawingml/2006/diagram" xmlns:a="http://schemas.openxmlformats.org/drawingml/2006/main" uniqueId="urn:microsoft.com/office/officeart/2005/8/layout/pyramid3">
  <dgm:title val=""/>
  <dgm:desc val=""/>
  <dgm:catLst>
    <dgm:cat type="pyramid" pri="2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T"/>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T"/>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rev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t"/>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Arial" panose="020B0604020202020204" pitchFamily="34" charset="0"/>
              </a:defRPr>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Arial" panose="020B0604020202020204" pitchFamily="34" charset="0"/>
              </a:defRPr>
            </a:lvl1pPr>
          </a:lstStyle>
          <a:p>
            <a:fld id="{2C2B7137-6CE1-F74D-80B1-E1939CF18C0B}" type="datetimeFigureOut">
              <a:rPr lang="en-US" smtClean="0"/>
              <a:pPr/>
              <a:t>1/31/2025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Arial" panose="020B0604020202020204" pitchFamily="34" charset="0"/>
              </a:defRPr>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Arial" panose="020B0604020202020204" pitchFamily="34" charset="0"/>
              </a:defRPr>
            </a:lvl1pPr>
          </a:lstStyle>
          <a:p>
            <a:fld id="{448FA329-FEDE-3F45-9805-68CDC9FBB0EA}" type="slidenum">
              <a:rPr lang="en-US" smtClean="0"/>
              <a:pPr/>
              <a:t>‹#›</a:t>
            </a:fld>
            <a:endParaRPr lang="en-US" dirty="0"/>
          </a:p>
        </p:txBody>
      </p:sp>
    </p:spTree>
    <p:extLst>
      <p:ext uri="{BB962C8B-B14F-4D97-AF65-F5344CB8AC3E}">
        <p14:creationId xmlns:p14="http://schemas.microsoft.com/office/powerpoint/2010/main" val="377891344"/>
      </p:ext>
    </p:extLst>
  </p:cSld>
  <p:clrMap bg1="lt1" tx1="dk1" bg2="lt2" tx2="dk2" accent1="accent1" accent2="accent2" accent3="accent3" accent4="accent4" accent5="accent5" accent6="accent6" hlink="hlink" folHlink="folHlink"/>
  <p:notesStyle>
    <a:lvl1pPr marL="0" algn="l" defTabSz="914377" rtl="0" eaLnBrk="1" latinLnBrk="0" hangingPunct="1">
      <a:defRPr sz="1200" b="0" i="0" kern="1200">
        <a:solidFill>
          <a:schemeClr val="tx1"/>
        </a:solidFill>
        <a:latin typeface="Arial" panose="020B0604020202020204" pitchFamily="34" charset="0"/>
        <a:ea typeface="+mn-ea"/>
        <a:cs typeface="+mn-cs"/>
      </a:defRPr>
    </a:lvl1pPr>
    <a:lvl2pPr marL="457189" algn="l" defTabSz="914377" rtl="0" eaLnBrk="1" latinLnBrk="0" hangingPunct="1">
      <a:defRPr sz="1200" b="0" i="0" kern="1200">
        <a:solidFill>
          <a:schemeClr val="tx1"/>
        </a:solidFill>
        <a:latin typeface="Arial" panose="020B0604020202020204" pitchFamily="34" charset="0"/>
        <a:ea typeface="+mn-ea"/>
        <a:cs typeface="+mn-cs"/>
      </a:defRPr>
    </a:lvl2pPr>
    <a:lvl3pPr marL="914377" algn="l" defTabSz="914377" rtl="0" eaLnBrk="1" latinLnBrk="0" hangingPunct="1">
      <a:defRPr sz="1200" b="0" i="0" kern="1200">
        <a:solidFill>
          <a:schemeClr val="tx1"/>
        </a:solidFill>
        <a:latin typeface="Arial" panose="020B0604020202020204" pitchFamily="34" charset="0"/>
        <a:ea typeface="+mn-ea"/>
        <a:cs typeface="+mn-cs"/>
      </a:defRPr>
    </a:lvl3pPr>
    <a:lvl4pPr marL="1371566" algn="l" defTabSz="914377" rtl="0" eaLnBrk="1" latinLnBrk="0" hangingPunct="1">
      <a:defRPr sz="1200" b="0" i="0" kern="1200">
        <a:solidFill>
          <a:schemeClr val="tx1"/>
        </a:solidFill>
        <a:latin typeface="Arial" panose="020B0604020202020204" pitchFamily="34" charset="0"/>
        <a:ea typeface="+mn-ea"/>
        <a:cs typeface="+mn-cs"/>
      </a:defRPr>
    </a:lvl4pPr>
    <a:lvl5pPr marL="1828754" algn="l" defTabSz="914377" rtl="0" eaLnBrk="1" latinLnBrk="0" hangingPunct="1">
      <a:defRPr sz="1200" b="0" i="0" kern="1200">
        <a:solidFill>
          <a:schemeClr val="tx1"/>
        </a:solidFill>
        <a:latin typeface="Arial" panose="020B0604020202020204" pitchFamily="34" charset="0"/>
        <a:ea typeface="+mn-ea"/>
        <a:cs typeface="+mn-cs"/>
      </a:defRPr>
    </a:lvl5pPr>
    <a:lvl6pPr marL="2285943" algn="l" defTabSz="914377" rtl="0" eaLnBrk="1" latinLnBrk="0" hangingPunct="1">
      <a:defRPr sz="1200" kern="1200">
        <a:solidFill>
          <a:schemeClr val="tx1"/>
        </a:solidFill>
        <a:latin typeface="+mn-lt"/>
        <a:ea typeface="+mn-ea"/>
        <a:cs typeface="+mn-cs"/>
      </a:defRPr>
    </a:lvl6pPr>
    <a:lvl7pPr marL="2743131" algn="l" defTabSz="914377" rtl="0" eaLnBrk="1" latinLnBrk="0" hangingPunct="1">
      <a:defRPr sz="1200" kern="1200">
        <a:solidFill>
          <a:schemeClr val="tx1"/>
        </a:solidFill>
        <a:latin typeface="+mn-lt"/>
        <a:ea typeface="+mn-ea"/>
        <a:cs typeface="+mn-cs"/>
      </a:defRPr>
    </a:lvl7pPr>
    <a:lvl8pPr marL="3200320" algn="l" defTabSz="914377" rtl="0" eaLnBrk="1" latinLnBrk="0" hangingPunct="1">
      <a:defRPr sz="1200" kern="1200">
        <a:solidFill>
          <a:schemeClr val="tx1"/>
        </a:solidFill>
        <a:latin typeface="+mn-lt"/>
        <a:ea typeface="+mn-ea"/>
        <a:cs typeface="+mn-cs"/>
      </a:defRPr>
    </a:lvl8pPr>
    <a:lvl9pPr marL="3657509" algn="l" defTabSz="914377"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11.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Master" Target="../slideMasters/slideMaster1.xml"/><Relationship Id="rId5" Type="http://schemas.openxmlformats.org/officeDocument/2006/relationships/image" Target="../media/image9.png"/><Relationship Id="rId4" Type="http://schemas.openxmlformats.org/officeDocument/2006/relationships/image" Target="../media/image1.png"/></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7.jp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9.jp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0.jpe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rgbClr val="ECECEC"/>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B5D83670-F2E4-4145-A4CC-4F7098D5447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8834075" y="5199199"/>
            <a:ext cx="3097618" cy="1425800"/>
          </a:xfrm>
          <a:prstGeom prst="rect">
            <a:avLst/>
          </a:prstGeom>
        </p:spPr>
      </p:pic>
      <p:pic>
        <p:nvPicPr>
          <p:cNvPr id="7" name="Picture 6">
            <a:extLst>
              <a:ext uri="{FF2B5EF4-FFF2-40B4-BE49-F238E27FC236}">
                <a16:creationId xmlns:a16="http://schemas.microsoft.com/office/drawing/2014/main" id="{7AA79F56-8623-DA4F-9154-E92CAF0C59E8}"/>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3812400" y="0"/>
            <a:ext cx="8379600" cy="5328000"/>
          </a:xfrm>
          <a:prstGeom prst="rect">
            <a:avLst/>
          </a:prstGeom>
        </p:spPr>
      </p:pic>
      <p:sp>
        <p:nvSpPr>
          <p:cNvPr id="11" name="Title 1">
            <a:extLst>
              <a:ext uri="{FF2B5EF4-FFF2-40B4-BE49-F238E27FC236}">
                <a16:creationId xmlns:a16="http://schemas.microsoft.com/office/drawing/2014/main" id="{3E359A20-5035-8442-A098-B8481C057802}"/>
              </a:ext>
            </a:extLst>
          </p:cNvPr>
          <p:cNvSpPr>
            <a:spLocks noGrp="1"/>
          </p:cNvSpPr>
          <p:nvPr>
            <p:ph type="ctrTitle" hasCustomPrompt="1"/>
          </p:nvPr>
        </p:nvSpPr>
        <p:spPr>
          <a:xfrm>
            <a:off x="591367" y="1967790"/>
            <a:ext cx="6859152" cy="1697037"/>
          </a:xfrm>
        </p:spPr>
        <p:txBody>
          <a:bodyPr lIns="36000" tIns="36000" rIns="36000" bIns="36000" anchor="t" anchorCtr="0">
            <a:noAutofit/>
          </a:bodyPr>
          <a:lstStyle>
            <a:lvl1pPr algn="l">
              <a:defRPr sz="4800" cap="none" baseline="0"/>
            </a:lvl1pPr>
          </a:lstStyle>
          <a:p>
            <a:r>
              <a:rPr lang="en-US" dirty="0"/>
              <a:t>Click to edit </a:t>
            </a:r>
            <a:br>
              <a:rPr lang="en-US" dirty="0"/>
            </a:br>
            <a:r>
              <a:rPr lang="en-US" dirty="0"/>
              <a:t>master title style</a:t>
            </a:r>
            <a:endParaRPr lang="en-AU" dirty="0"/>
          </a:p>
        </p:txBody>
      </p:sp>
      <p:sp>
        <p:nvSpPr>
          <p:cNvPr id="13" name="Subtitle 2">
            <a:extLst>
              <a:ext uri="{FF2B5EF4-FFF2-40B4-BE49-F238E27FC236}">
                <a16:creationId xmlns:a16="http://schemas.microsoft.com/office/drawing/2014/main" id="{ED524F03-A19D-AC44-9363-E34E3ECC37B6}"/>
              </a:ext>
            </a:extLst>
          </p:cNvPr>
          <p:cNvSpPr>
            <a:spLocks noGrp="1"/>
          </p:cNvSpPr>
          <p:nvPr>
            <p:ph type="subTitle" idx="1" hasCustomPrompt="1"/>
          </p:nvPr>
        </p:nvSpPr>
        <p:spPr>
          <a:xfrm>
            <a:off x="591369" y="3801838"/>
            <a:ext cx="8058151" cy="976841"/>
          </a:xfrm>
        </p:spPr>
        <p:txBody>
          <a:bodyPr lIns="36000" tIns="36000" rIns="36000" bIns="36000">
            <a:noAutofit/>
          </a:bodyPr>
          <a:lstStyle>
            <a:lvl1pPr marL="0" indent="0" algn="l">
              <a:buNone/>
              <a:defRPr sz="2400" b="0"/>
            </a:lvl1pPr>
            <a:lvl2pPr marL="457167" indent="0" algn="ctr">
              <a:buNone/>
              <a:defRPr sz="2000"/>
            </a:lvl2pPr>
            <a:lvl3pPr marL="914332" indent="0" algn="ctr">
              <a:buNone/>
              <a:defRPr sz="1800"/>
            </a:lvl3pPr>
            <a:lvl4pPr marL="1371498" indent="0" algn="ctr">
              <a:buNone/>
              <a:defRPr sz="1600"/>
            </a:lvl4pPr>
            <a:lvl5pPr marL="1828664" indent="0" algn="ctr">
              <a:buNone/>
              <a:defRPr sz="1600"/>
            </a:lvl5pPr>
            <a:lvl6pPr marL="2285830" indent="0" algn="ctr">
              <a:buNone/>
              <a:defRPr sz="1600"/>
            </a:lvl6pPr>
            <a:lvl7pPr marL="2742994" indent="0" algn="ctr">
              <a:buNone/>
              <a:defRPr sz="1600"/>
            </a:lvl7pPr>
            <a:lvl8pPr marL="3200160" indent="0" algn="ctr">
              <a:buNone/>
              <a:defRPr sz="1600"/>
            </a:lvl8pPr>
            <a:lvl9pPr marL="3657327" indent="0" algn="ctr">
              <a:buNone/>
              <a:defRPr sz="1600"/>
            </a:lvl9pPr>
          </a:lstStyle>
          <a:p>
            <a:r>
              <a:rPr lang="en-US" dirty="0"/>
              <a:t>Click to edit master subtitle style</a:t>
            </a:r>
            <a:endParaRPr lang="en-AU" dirty="0"/>
          </a:p>
        </p:txBody>
      </p:sp>
      <p:sp>
        <p:nvSpPr>
          <p:cNvPr id="8" name="TextBox 7">
            <a:extLst>
              <a:ext uri="{FF2B5EF4-FFF2-40B4-BE49-F238E27FC236}">
                <a16:creationId xmlns:a16="http://schemas.microsoft.com/office/drawing/2014/main" id="{EE004D8A-8ABC-6449-97E3-3B37B30C175B}"/>
              </a:ext>
            </a:extLst>
          </p:cNvPr>
          <p:cNvSpPr txBox="1"/>
          <p:nvPr userDrawn="1"/>
        </p:nvSpPr>
        <p:spPr>
          <a:xfrm>
            <a:off x="591367" y="6698538"/>
            <a:ext cx="9647031" cy="159462"/>
          </a:xfrm>
          <a:prstGeom prst="rect">
            <a:avLst/>
          </a:prstGeom>
          <a:noFill/>
        </p:spPr>
        <p:txBody>
          <a:bodyPr wrap="square" lIns="0" tIns="0" rIns="0" bIns="36000" rtlCol="0">
            <a:spAutoFit/>
          </a:bodyPr>
          <a:lstStyle/>
          <a:p>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310866136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6_Title Slide">
    <p:bg>
      <p:bgPr>
        <a:solidFill>
          <a:schemeClr val="accent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059C34E-6C23-7664-A6FF-A520EB5C6578}"/>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8834075" y="5199199"/>
            <a:ext cx="3097618" cy="1425800"/>
          </a:xfrm>
          <a:prstGeom prst="rect">
            <a:avLst/>
          </a:prstGeom>
        </p:spPr>
      </p:pic>
      <p:sp>
        <p:nvSpPr>
          <p:cNvPr id="12" name="TextBox 11">
            <a:extLst>
              <a:ext uri="{FF2B5EF4-FFF2-40B4-BE49-F238E27FC236}">
                <a16:creationId xmlns:a16="http://schemas.microsoft.com/office/drawing/2014/main" id="{53DAAF4F-61F9-ED0A-B599-3C8C7999092B}"/>
              </a:ext>
            </a:extLst>
          </p:cNvPr>
          <p:cNvSpPr txBox="1"/>
          <p:nvPr userDrawn="1"/>
        </p:nvSpPr>
        <p:spPr>
          <a:xfrm>
            <a:off x="591367" y="6707373"/>
            <a:ext cx="9647031" cy="159462"/>
          </a:xfrm>
          <a:prstGeom prst="rect">
            <a:avLst/>
          </a:prstGeom>
          <a:noFill/>
        </p:spPr>
        <p:txBody>
          <a:bodyPr wrap="square" lIns="0" tIns="0" rIns="0" bIns="36000" rtlCol="0">
            <a:noAutofit/>
          </a:bodyPr>
          <a:lstStyle/>
          <a:p>
            <a:r>
              <a:rPr lang="en-AU" sz="800" b="0" i="0" u="none" strike="noStrike" dirty="0">
                <a:solidFill>
                  <a:schemeClr val="tx1">
                    <a:lumMod val="65000"/>
                    <a:lumOff val="35000"/>
                  </a:schemeClr>
                </a:solidFill>
                <a:effectLst/>
                <a:latin typeface="Helvetica Neue" panose="02000503000000020004" pitchFamily="2" charset="0"/>
              </a:rPr>
              <a:t>©</a:t>
            </a:r>
            <a:r>
              <a:rPr lang="en-AU" sz="800" dirty="0">
                <a:solidFill>
                  <a:schemeClr val="tx1">
                    <a:lumMod val="65000"/>
                    <a:lumOff val="35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
        <p:nvSpPr>
          <p:cNvPr id="15" name="Title 1">
            <a:extLst>
              <a:ext uri="{FF2B5EF4-FFF2-40B4-BE49-F238E27FC236}">
                <a16:creationId xmlns:a16="http://schemas.microsoft.com/office/drawing/2014/main" id="{BA676A7E-1F92-F5DD-19AD-F9338B409BC7}"/>
              </a:ext>
            </a:extLst>
          </p:cNvPr>
          <p:cNvSpPr>
            <a:spLocks noGrp="1"/>
          </p:cNvSpPr>
          <p:nvPr>
            <p:ph type="ctrTitle" hasCustomPrompt="1"/>
          </p:nvPr>
        </p:nvSpPr>
        <p:spPr>
          <a:xfrm>
            <a:off x="591367" y="1967790"/>
            <a:ext cx="6859152" cy="1697037"/>
          </a:xfrm>
        </p:spPr>
        <p:txBody>
          <a:bodyPr lIns="36000" tIns="36000" rIns="36000" bIns="36000" anchor="t" anchorCtr="0">
            <a:noAutofit/>
          </a:bodyPr>
          <a:lstStyle>
            <a:lvl1pPr algn="l">
              <a:defRPr sz="4800" cap="none" baseline="0"/>
            </a:lvl1pPr>
          </a:lstStyle>
          <a:p>
            <a:r>
              <a:rPr lang="en-US" dirty="0"/>
              <a:t>Click to edit </a:t>
            </a:r>
            <a:br>
              <a:rPr lang="en-US" dirty="0"/>
            </a:br>
            <a:r>
              <a:rPr lang="en-US" dirty="0"/>
              <a:t>master title style</a:t>
            </a:r>
            <a:endParaRPr lang="en-AU" dirty="0"/>
          </a:p>
        </p:txBody>
      </p:sp>
      <p:sp>
        <p:nvSpPr>
          <p:cNvPr id="16" name="Subtitle 2">
            <a:extLst>
              <a:ext uri="{FF2B5EF4-FFF2-40B4-BE49-F238E27FC236}">
                <a16:creationId xmlns:a16="http://schemas.microsoft.com/office/drawing/2014/main" id="{12A66ADF-A69C-D692-4EBD-51E0ED52029B}"/>
              </a:ext>
            </a:extLst>
          </p:cNvPr>
          <p:cNvSpPr>
            <a:spLocks noGrp="1"/>
          </p:cNvSpPr>
          <p:nvPr>
            <p:ph type="subTitle" idx="1" hasCustomPrompt="1"/>
          </p:nvPr>
        </p:nvSpPr>
        <p:spPr>
          <a:xfrm>
            <a:off x="591369" y="3801838"/>
            <a:ext cx="8058151" cy="1095839"/>
          </a:xfrm>
        </p:spPr>
        <p:txBody>
          <a:bodyPr lIns="36000" tIns="36000" rIns="36000" bIns="36000">
            <a:noAutofit/>
          </a:bodyPr>
          <a:lstStyle>
            <a:lvl1pPr marL="0" indent="0" algn="l">
              <a:buNone/>
              <a:defRPr sz="2400" b="0"/>
            </a:lvl1pPr>
            <a:lvl2pPr marL="457167" indent="0" algn="ctr">
              <a:buNone/>
              <a:defRPr sz="2000"/>
            </a:lvl2pPr>
            <a:lvl3pPr marL="914332" indent="0" algn="ctr">
              <a:buNone/>
              <a:defRPr sz="1800"/>
            </a:lvl3pPr>
            <a:lvl4pPr marL="1371498" indent="0" algn="ctr">
              <a:buNone/>
              <a:defRPr sz="1600"/>
            </a:lvl4pPr>
            <a:lvl5pPr marL="1828664" indent="0" algn="ctr">
              <a:buNone/>
              <a:defRPr sz="1600"/>
            </a:lvl5pPr>
            <a:lvl6pPr marL="2285830" indent="0" algn="ctr">
              <a:buNone/>
              <a:defRPr sz="1600"/>
            </a:lvl6pPr>
            <a:lvl7pPr marL="2742994" indent="0" algn="ctr">
              <a:buNone/>
              <a:defRPr sz="1600"/>
            </a:lvl7pPr>
            <a:lvl8pPr marL="3200160" indent="0" algn="ctr">
              <a:buNone/>
              <a:defRPr sz="1600"/>
            </a:lvl8pPr>
            <a:lvl9pPr marL="3657327" indent="0" algn="ctr">
              <a:buNone/>
              <a:defRPr sz="1600"/>
            </a:lvl9pPr>
          </a:lstStyle>
          <a:p>
            <a:r>
              <a:rPr lang="en-US" dirty="0"/>
              <a:t>Click to edit master subtitle style</a:t>
            </a:r>
            <a:endParaRPr lang="en-AU" dirty="0"/>
          </a:p>
        </p:txBody>
      </p:sp>
      <p:pic>
        <p:nvPicPr>
          <p:cNvPr id="2" name="Picture 1">
            <a:extLst>
              <a:ext uri="{FF2B5EF4-FFF2-40B4-BE49-F238E27FC236}">
                <a16:creationId xmlns:a16="http://schemas.microsoft.com/office/drawing/2014/main" id="{647D9C09-20BA-30E8-179F-D5B69628E429}"/>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3812400" y="0"/>
            <a:ext cx="8379600" cy="5328000"/>
          </a:xfrm>
          <a:prstGeom prst="rect">
            <a:avLst/>
          </a:prstGeom>
        </p:spPr>
      </p:pic>
    </p:spTree>
    <p:extLst>
      <p:ext uri="{BB962C8B-B14F-4D97-AF65-F5344CB8AC3E}">
        <p14:creationId xmlns:p14="http://schemas.microsoft.com/office/powerpoint/2010/main" val="34076421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7_Title Slide">
    <p:bg>
      <p:bgPr>
        <a:solidFill>
          <a:schemeClr val="tx1"/>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3E359A20-5035-8442-A098-B8481C057802}"/>
              </a:ext>
            </a:extLst>
          </p:cNvPr>
          <p:cNvSpPr>
            <a:spLocks noGrp="1"/>
          </p:cNvSpPr>
          <p:nvPr>
            <p:ph type="ctrTitle" hasCustomPrompt="1"/>
          </p:nvPr>
        </p:nvSpPr>
        <p:spPr>
          <a:xfrm>
            <a:off x="641471" y="1967790"/>
            <a:ext cx="6859152" cy="1697037"/>
          </a:xfrm>
        </p:spPr>
        <p:txBody>
          <a:bodyPr lIns="36000" tIns="36000" rIns="36000" bIns="36000" anchor="t" anchorCtr="0">
            <a:noAutofit/>
          </a:bodyPr>
          <a:lstStyle>
            <a:lvl1pPr algn="l">
              <a:defRPr sz="4800" cap="none" baseline="0">
                <a:solidFill>
                  <a:schemeClr val="bg1"/>
                </a:solidFill>
              </a:defRPr>
            </a:lvl1pPr>
          </a:lstStyle>
          <a:p>
            <a:r>
              <a:rPr lang="en-US" dirty="0"/>
              <a:t>Click to edit </a:t>
            </a:r>
            <a:br>
              <a:rPr lang="en-US" dirty="0"/>
            </a:br>
            <a:r>
              <a:rPr lang="en-US" dirty="0"/>
              <a:t>master title style</a:t>
            </a:r>
            <a:endParaRPr lang="en-AU" dirty="0"/>
          </a:p>
        </p:txBody>
      </p:sp>
      <p:sp>
        <p:nvSpPr>
          <p:cNvPr id="13" name="Subtitle 2">
            <a:extLst>
              <a:ext uri="{FF2B5EF4-FFF2-40B4-BE49-F238E27FC236}">
                <a16:creationId xmlns:a16="http://schemas.microsoft.com/office/drawing/2014/main" id="{ED524F03-A19D-AC44-9363-E34E3ECC37B6}"/>
              </a:ext>
            </a:extLst>
          </p:cNvPr>
          <p:cNvSpPr>
            <a:spLocks noGrp="1"/>
          </p:cNvSpPr>
          <p:nvPr>
            <p:ph type="subTitle" idx="1" hasCustomPrompt="1"/>
          </p:nvPr>
        </p:nvSpPr>
        <p:spPr>
          <a:xfrm>
            <a:off x="641473" y="3801839"/>
            <a:ext cx="8058151" cy="1082332"/>
          </a:xfrm>
        </p:spPr>
        <p:txBody>
          <a:bodyPr lIns="36000" tIns="36000" rIns="36000" bIns="36000">
            <a:noAutofit/>
          </a:bodyPr>
          <a:lstStyle>
            <a:lvl1pPr marL="0" indent="0" algn="l">
              <a:buNone/>
              <a:defRPr sz="2400" b="0">
                <a:solidFill>
                  <a:schemeClr val="bg1"/>
                </a:solidFill>
              </a:defRPr>
            </a:lvl1pPr>
            <a:lvl2pPr marL="457167" indent="0" algn="ctr">
              <a:buNone/>
              <a:defRPr sz="2000"/>
            </a:lvl2pPr>
            <a:lvl3pPr marL="914332" indent="0" algn="ctr">
              <a:buNone/>
              <a:defRPr sz="1800"/>
            </a:lvl3pPr>
            <a:lvl4pPr marL="1371498" indent="0" algn="ctr">
              <a:buNone/>
              <a:defRPr sz="1600"/>
            </a:lvl4pPr>
            <a:lvl5pPr marL="1828664" indent="0" algn="ctr">
              <a:buNone/>
              <a:defRPr sz="1600"/>
            </a:lvl5pPr>
            <a:lvl6pPr marL="2285830" indent="0" algn="ctr">
              <a:buNone/>
              <a:defRPr sz="1600"/>
            </a:lvl6pPr>
            <a:lvl7pPr marL="2742994" indent="0" algn="ctr">
              <a:buNone/>
              <a:defRPr sz="1600"/>
            </a:lvl7pPr>
            <a:lvl8pPr marL="3200160" indent="0" algn="ctr">
              <a:buNone/>
              <a:defRPr sz="1600"/>
            </a:lvl8pPr>
            <a:lvl9pPr marL="3657327" indent="0" algn="ctr">
              <a:buNone/>
              <a:defRPr sz="1600"/>
            </a:lvl9pPr>
          </a:lstStyle>
          <a:p>
            <a:r>
              <a:rPr lang="en-US" dirty="0"/>
              <a:t>Click to edit master subtitle style</a:t>
            </a:r>
            <a:endParaRPr lang="en-AU" dirty="0"/>
          </a:p>
        </p:txBody>
      </p:sp>
      <p:pic>
        <p:nvPicPr>
          <p:cNvPr id="8" name="Picture 7">
            <a:extLst>
              <a:ext uri="{FF2B5EF4-FFF2-40B4-BE49-F238E27FC236}">
                <a16:creationId xmlns:a16="http://schemas.microsoft.com/office/drawing/2014/main" id="{333FBAC8-8DF8-934F-9301-1D7309E5B3D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8834075" y="5211525"/>
            <a:ext cx="3097618" cy="1425798"/>
          </a:xfrm>
          <a:prstGeom prst="rect">
            <a:avLst/>
          </a:prstGeom>
        </p:spPr>
      </p:pic>
      <p:sp>
        <p:nvSpPr>
          <p:cNvPr id="12" name="TextBox 11">
            <a:extLst>
              <a:ext uri="{FF2B5EF4-FFF2-40B4-BE49-F238E27FC236}">
                <a16:creationId xmlns:a16="http://schemas.microsoft.com/office/drawing/2014/main" id="{FF2F004A-3E42-FC3E-2E5A-51F2E5F58ADE}"/>
              </a:ext>
            </a:extLst>
          </p:cNvPr>
          <p:cNvSpPr txBox="1"/>
          <p:nvPr userDrawn="1"/>
        </p:nvSpPr>
        <p:spPr>
          <a:xfrm>
            <a:off x="560631" y="6693585"/>
            <a:ext cx="9647031" cy="164415"/>
          </a:xfrm>
          <a:prstGeom prst="rect">
            <a:avLst/>
          </a:prstGeom>
          <a:noFill/>
        </p:spPr>
        <p:txBody>
          <a:bodyPr wrap="square" lIns="0" tIns="0" rIns="0" bIns="36000" rtlCol="0">
            <a:noAutofit/>
          </a:bodyPr>
          <a:lstStyle/>
          <a:p>
            <a:r>
              <a:rPr lang="en-AU" sz="800" b="0" i="0" u="none" strike="noStrike" dirty="0">
                <a:solidFill>
                  <a:schemeClr val="bg1"/>
                </a:solidFill>
                <a:effectLst/>
                <a:latin typeface="Helvetica Neue" panose="02000503000000020004" pitchFamily="2" charset="0"/>
              </a:rPr>
              <a:t>©</a:t>
            </a:r>
            <a:r>
              <a:rPr lang="en-AU" sz="800" dirty="0">
                <a:solidFill>
                  <a:schemeClr val="bg1"/>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pic>
        <p:nvPicPr>
          <p:cNvPr id="2" name="Picture 1">
            <a:extLst>
              <a:ext uri="{FF2B5EF4-FFF2-40B4-BE49-F238E27FC236}">
                <a16:creationId xmlns:a16="http://schemas.microsoft.com/office/drawing/2014/main" id="{AFBE7F60-820F-BC4C-04A4-CBDFC8164398}"/>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3812400" y="0"/>
            <a:ext cx="8379600" cy="5328000"/>
          </a:xfrm>
          <a:prstGeom prst="rect">
            <a:avLst/>
          </a:prstGeom>
        </p:spPr>
      </p:pic>
    </p:spTree>
    <p:extLst>
      <p:ext uri="{BB962C8B-B14F-4D97-AF65-F5344CB8AC3E}">
        <p14:creationId xmlns:p14="http://schemas.microsoft.com/office/powerpoint/2010/main" val="4207152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18798D7-C59A-5944-91F8-9A5F2523DF06}"/>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sp>
        <p:nvSpPr>
          <p:cNvPr id="8" name="Title 1">
            <a:extLst>
              <a:ext uri="{FF2B5EF4-FFF2-40B4-BE49-F238E27FC236}">
                <a16:creationId xmlns:a16="http://schemas.microsoft.com/office/drawing/2014/main" id="{F5C74C50-5118-C547-9D88-948F63F0CBE0}"/>
              </a:ext>
            </a:extLst>
          </p:cNvPr>
          <p:cNvSpPr txBox="1">
            <a:spLocks/>
          </p:cNvSpPr>
          <p:nvPr userDrawn="1"/>
        </p:nvSpPr>
        <p:spPr>
          <a:xfrm>
            <a:off x="400504" y="311271"/>
            <a:ext cx="10515600" cy="443198"/>
          </a:xfrm>
          <a:prstGeom prst="rect">
            <a:avLst/>
          </a:prstGeom>
        </p:spPr>
        <p:txBody>
          <a:bodyPr vert="horz" lIns="0" tIns="0" rIns="0" bIns="0" rtlCol="0" anchor="ctr">
            <a:spAutoFit/>
          </a:bodyPr>
          <a:lstStyle>
            <a:lvl1pPr algn="l" defTabSz="914377" rtl="0" eaLnBrk="1" latinLnBrk="0" hangingPunct="1">
              <a:lnSpc>
                <a:spcPct val="90000"/>
              </a:lnSpc>
              <a:spcBef>
                <a:spcPct val="0"/>
              </a:spcBef>
              <a:buNone/>
              <a:defRPr sz="4400" b="1" kern="1200">
                <a:solidFill>
                  <a:schemeClr val="tx1"/>
                </a:solidFill>
                <a:latin typeface="Arial" panose="020B0604020202020204" pitchFamily="34" charset="0"/>
                <a:ea typeface="+mj-ea"/>
                <a:cs typeface="Arial" panose="020B0604020202020204" pitchFamily="34" charset="0"/>
              </a:defRPr>
            </a:lvl1pPr>
          </a:lstStyle>
          <a:p>
            <a:pPr marL="0" marR="0" lvl="0" indent="0" algn="l" defTabSz="914332" rtl="0" eaLnBrk="1" fontAlgn="auto" latinLnBrk="0" hangingPunct="1">
              <a:lnSpc>
                <a:spcPct val="90000"/>
              </a:lnSpc>
              <a:spcBef>
                <a:spcPct val="0"/>
              </a:spcBef>
              <a:spcAft>
                <a:spcPts val="0"/>
              </a:spcAft>
              <a:buClrTx/>
              <a:buSzTx/>
              <a:buFontTx/>
              <a:buNone/>
              <a:tabLst/>
              <a:defRPr/>
            </a:pPr>
            <a:r>
              <a:rPr kumimoji="0" lang="en-AU" sz="3200" b="1" i="0" u="none" strike="noStrike" kern="1200" cap="none" spc="0" normalizeH="0" baseline="0" noProof="0" dirty="0">
                <a:ln>
                  <a:noFill/>
                </a:ln>
                <a:solidFill>
                  <a:schemeClr val="tx1"/>
                </a:solidFill>
                <a:effectLst/>
                <a:uLnTx/>
                <a:uFillTx/>
                <a:latin typeface="Arial" panose="020B0604020202020204" pitchFamily="34" charset="0"/>
                <a:ea typeface="+mj-ea"/>
                <a:cs typeface="Arial" panose="020B0604020202020204" pitchFamily="34" charset="0"/>
              </a:rPr>
              <a:t>Acknowledgement of Country</a:t>
            </a:r>
          </a:p>
        </p:txBody>
      </p:sp>
      <p:sp>
        <p:nvSpPr>
          <p:cNvPr id="9" name="Content Placeholder 2">
            <a:extLst>
              <a:ext uri="{FF2B5EF4-FFF2-40B4-BE49-F238E27FC236}">
                <a16:creationId xmlns:a16="http://schemas.microsoft.com/office/drawing/2014/main" id="{A5D9F42C-2784-BE4D-82F2-D8B1A574C0E1}"/>
              </a:ext>
            </a:extLst>
          </p:cNvPr>
          <p:cNvSpPr txBox="1">
            <a:spLocks/>
          </p:cNvSpPr>
          <p:nvPr userDrawn="1"/>
        </p:nvSpPr>
        <p:spPr>
          <a:xfrm>
            <a:off x="417438" y="2938671"/>
            <a:ext cx="10652077" cy="1552541"/>
          </a:xfrm>
          <a:prstGeom prst="rect">
            <a:avLst/>
          </a:prstGeom>
        </p:spPr>
        <p:txBody>
          <a:bodyPr wrap="square" lIns="0" tIns="0" rIns="0" bIns="0">
            <a:spAutoFit/>
          </a:bodyPr>
          <a:lstStyle>
            <a:lvl1pPr marL="228594" indent="-228594" algn="l" defTabSz="914377" rtl="0" eaLnBrk="1" latinLnBrk="0" hangingPunct="1">
              <a:lnSpc>
                <a:spcPct val="90000"/>
              </a:lnSpc>
              <a:spcBef>
                <a:spcPts val="1000"/>
              </a:spcBef>
              <a:buFont typeface="Arial" panose="020B0604020202020204" pitchFamily="34" charset="0"/>
              <a:buChar char="•"/>
              <a:defRPr sz="2800" b="1" kern="1200">
                <a:solidFill>
                  <a:schemeClr val="tx1"/>
                </a:solidFill>
                <a:latin typeface="Arial" panose="020B0604020202020204" pitchFamily="34" charset="0"/>
                <a:ea typeface="+mn-ea"/>
                <a:cs typeface="Arial" panose="020B0604020202020204" pitchFamily="34" charset="0"/>
              </a:defRPr>
            </a:lvl1pPr>
            <a:lvl2pPr marL="685783" indent="-228594" algn="l" defTabSz="914377" rtl="0" eaLnBrk="1" latinLnBrk="0" hangingPunct="1">
              <a:lnSpc>
                <a:spcPct val="90000"/>
              </a:lnSpc>
              <a:spcBef>
                <a:spcPts val="500"/>
              </a:spcBef>
              <a:buFont typeface="Arial" panose="020B0604020202020204" pitchFamily="34" charset="0"/>
              <a:buChar char="•"/>
              <a:defRPr sz="2400" b="1" kern="1200">
                <a:solidFill>
                  <a:schemeClr val="tx1"/>
                </a:solidFill>
                <a:latin typeface="Arial" panose="020B0604020202020204" pitchFamily="34" charset="0"/>
                <a:ea typeface="+mn-ea"/>
                <a:cs typeface="Arial" panose="020B0604020202020204" pitchFamily="34" charset="0"/>
              </a:defRPr>
            </a:lvl2pPr>
            <a:lvl3pPr marL="1142971" indent="-228594" algn="l" defTabSz="914377" rtl="0" eaLnBrk="1" latinLnBrk="0" hangingPunct="1">
              <a:lnSpc>
                <a:spcPct val="90000"/>
              </a:lnSpc>
              <a:spcBef>
                <a:spcPts val="500"/>
              </a:spcBef>
              <a:buFont typeface="Arial" panose="020B0604020202020204" pitchFamily="34" charset="0"/>
              <a:buChar char="•"/>
              <a:defRPr sz="2000" b="1" kern="1200">
                <a:solidFill>
                  <a:schemeClr val="tx1"/>
                </a:solidFill>
                <a:latin typeface="Arial" panose="020B0604020202020204" pitchFamily="34" charset="0"/>
                <a:ea typeface="+mn-ea"/>
                <a:cs typeface="Arial" panose="020B0604020202020204" pitchFamily="34" charset="0"/>
              </a:defRPr>
            </a:lvl3pPr>
            <a:lvl4pPr marL="1600160" indent="-228594" algn="l" defTabSz="914377" rtl="0" eaLnBrk="1" latinLnBrk="0" hangingPunct="1">
              <a:lnSpc>
                <a:spcPct val="90000"/>
              </a:lnSpc>
              <a:spcBef>
                <a:spcPts val="500"/>
              </a:spcBef>
              <a:buFont typeface="Arial" panose="020B0604020202020204" pitchFamily="34" charset="0"/>
              <a:buChar char="•"/>
              <a:defRPr sz="1800" b="1" kern="1200">
                <a:solidFill>
                  <a:schemeClr val="tx1"/>
                </a:solidFill>
                <a:latin typeface="Arial" panose="020B0604020202020204" pitchFamily="34" charset="0"/>
                <a:ea typeface="+mn-ea"/>
                <a:cs typeface="Arial" panose="020B0604020202020204" pitchFamily="34" charset="0"/>
              </a:defRPr>
            </a:lvl4pPr>
            <a:lvl5pPr marL="2057349" indent="-228594" algn="l" defTabSz="914377" rtl="0" eaLnBrk="1" latinLnBrk="0" hangingPunct="1">
              <a:lnSpc>
                <a:spcPct val="90000"/>
              </a:lnSpc>
              <a:spcBef>
                <a:spcPts val="500"/>
              </a:spcBef>
              <a:buFont typeface="Arial" panose="020B0604020202020204" pitchFamily="34" charset="0"/>
              <a:buChar char="•"/>
              <a:defRPr sz="1800" b="1"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14000"/>
              </a:lnSpc>
              <a:spcBef>
                <a:spcPts val="0"/>
              </a:spcBef>
              <a:spcAft>
                <a:spcPts val="1200"/>
              </a:spcAft>
              <a:buNone/>
              <a:defRPr/>
            </a:pPr>
            <a:r>
              <a:rPr kumimoji="0" lang="en-AU"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Victoria University acknowledges, recognises and respects the Ancestors, Elders and families of the Bunurong/Boonwurrung, Wadawurrung and Wurundjeri/Woiwurrung of the Kulin who are the traditional owners of University land in Victoria, the Gadigal and Guring-gai of the Eora Nation who are the traditional owners of University land in Sydney, and the </a:t>
            </a:r>
            <a:r>
              <a:rPr kumimoji="0" lang="en-AU"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Yugara</a:t>
            </a:r>
            <a:r>
              <a:rPr kumimoji="0" lang="en-AU"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/YUgarapul people and Turrbal people living in Meanjin (Brisbane).</a:t>
            </a:r>
          </a:p>
        </p:txBody>
      </p:sp>
      <p:pic>
        <p:nvPicPr>
          <p:cNvPr id="10" name="Picture 9">
            <a:extLst>
              <a:ext uri="{FF2B5EF4-FFF2-40B4-BE49-F238E27FC236}">
                <a16:creationId xmlns:a16="http://schemas.microsoft.com/office/drawing/2014/main" id="{2DDAE9D3-9C19-3745-86DD-52C0466E430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417438" y="1525247"/>
            <a:ext cx="3300871" cy="1219199"/>
          </a:xfrm>
          <a:prstGeom prst="rect">
            <a:avLst/>
          </a:prstGeom>
        </p:spPr>
      </p:pic>
      <p:sp>
        <p:nvSpPr>
          <p:cNvPr id="13" name="TextBox 12">
            <a:extLst>
              <a:ext uri="{FF2B5EF4-FFF2-40B4-BE49-F238E27FC236}">
                <a16:creationId xmlns:a16="http://schemas.microsoft.com/office/drawing/2014/main" id="{EF778C99-F423-9445-A17B-BBB35FA59555}"/>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14" name="Straight Connector 13">
            <a:extLst>
              <a:ext uri="{FF2B5EF4-FFF2-40B4-BE49-F238E27FC236}">
                <a16:creationId xmlns:a16="http://schemas.microsoft.com/office/drawing/2014/main" id="{18A91586-DFAE-AA4D-9985-1D00DDDFFF0B}"/>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B6A21DE2-BA1C-0D4F-AA35-B64FD2CF55AE}"/>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pic>
        <p:nvPicPr>
          <p:cNvPr id="15" name="Picture 14">
            <a:extLst>
              <a:ext uri="{FF2B5EF4-FFF2-40B4-BE49-F238E27FC236}">
                <a16:creationId xmlns:a16="http://schemas.microsoft.com/office/drawing/2014/main" id="{B2169999-43B5-6D41-AE93-8B6969554336}"/>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3" name="TextBox 2">
            <a:extLst>
              <a:ext uri="{FF2B5EF4-FFF2-40B4-BE49-F238E27FC236}">
                <a16:creationId xmlns:a16="http://schemas.microsoft.com/office/drawing/2014/main" id="{6120FEEE-AEBC-7D12-0593-E211817910D1}"/>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30393028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18798D7-C59A-5944-91F8-9A5F2523DF06}"/>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sp>
        <p:nvSpPr>
          <p:cNvPr id="8" name="Title 1">
            <a:extLst>
              <a:ext uri="{FF2B5EF4-FFF2-40B4-BE49-F238E27FC236}">
                <a16:creationId xmlns:a16="http://schemas.microsoft.com/office/drawing/2014/main" id="{F5C74C50-5118-C547-9D88-948F63F0CBE0}"/>
              </a:ext>
            </a:extLst>
          </p:cNvPr>
          <p:cNvSpPr txBox="1">
            <a:spLocks/>
          </p:cNvSpPr>
          <p:nvPr userDrawn="1"/>
        </p:nvSpPr>
        <p:spPr>
          <a:xfrm>
            <a:off x="400504" y="311271"/>
            <a:ext cx="10515600" cy="443198"/>
          </a:xfrm>
          <a:prstGeom prst="rect">
            <a:avLst/>
          </a:prstGeom>
        </p:spPr>
        <p:txBody>
          <a:bodyPr vert="horz" lIns="0" tIns="0" rIns="0" bIns="0" rtlCol="0" anchor="ctr">
            <a:spAutoFit/>
          </a:bodyPr>
          <a:lstStyle>
            <a:lvl1pPr algn="l" defTabSz="914377" rtl="0" eaLnBrk="1" latinLnBrk="0" hangingPunct="1">
              <a:lnSpc>
                <a:spcPct val="90000"/>
              </a:lnSpc>
              <a:spcBef>
                <a:spcPct val="0"/>
              </a:spcBef>
              <a:buNone/>
              <a:defRPr sz="4400" b="1" kern="1200">
                <a:solidFill>
                  <a:schemeClr val="tx1"/>
                </a:solidFill>
                <a:latin typeface="Arial" panose="020B0604020202020204" pitchFamily="34" charset="0"/>
                <a:ea typeface="+mj-ea"/>
                <a:cs typeface="Arial" panose="020B0604020202020204" pitchFamily="34" charset="0"/>
              </a:defRPr>
            </a:lvl1pPr>
          </a:lstStyle>
          <a:p>
            <a:pPr marL="0" marR="0" lvl="0" indent="0" algn="l" defTabSz="914332" rtl="0" eaLnBrk="1" fontAlgn="auto" latinLnBrk="0" hangingPunct="1">
              <a:lnSpc>
                <a:spcPct val="90000"/>
              </a:lnSpc>
              <a:spcBef>
                <a:spcPct val="0"/>
              </a:spcBef>
              <a:spcAft>
                <a:spcPts val="0"/>
              </a:spcAft>
              <a:buClrTx/>
              <a:buSzTx/>
              <a:buFontTx/>
              <a:buNone/>
              <a:tabLst/>
              <a:defRPr/>
            </a:pPr>
            <a:r>
              <a:rPr kumimoji="0" lang="en-AU" sz="3200" b="1" i="0" u="none" strike="noStrike" kern="1200" cap="none" spc="0" normalizeH="0" baseline="0" noProof="0" dirty="0">
                <a:ln>
                  <a:noFill/>
                </a:ln>
                <a:solidFill>
                  <a:schemeClr val="tx1"/>
                </a:solidFill>
                <a:effectLst/>
                <a:uLnTx/>
                <a:uFillTx/>
                <a:latin typeface="Arial" panose="020B0604020202020204" pitchFamily="34" charset="0"/>
                <a:ea typeface="+mj-ea"/>
                <a:cs typeface="Arial" panose="020B0604020202020204" pitchFamily="34" charset="0"/>
              </a:rPr>
              <a:t>Acknowledgement of Country – Melbourne</a:t>
            </a:r>
          </a:p>
        </p:txBody>
      </p:sp>
      <p:sp>
        <p:nvSpPr>
          <p:cNvPr id="9" name="Content Placeholder 2">
            <a:extLst>
              <a:ext uri="{FF2B5EF4-FFF2-40B4-BE49-F238E27FC236}">
                <a16:creationId xmlns:a16="http://schemas.microsoft.com/office/drawing/2014/main" id="{A5D9F42C-2784-BE4D-82F2-D8B1A574C0E1}"/>
              </a:ext>
            </a:extLst>
          </p:cNvPr>
          <p:cNvSpPr txBox="1">
            <a:spLocks/>
          </p:cNvSpPr>
          <p:nvPr userDrawn="1"/>
        </p:nvSpPr>
        <p:spPr>
          <a:xfrm>
            <a:off x="417438" y="2938671"/>
            <a:ext cx="10768127" cy="2584234"/>
          </a:xfrm>
          <a:prstGeom prst="rect">
            <a:avLst/>
          </a:prstGeom>
        </p:spPr>
        <p:txBody>
          <a:bodyPr lIns="0" tIns="0" rIns="0" bIns="0">
            <a:spAutoFit/>
          </a:bodyPr>
          <a:lstStyle>
            <a:lvl1pPr marL="228594" indent="-228594" algn="l" defTabSz="914377" rtl="0" eaLnBrk="1" latinLnBrk="0" hangingPunct="1">
              <a:lnSpc>
                <a:spcPct val="90000"/>
              </a:lnSpc>
              <a:spcBef>
                <a:spcPts val="1000"/>
              </a:spcBef>
              <a:buFont typeface="Arial" panose="020B0604020202020204" pitchFamily="34" charset="0"/>
              <a:buChar char="•"/>
              <a:defRPr sz="2800" b="1" kern="1200">
                <a:solidFill>
                  <a:schemeClr val="tx1"/>
                </a:solidFill>
                <a:latin typeface="Arial" panose="020B0604020202020204" pitchFamily="34" charset="0"/>
                <a:ea typeface="+mn-ea"/>
                <a:cs typeface="Arial" panose="020B0604020202020204" pitchFamily="34" charset="0"/>
              </a:defRPr>
            </a:lvl1pPr>
            <a:lvl2pPr marL="685783" indent="-228594" algn="l" defTabSz="914377" rtl="0" eaLnBrk="1" latinLnBrk="0" hangingPunct="1">
              <a:lnSpc>
                <a:spcPct val="90000"/>
              </a:lnSpc>
              <a:spcBef>
                <a:spcPts val="500"/>
              </a:spcBef>
              <a:buFont typeface="Arial" panose="020B0604020202020204" pitchFamily="34" charset="0"/>
              <a:buChar char="•"/>
              <a:defRPr sz="2400" b="1" kern="1200">
                <a:solidFill>
                  <a:schemeClr val="tx1"/>
                </a:solidFill>
                <a:latin typeface="Arial" panose="020B0604020202020204" pitchFamily="34" charset="0"/>
                <a:ea typeface="+mn-ea"/>
                <a:cs typeface="Arial" panose="020B0604020202020204" pitchFamily="34" charset="0"/>
              </a:defRPr>
            </a:lvl2pPr>
            <a:lvl3pPr marL="1142971" indent="-228594" algn="l" defTabSz="914377" rtl="0" eaLnBrk="1" latinLnBrk="0" hangingPunct="1">
              <a:lnSpc>
                <a:spcPct val="90000"/>
              </a:lnSpc>
              <a:spcBef>
                <a:spcPts val="500"/>
              </a:spcBef>
              <a:buFont typeface="Arial" panose="020B0604020202020204" pitchFamily="34" charset="0"/>
              <a:buChar char="•"/>
              <a:defRPr sz="2000" b="1" kern="1200">
                <a:solidFill>
                  <a:schemeClr val="tx1"/>
                </a:solidFill>
                <a:latin typeface="Arial" panose="020B0604020202020204" pitchFamily="34" charset="0"/>
                <a:ea typeface="+mn-ea"/>
                <a:cs typeface="Arial" panose="020B0604020202020204" pitchFamily="34" charset="0"/>
              </a:defRPr>
            </a:lvl3pPr>
            <a:lvl4pPr marL="1600160" indent="-228594" algn="l" defTabSz="914377" rtl="0" eaLnBrk="1" latinLnBrk="0" hangingPunct="1">
              <a:lnSpc>
                <a:spcPct val="90000"/>
              </a:lnSpc>
              <a:spcBef>
                <a:spcPts val="500"/>
              </a:spcBef>
              <a:buFont typeface="Arial" panose="020B0604020202020204" pitchFamily="34" charset="0"/>
              <a:buChar char="•"/>
              <a:defRPr sz="1800" b="1" kern="1200">
                <a:solidFill>
                  <a:schemeClr val="tx1"/>
                </a:solidFill>
                <a:latin typeface="Arial" panose="020B0604020202020204" pitchFamily="34" charset="0"/>
                <a:ea typeface="+mn-ea"/>
                <a:cs typeface="Arial" panose="020B0604020202020204" pitchFamily="34" charset="0"/>
              </a:defRPr>
            </a:lvl4pPr>
            <a:lvl5pPr marL="2057349" indent="-228594" algn="l" defTabSz="914377" rtl="0" eaLnBrk="1" latinLnBrk="0" hangingPunct="1">
              <a:lnSpc>
                <a:spcPct val="90000"/>
              </a:lnSpc>
              <a:spcBef>
                <a:spcPts val="500"/>
              </a:spcBef>
              <a:buFont typeface="Arial" panose="020B0604020202020204" pitchFamily="34" charset="0"/>
              <a:buChar char="•"/>
              <a:defRPr sz="1800" b="1"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14000"/>
              </a:lnSpc>
              <a:spcBef>
                <a:spcPts val="0"/>
              </a:spcBef>
              <a:spcAft>
                <a:spcPts val="1200"/>
              </a:spcAft>
              <a:buNone/>
              <a:defRPr/>
            </a:pPr>
            <a:r>
              <a:rPr kumimoji="0" lang="en-AU"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We acknowledge the Ancestors, Elders and families of the Kulin Nation who are the Traditional Owners of University land. We also acknowledge all Traditional Owners of Country throughout Victoria and pay our respect to their culture, and their Elders past, present and future</a:t>
            </a:r>
            <a:r>
              <a:rPr lang="en-AU" sz="1800" b="0" dirty="0">
                <a:solidFill>
                  <a:prstClr val="black"/>
                </a:solidFill>
              </a:rPr>
              <a:t>.</a:t>
            </a:r>
          </a:p>
          <a:p>
            <a:pPr marL="0" marR="0" lvl="0" indent="0" algn="l" defTabSz="914332" rtl="0" eaLnBrk="1" fontAlgn="auto" latinLnBrk="0" hangingPunct="1">
              <a:lnSpc>
                <a:spcPct val="114000"/>
              </a:lnSpc>
              <a:spcBef>
                <a:spcPts val="0"/>
              </a:spcBef>
              <a:spcAft>
                <a:spcPts val="1200"/>
              </a:spcAft>
              <a:buClrTx/>
              <a:buSzTx/>
              <a:buFont typeface="Arial" panose="020B0604020202020204" pitchFamily="34" charset="0"/>
              <a:buNone/>
              <a:tabLst/>
              <a:defRPr/>
            </a:pPr>
            <a:r>
              <a:rPr kumimoji="0" lang="en-AU"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As we share our own knowledge practices within the University may we pay respect to the deep knowledge embedded within the Aboriginal community and their ownership of Country. </a:t>
            </a:r>
          </a:p>
          <a:p>
            <a:pPr marL="0" marR="0" lvl="0" indent="0" algn="l" defTabSz="914332" rtl="0" eaLnBrk="1" fontAlgn="auto" latinLnBrk="0" hangingPunct="1">
              <a:lnSpc>
                <a:spcPct val="114000"/>
              </a:lnSpc>
              <a:spcBef>
                <a:spcPts val="0"/>
              </a:spcBef>
              <a:spcAft>
                <a:spcPts val="1200"/>
              </a:spcAft>
              <a:buClrTx/>
              <a:buSzTx/>
              <a:buFont typeface="Arial" panose="020B0604020202020204" pitchFamily="34" charset="0"/>
              <a:buNone/>
              <a:tabLst/>
              <a:defRPr/>
            </a:pPr>
            <a:r>
              <a:rPr kumimoji="0" lang="en-AU"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We acknowledge that the land on which we meet is a place of age old ceremonies of celebration, initiation and renewal and that the Kulin people’s living culture has a unique role in the life of this region.</a:t>
            </a:r>
          </a:p>
        </p:txBody>
      </p:sp>
      <p:pic>
        <p:nvPicPr>
          <p:cNvPr id="10" name="Picture 9">
            <a:extLst>
              <a:ext uri="{FF2B5EF4-FFF2-40B4-BE49-F238E27FC236}">
                <a16:creationId xmlns:a16="http://schemas.microsoft.com/office/drawing/2014/main" id="{2DDAE9D3-9C19-3745-86DD-52C0466E430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417438" y="1525247"/>
            <a:ext cx="3300871" cy="1219199"/>
          </a:xfrm>
          <a:prstGeom prst="rect">
            <a:avLst/>
          </a:prstGeom>
        </p:spPr>
      </p:pic>
      <p:sp>
        <p:nvSpPr>
          <p:cNvPr id="13" name="TextBox 12">
            <a:extLst>
              <a:ext uri="{FF2B5EF4-FFF2-40B4-BE49-F238E27FC236}">
                <a16:creationId xmlns:a16="http://schemas.microsoft.com/office/drawing/2014/main" id="{EF778C99-F423-9445-A17B-BBB35FA59555}"/>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14" name="Straight Connector 13">
            <a:extLst>
              <a:ext uri="{FF2B5EF4-FFF2-40B4-BE49-F238E27FC236}">
                <a16:creationId xmlns:a16="http://schemas.microsoft.com/office/drawing/2014/main" id="{18A91586-DFAE-AA4D-9985-1D00DDDFFF0B}"/>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B6A21DE2-BA1C-0D4F-AA35-B64FD2CF55AE}"/>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pic>
        <p:nvPicPr>
          <p:cNvPr id="15" name="Picture 14">
            <a:extLst>
              <a:ext uri="{FF2B5EF4-FFF2-40B4-BE49-F238E27FC236}">
                <a16:creationId xmlns:a16="http://schemas.microsoft.com/office/drawing/2014/main" id="{B2169999-43B5-6D41-AE93-8B6969554336}"/>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3" name="TextBox 2">
            <a:extLst>
              <a:ext uri="{FF2B5EF4-FFF2-40B4-BE49-F238E27FC236}">
                <a16:creationId xmlns:a16="http://schemas.microsoft.com/office/drawing/2014/main" id="{6120FEEE-AEBC-7D12-0593-E211817910D1}"/>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26199097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18798D7-C59A-5944-91F8-9A5F2523DF06}"/>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sp>
        <p:nvSpPr>
          <p:cNvPr id="9" name="Content Placeholder 2">
            <a:extLst>
              <a:ext uri="{FF2B5EF4-FFF2-40B4-BE49-F238E27FC236}">
                <a16:creationId xmlns:a16="http://schemas.microsoft.com/office/drawing/2014/main" id="{A5D9F42C-2784-BE4D-82F2-D8B1A574C0E1}"/>
              </a:ext>
            </a:extLst>
          </p:cNvPr>
          <p:cNvSpPr txBox="1">
            <a:spLocks/>
          </p:cNvSpPr>
          <p:nvPr userDrawn="1"/>
        </p:nvSpPr>
        <p:spPr>
          <a:xfrm>
            <a:off x="408971" y="2938671"/>
            <a:ext cx="10768127" cy="2726635"/>
          </a:xfrm>
          <a:prstGeom prst="rect">
            <a:avLst/>
          </a:prstGeom>
        </p:spPr>
        <p:txBody>
          <a:bodyPr lIns="0" tIns="0" rIns="0" bIns="0">
            <a:normAutofit/>
          </a:bodyPr>
          <a:lstStyle>
            <a:lvl1pPr marL="228594" indent="-228594" algn="l" defTabSz="914377" rtl="0" eaLnBrk="1" latinLnBrk="0" hangingPunct="1">
              <a:lnSpc>
                <a:spcPct val="90000"/>
              </a:lnSpc>
              <a:spcBef>
                <a:spcPts val="1000"/>
              </a:spcBef>
              <a:buFont typeface="Arial" panose="020B0604020202020204" pitchFamily="34" charset="0"/>
              <a:buChar char="•"/>
              <a:defRPr sz="2800" b="1" kern="1200">
                <a:solidFill>
                  <a:schemeClr val="tx1"/>
                </a:solidFill>
                <a:latin typeface="Arial" panose="020B0604020202020204" pitchFamily="34" charset="0"/>
                <a:ea typeface="+mn-ea"/>
                <a:cs typeface="Arial" panose="020B0604020202020204" pitchFamily="34" charset="0"/>
              </a:defRPr>
            </a:lvl1pPr>
            <a:lvl2pPr marL="685783" indent="-228594" algn="l" defTabSz="914377" rtl="0" eaLnBrk="1" latinLnBrk="0" hangingPunct="1">
              <a:lnSpc>
                <a:spcPct val="90000"/>
              </a:lnSpc>
              <a:spcBef>
                <a:spcPts val="500"/>
              </a:spcBef>
              <a:buFont typeface="Arial" panose="020B0604020202020204" pitchFamily="34" charset="0"/>
              <a:buChar char="•"/>
              <a:defRPr sz="2400" b="1" kern="1200">
                <a:solidFill>
                  <a:schemeClr val="tx1"/>
                </a:solidFill>
                <a:latin typeface="Arial" panose="020B0604020202020204" pitchFamily="34" charset="0"/>
                <a:ea typeface="+mn-ea"/>
                <a:cs typeface="Arial" panose="020B0604020202020204" pitchFamily="34" charset="0"/>
              </a:defRPr>
            </a:lvl2pPr>
            <a:lvl3pPr marL="1142971" indent="-228594" algn="l" defTabSz="914377" rtl="0" eaLnBrk="1" latinLnBrk="0" hangingPunct="1">
              <a:lnSpc>
                <a:spcPct val="90000"/>
              </a:lnSpc>
              <a:spcBef>
                <a:spcPts val="500"/>
              </a:spcBef>
              <a:buFont typeface="Arial" panose="020B0604020202020204" pitchFamily="34" charset="0"/>
              <a:buChar char="•"/>
              <a:defRPr sz="2000" b="1" kern="1200">
                <a:solidFill>
                  <a:schemeClr val="tx1"/>
                </a:solidFill>
                <a:latin typeface="Arial" panose="020B0604020202020204" pitchFamily="34" charset="0"/>
                <a:ea typeface="+mn-ea"/>
                <a:cs typeface="Arial" panose="020B0604020202020204" pitchFamily="34" charset="0"/>
              </a:defRPr>
            </a:lvl3pPr>
            <a:lvl4pPr marL="1600160" indent="-228594" algn="l" defTabSz="914377" rtl="0" eaLnBrk="1" latinLnBrk="0" hangingPunct="1">
              <a:lnSpc>
                <a:spcPct val="90000"/>
              </a:lnSpc>
              <a:spcBef>
                <a:spcPts val="500"/>
              </a:spcBef>
              <a:buFont typeface="Arial" panose="020B0604020202020204" pitchFamily="34" charset="0"/>
              <a:buChar char="•"/>
              <a:defRPr sz="1800" b="1" kern="1200">
                <a:solidFill>
                  <a:schemeClr val="tx1"/>
                </a:solidFill>
                <a:latin typeface="Arial" panose="020B0604020202020204" pitchFamily="34" charset="0"/>
                <a:ea typeface="+mn-ea"/>
                <a:cs typeface="Arial" panose="020B0604020202020204" pitchFamily="34" charset="0"/>
              </a:defRPr>
            </a:lvl4pPr>
            <a:lvl5pPr marL="2057349" indent="-228594" algn="l" defTabSz="914377" rtl="0" eaLnBrk="1" latinLnBrk="0" hangingPunct="1">
              <a:lnSpc>
                <a:spcPct val="90000"/>
              </a:lnSpc>
              <a:spcBef>
                <a:spcPts val="500"/>
              </a:spcBef>
              <a:buFont typeface="Arial" panose="020B0604020202020204" pitchFamily="34" charset="0"/>
              <a:buChar char="•"/>
              <a:defRPr sz="1800" b="1"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14000"/>
              </a:lnSpc>
              <a:spcBef>
                <a:spcPts val="0"/>
              </a:spcBef>
              <a:spcAft>
                <a:spcPts val="1200"/>
              </a:spcAft>
              <a:buNone/>
              <a:defRPr/>
            </a:pPr>
            <a:r>
              <a:rPr kumimoji="0" lang="en-AU"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We acknowledge the Ancestors, Elders and families of the Eora Nation who are the Traditional Owners of University land. We also acknowledge all Traditional Owners of Country throughout NSW and pay our respect to their culture, and their Elders past, present and future.</a:t>
            </a:r>
          </a:p>
          <a:p>
            <a:pPr marL="0" lvl="0" indent="0">
              <a:lnSpc>
                <a:spcPct val="114000"/>
              </a:lnSpc>
              <a:spcBef>
                <a:spcPts val="0"/>
              </a:spcBef>
              <a:spcAft>
                <a:spcPts val="1200"/>
              </a:spcAft>
              <a:buNone/>
              <a:defRPr/>
            </a:pPr>
            <a:r>
              <a:rPr kumimoji="0" lang="en-AU"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As we share our own knowledge practices within the University may we pay respect to the deep knowledge embedded within the Aboriginal community and their ownership of Country. </a:t>
            </a:r>
          </a:p>
          <a:p>
            <a:pPr marL="0" marR="0" lvl="0" indent="0" algn="l" defTabSz="914332" rtl="0" eaLnBrk="1" fontAlgn="auto" latinLnBrk="0" hangingPunct="1">
              <a:lnSpc>
                <a:spcPct val="114000"/>
              </a:lnSpc>
              <a:spcBef>
                <a:spcPts val="0"/>
              </a:spcBef>
              <a:spcAft>
                <a:spcPts val="1200"/>
              </a:spcAft>
              <a:buClrTx/>
              <a:buSzTx/>
              <a:buFont typeface="Arial" panose="020B0604020202020204" pitchFamily="34" charset="0"/>
              <a:buNone/>
              <a:tabLst/>
              <a:defRPr/>
            </a:pPr>
            <a:r>
              <a:rPr kumimoji="0" lang="en-AU"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We acknowledge that the land on which we meet is a place of age old ceremonies of celebration, initiation and renewal and that the Eora people’s living culture has a unique role in the life of this region.</a:t>
            </a:r>
          </a:p>
        </p:txBody>
      </p:sp>
      <p:pic>
        <p:nvPicPr>
          <p:cNvPr id="10" name="Picture 9">
            <a:extLst>
              <a:ext uri="{FF2B5EF4-FFF2-40B4-BE49-F238E27FC236}">
                <a16:creationId xmlns:a16="http://schemas.microsoft.com/office/drawing/2014/main" id="{2DDAE9D3-9C19-3745-86DD-52C0466E430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408971" y="1525247"/>
            <a:ext cx="3300871" cy="1219199"/>
          </a:xfrm>
          <a:prstGeom prst="rect">
            <a:avLst/>
          </a:prstGeom>
        </p:spPr>
      </p:pic>
      <p:pic>
        <p:nvPicPr>
          <p:cNvPr id="16" name="Picture 15">
            <a:extLst>
              <a:ext uri="{FF2B5EF4-FFF2-40B4-BE49-F238E27FC236}">
                <a16:creationId xmlns:a16="http://schemas.microsoft.com/office/drawing/2014/main" id="{57D03C71-71EB-324E-A605-96C89CD8C4B4}"/>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22621" y="6231470"/>
            <a:ext cx="3095795" cy="626530"/>
          </a:xfrm>
          <a:prstGeom prst="rect">
            <a:avLst/>
          </a:prstGeom>
        </p:spPr>
      </p:pic>
      <p:sp>
        <p:nvSpPr>
          <p:cNvPr id="2" name="Title 1">
            <a:extLst>
              <a:ext uri="{FF2B5EF4-FFF2-40B4-BE49-F238E27FC236}">
                <a16:creationId xmlns:a16="http://schemas.microsoft.com/office/drawing/2014/main" id="{B23B7E52-AD65-4C57-202F-947C99536E2F}"/>
              </a:ext>
            </a:extLst>
          </p:cNvPr>
          <p:cNvSpPr txBox="1">
            <a:spLocks/>
          </p:cNvSpPr>
          <p:nvPr userDrawn="1"/>
        </p:nvSpPr>
        <p:spPr>
          <a:xfrm>
            <a:off x="400504" y="311271"/>
            <a:ext cx="10515600" cy="443198"/>
          </a:xfrm>
          <a:prstGeom prst="rect">
            <a:avLst/>
          </a:prstGeom>
        </p:spPr>
        <p:txBody>
          <a:bodyPr vert="horz" lIns="0" tIns="0" rIns="0" bIns="0" rtlCol="0" anchor="ctr">
            <a:spAutoFit/>
          </a:bodyPr>
          <a:lstStyle>
            <a:lvl1pPr algn="l" defTabSz="914377" rtl="0" eaLnBrk="1" latinLnBrk="0" hangingPunct="1">
              <a:lnSpc>
                <a:spcPct val="90000"/>
              </a:lnSpc>
              <a:spcBef>
                <a:spcPct val="0"/>
              </a:spcBef>
              <a:buNone/>
              <a:defRPr sz="4400" b="1" kern="1200">
                <a:solidFill>
                  <a:schemeClr val="tx1"/>
                </a:solidFill>
                <a:latin typeface="Arial" panose="020B0604020202020204" pitchFamily="34" charset="0"/>
                <a:ea typeface="+mj-ea"/>
                <a:cs typeface="Arial" panose="020B0604020202020204" pitchFamily="34" charset="0"/>
              </a:defRPr>
            </a:lvl1pPr>
          </a:lstStyle>
          <a:p>
            <a:pPr marL="0" marR="0" lvl="0" indent="0" algn="l" defTabSz="914332" rtl="0" eaLnBrk="1" fontAlgn="auto" latinLnBrk="0" hangingPunct="1">
              <a:lnSpc>
                <a:spcPct val="90000"/>
              </a:lnSpc>
              <a:spcBef>
                <a:spcPct val="0"/>
              </a:spcBef>
              <a:spcAft>
                <a:spcPts val="0"/>
              </a:spcAft>
              <a:buClrTx/>
              <a:buSzTx/>
              <a:buFontTx/>
              <a:buNone/>
              <a:tabLst/>
              <a:defRPr/>
            </a:pPr>
            <a:r>
              <a:rPr kumimoji="0" lang="en-AU" sz="3200" b="1" i="0" u="none" strike="noStrike" kern="1200" cap="none" spc="0" normalizeH="0" baseline="0" noProof="0" dirty="0">
                <a:ln>
                  <a:noFill/>
                </a:ln>
                <a:solidFill>
                  <a:schemeClr val="tx1"/>
                </a:solidFill>
                <a:effectLst/>
                <a:uLnTx/>
                <a:uFillTx/>
                <a:latin typeface="Arial" panose="020B0604020202020204" pitchFamily="34" charset="0"/>
                <a:ea typeface="+mj-ea"/>
                <a:cs typeface="Arial" panose="020B0604020202020204" pitchFamily="34" charset="0"/>
              </a:rPr>
              <a:t>Acknowledgement of Country – Sydney</a:t>
            </a:r>
          </a:p>
        </p:txBody>
      </p:sp>
      <p:sp>
        <p:nvSpPr>
          <p:cNvPr id="36" name="TextBox 35">
            <a:extLst>
              <a:ext uri="{FF2B5EF4-FFF2-40B4-BE49-F238E27FC236}">
                <a16:creationId xmlns:a16="http://schemas.microsoft.com/office/drawing/2014/main" id="{ECAA5867-94CB-B747-B1CE-22FA5823226C}"/>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
        <p:nvSpPr>
          <p:cNvPr id="3" name="TextBox 2">
            <a:extLst>
              <a:ext uri="{FF2B5EF4-FFF2-40B4-BE49-F238E27FC236}">
                <a16:creationId xmlns:a16="http://schemas.microsoft.com/office/drawing/2014/main" id="{4A5A148F-773B-E79E-89D7-947255F16FB4}"/>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4" name="Straight Connector 3">
            <a:extLst>
              <a:ext uri="{FF2B5EF4-FFF2-40B4-BE49-F238E27FC236}">
                <a16:creationId xmlns:a16="http://schemas.microsoft.com/office/drawing/2014/main" id="{84C3E5E9-EEBF-2363-FE17-8C71050DB98F}"/>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B9081FC1-A3AF-FC77-7B49-6204F036A6F0}"/>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Tree>
    <p:extLst>
      <p:ext uri="{BB962C8B-B14F-4D97-AF65-F5344CB8AC3E}">
        <p14:creationId xmlns:p14="http://schemas.microsoft.com/office/powerpoint/2010/main" val="11385833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18798D7-C59A-5944-91F8-9A5F2523DF06}"/>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sp>
        <p:nvSpPr>
          <p:cNvPr id="9" name="Content Placeholder 2">
            <a:extLst>
              <a:ext uri="{FF2B5EF4-FFF2-40B4-BE49-F238E27FC236}">
                <a16:creationId xmlns:a16="http://schemas.microsoft.com/office/drawing/2014/main" id="{A5D9F42C-2784-BE4D-82F2-D8B1A574C0E1}"/>
              </a:ext>
            </a:extLst>
          </p:cNvPr>
          <p:cNvSpPr txBox="1">
            <a:spLocks/>
          </p:cNvSpPr>
          <p:nvPr userDrawn="1"/>
        </p:nvSpPr>
        <p:spPr>
          <a:xfrm>
            <a:off x="408971" y="2947463"/>
            <a:ext cx="10768127" cy="2726635"/>
          </a:xfrm>
          <a:prstGeom prst="rect">
            <a:avLst/>
          </a:prstGeom>
        </p:spPr>
        <p:txBody>
          <a:bodyPr lIns="0" tIns="0" rIns="0" bIns="0">
            <a:normAutofit/>
          </a:bodyPr>
          <a:lstStyle>
            <a:lvl1pPr marL="228594" indent="-228594" algn="l" defTabSz="914377" rtl="0" eaLnBrk="1" latinLnBrk="0" hangingPunct="1">
              <a:lnSpc>
                <a:spcPct val="90000"/>
              </a:lnSpc>
              <a:spcBef>
                <a:spcPts val="1000"/>
              </a:spcBef>
              <a:buFont typeface="Arial" panose="020B0604020202020204" pitchFamily="34" charset="0"/>
              <a:buChar char="•"/>
              <a:defRPr sz="2800" b="1" kern="1200">
                <a:solidFill>
                  <a:schemeClr val="tx1"/>
                </a:solidFill>
                <a:latin typeface="Arial" panose="020B0604020202020204" pitchFamily="34" charset="0"/>
                <a:ea typeface="+mn-ea"/>
                <a:cs typeface="Arial" panose="020B0604020202020204" pitchFamily="34" charset="0"/>
              </a:defRPr>
            </a:lvl1pPr>
            <a:lvl2pPr marL="685783" indent="-228594" algn="l" defTabSz="914377" rtl="0" eaLnBrk="1" latinLnBrk="0" hangingPunct="1">
              <a:lnSpc>
                <a:spcPct val="90000"/>
              </a:lnSpc>
              <a:spcBef>
                <a:spcPts val="500"/>
              </a:spcBef>
              <a:buFont typeface="Arial" panose="020B0604020202020204" pitchFamily="34" charset="0"/>
              <a:buChar char="•"/>
              <a:defRPr sz="2400" b="1" kern="1200">
                <a:solidFill>
                  <a:schemeClr val="tx1"/>
                </a:solidFill>
                <a:latin typeface="Arial" panose="020B0604020202020204" pitchFamily="34" charset="0"/>
                <a:ea typeface="+mn-ea"/>
                <a:cs typeface="Arial" panose="020B0604020202020204" pitchFamily="34" charset="0"/>
              </a:defRPr>
            </a:lvl2pPr>
            <a:lvl3pPr marL="1142971" indent="-228594" algn="l" defTabSz="914377" rtl="0" eaLnBrk="1" latinLnBrk="0" hangingPunct="1">
              <a:lnSpc>
                <a:spcPct val="90000"/>
              </a:lnSpc>
              <a:spcBef>
                <a:spcPts val="500"/>
              </a:spcBef>
              <a:buFont typeface="Arial" panose="020B0604020202020204" pitchFamily="34" charset="0"/>
              <a:buChar char="•"/>
              <a:defRPr sz="2000" b="1" kern="1200">
                <a:solidFill>
                  <a:schemeClr val="tx1"/>
                </a:solidFill>
                <a:latin typeface="Arial" panose="020B0604020202020204" pitchFamily="34" charset="0"/>
                <a:ea typeface="+mn-ea"/>
                <a:cs typeface="Arial" panose="020B0604020202020204" pitchFamily="34" charset="0"/>
              </a:defRPr>
            </a:lvl3pPr>
            <a:lvl4pPr marL="1600160" indent="-228594" algn="l" defTabSz="914377" rtl="0" eaLnBrk="1" latinLnBrk="0" hangingPunct="1">
              <a:lnSpc>
                <a:spcPct val="90000"/>
              </a:lnSpc>
              <a:spcBef>
                <a:spcPts val="500"/>
              </a:spcBef>
              <a:buFont typeface="Arial" panose="020B0604020202020204" pitchFamily="34" charset="0"/>
              <a:buChar char="•"/>
              <a:defRPr sz="1800" b="1" kern="1200">
                <a:solidFill>
                  <a:schemeClr val="tx1"/>
                </a:solidFill>
                <a:latin typeface="Arial" panose="020B0604020202020204" pitchFamily="34" charset="0"/>
                <a:ea typeface="+mn-ea"/>
                <a:cs typeface="Arial" panose="020B0604020202020204" pitchFamily="34" charset="0"/>
              </a:defRPr>
            </a:lvl4pPr>
            <a:lvl5pPr marL="2057349" indent="-228594" algn="l" defTabSz="914377" rtl="0" eaLnBrk="1" latinLnBrk="0" hangingPunct="1">
              <a:lnSpc>
                <a:spcPct val="90000"/>
              </a:lnSpc>
              <a:spcBef>
                <a:spcPts val="500"/>
              </a:spcBef>
              <a:buFont typeface="Arial" panose="020B0604020202020204" pitchFamily="34" charset="0"/>
              <a:buChar char="•"/>
              <a:defRPr sz="1800" b="1"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10000"/>
              </a:lnSpc>
              <a:spcBef>
                <a:spcPts val="0"/>
              </a:spcBef>
              <a:spcAft>
                <a:spcPts val="1200"/>
              </a:spcAft>
              <a:buNone/>
              <a:defRPr/>
            </a:pPr>
            <a:r>
              <a:rPr kumimoji="0" lang="en-AU"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We acknowledge the Ancestors, Elders and families of the Yulara/YUgarapul and Turrbal Nation who are the Traditional Owners of University land. We also acknowledge all Traditional Owners of Country throughout Queensland and pay our respect to their culture, and their Elders past, present and future.</a:t>
            </a:r>
          </a:p>
          <a:p>
            <a:pPr marL="0" lvl="0" indent="0">
              <a:lnSpc>
                <a:spcPct val="110000"/>
              </a:lnSpc>
              <a:spcBef>
                <a:spcPts val="0"/>
              </a:spcBef>
              <a:spcAft>
                <a:spcPts val="1200"/>
              </a:spcAft>
              <a:buNone/>
              <a:defRPr/>
            </a:pPr>
            <a:r>
              <a:rPr kumimoji="0" lang="en-AU"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As we share our own knowledge practices within the University may we pay respect to the deep knowledge embedded within the Aboriginal community and their ownership of Country.</a:t>
            </a:r>
          </a:p>
          <a:p>
            <a:pPr marL="0" lvl="0" indent="0">
              <a:lnSpc>
                <a:spcPct val="110000"/>
              </a:lnSpc>
              <a:spcBef>
                <a:spcPts val="0"/>
              </a:spcBef>
              <a:spcAft>
                <a:spcPts val="1200"/>
              </a:spcAft>
              <a:buNone/>
              <a:defRPr/>
            </a:pPr>
            <a:r>
              <a:rPr kumimoji="0" lang="en-AU"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We acknowledge that the land on which we meet is a place of age old ceremonies of celebration, initiation and renewal and that the Yulara/YUgarapul and Turrbal people's living culture has a unique role in the life of this region.</a:t>
            </a:r>
          </a:p>
        </p:txBody>
      </p:sp>
      <p:pic>
        <p:nvPicPr>
          <p:cNvPr id="10" name="Picture 9">
            <a:extLst>
              <a:ext uri="{FF2B5EF4-FFF2-40B4-BE49-F238E27FC236}">
                <a16:creationId xmlns:a16="http://schemas.microsoft.com/office/drawing/2014/main" id="{2DDAE9D3-9C19-3745-86DD-52C0466E430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408971" y="1525247"/>
            <a:ext cx="3300871" cy="1219199"/>
          </a:xfrm>
          <a:prstGeom prst="rect">
            <a:avLst/>
          </a:prstGeom>
        </p:spPr>
      </p:pic>
      <p:sp>
        <p:nvSpPr>
          <p:cNvPr id="2" name="Title 1">
            <a:extLst>
              <a:ext uri="{FF2B5EF4-FFF2-40B4-BE49-F238E27FC236}">
                <a16:creationId xmlns:a16="http://schemas.microsoft.com/office/drawing/2014/main" id="{B23B7E52-AD65-4C57-202F-947C99536E2F}"/>
              </a:ext>
            </a:extLst>
          </p:cNvPr>
          <p:cNvSpPr txBox="1">
            <a:spLocks/>
          </p:cNvSpPr>
          <p:nvPr userDrawn="1"/>
        </p:nvSpPr>
        <p:spPr>
          <a:xfrm>
            <a:off x="400504" y="311271"/>
            <a:ext cx="10515600" cy="443198"/>
          </a:xfrm>
          <a:prstGeom prst="rect">
            <a:avLst/>
          </a:prstGeom>
        </p:spPr>
        <p:txBody>
          <a:bodyPr vert="horz" lIns="0" tIns="0" rIns="0" bIns="0" rtlCol="0" anchor="ctr">
            <a:spAutoFit/>
          </a:bodyPr>
          <a:lstStyle>
            <a:lvl1pPr algn="l" defTabSz="914377" rtl="0" eaLnBrk="1" latinLnBrk="0" hangingPunct="1">
              <a:lnSpc>
                <a:spcPct val="90000"/>
              </a:lnSpc>
              <a:spcBef>
                <a:spcPct val="0"/>
              </a:spcBef>
              <a:buNone/>
              <a:defRPr sz="4400" b="1" kern="1200">
                <a:solidFill>
                  <a:schemeClr val="tx1"/>
                </a:solidFill>
                <a:latin typeface="Arial" panose="020B0604020202020204" pitchFamily="34" charset="0"/>
                <a:ea typeface="+mj-ea"/>
                <a:cs typeface="Arial" panose="020B0604020202020204" pitchFamily="34" charset="0"/>
              </a:defRPr>
            </a:lvl1pPr>
          </a:lstStyle>
          <a:p>
            <a:pPr marL="0" marR="0" lvl="0" indent="0" algn="l" defTabSz="914332" rtl="0" eaLnBrk="1" fontAlgn="auto" latinLnBrk="0" hangingPunct="1">
              <a:lnSpc>
                <a:spcPct val="90000"/>
              </a:lnSpc>
              <a:spcBef>
                <a:spcPct val="0"/>
              </a:spcBef>
              <a:spcAft>
                <a:spcPts val="0"/>
              </a:spcAft>
              <a:buClrTx/>
              <a:buSzTx/>
              <a:buFontTx/>
              <a:buNone/>
              <a:tabLst/>
              <a:defRPr/>
            </a:pPr>
            <a:r>
              <a:rPr kumimoji="0" lang="en-AU" sz="3200" b="1" i="0" u="none" strike="noStrike" kern="1200" cap="none" spc="0" normalizeH="0" baseline="0" noProof="0" dirty="0">
                <a:ln>
                  <a:noFill/>
                </a:ln>
                <a:solidFill>
                  <a:schemeClr val="tx1"/>
                </a:solidFill>
                <a:effectLst/>
                <a:uLnTx/>
                <a:uFillTx/>
                <a:latin typeface="Arial" panose="020B0604020202020204" pitchFamily="34" charset="0"/>
                <a:ea typeface="+mj-ea"/>
                <a:cs typeface="Arial" panose="020B0604020202020204" pitchFamily="34" charset="0"/>
              </a:rPr>
              <a:t>Acknowledgement of Country – Brisbane</a:t>
            </a:r>
          </a:p>
        </p:txBody>
      </p:sp>
      <p:sp>
        <p:nvSpPr>
          <p:cNvPr id="36" name="TextBox 35">
            <a:extLst>
              <a:ext uri="{FF2B5EF4-FFF2-40B4-BE49-F238E27FC236}">
                <a16:creationId xmlns:a16="http://schemas.microsoft.com/office/drawing/2014/main" id="{ECAA5867-94CB-B747-B1CE-22FA5823226C}"/>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
        <p:nvSpPr>
          <p:cNvPr id="3" name="TextBox 2">
            <a:extLst>
              <a:ext uri="{FF2B5EF4-FFF2-40B4-BE49-F238E27FC236}">
                <a16:creationId xmlns:a16="http://schemas.microsoft.com/office/drawing/2014/main" id="{4A5A148F-773B-E79E-89D7-947255F16FB4}"/>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4" name="Straight Connector 3">
            <a:extLst>
              <a:ext uri="{FF2B5EF4-FFF2-40B4-BE49-F238E27FC236}">
                <a16:creationId xmlns:a16="http://schemas.microsoft.com/office/drawing/2014/main" id="{84C3E5E9-EEBF-2363-FE17-8C71050DB98F}"/>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B9081FC1-A3AF-FC77-7B49-6204F036A6F0}"/>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pic>
        <p:nvPicPr>
          <p:cNvPr id="6" name="Picture 5">
            <a:extLst>
              <a:ext uri="{FF2B5EF4-FFF2-40B4-BE49-F238E27FC236}">
                <a16:creationId xmlns:a16="http://schemas.microsoft.com/office/drawing/2014/main" id="{61AA56A9-5942-BD94-2BA8-BF441E3AFAFA}"/>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32494" y="6234007"/>
            <a:ext cx="3204595" cy="643467"/>
          </a:xfrm>
          <a:prstGeom prst="rect">
            <a:avLst/>
          </a:prstGeom>
        </p:spPr>
      </p:pic>
    </p:spTree>
    <p:extLst>
      <p:ext uri="{BB962C8B-B14F-4D97-AF65-F5344CB8AC3E}">
        <p14:creationId xmlns:p14="http://schemas.microsoft.com/office/powerpoint/2010/main" val="25438186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ustom Layout">
    <p:bg>
      <p:bgPr>
        <a:solidFill>
          <a:schemeClr val="accent1"/>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E4098B83-BECB-D14B-9E68-0EB49633BAB6}"/>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5" name="Picture 14">
            <a:extLst>
              <a:ext uri="{FF2B5EF4-FFF2-40B4-BE49-F238E27FC236}">
                <a16:creationId xmlns:a16="http://schemas.microsoft.com/office/drawing/2014/main" id="{F44F8D07-75C1-D94C-B157-919A7496B41B}"/>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6" name="TextBox 5">
            <a:extLst>
              <a:ext uri="{FF2B5EF4-FFF2-40B4-BE49-F238E27FC236}">
                <a16:creationId xmlns:a16="http://schemas.microsoft.com/office/drawing/2014/main" id="{8DD6CA7B-5747-1D76-6CE1-4BC5818EBA50}"/>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
        <p:nvSpPr>
          <p:cNvPr id="3" name="TextBox 2">
            <a:extLst>
              <a:ext uri="{FF2B5EF4-FFF2-40B4-BE49-F238E27FC236}">
                <a16:creationId xmlns:a16="http://schemas.microsoft.com/office/drawing/2014/main" id="{B3DF3D85-AD9F-C7FC-A1EC-D47BF2676F36}"/>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7" name="Straight Connector 6">
            <a:extLst>
              <a:ext uri="{FF2B5EF4-FFF2-40B4-BE49-F238E27FC236}">
                <a16:creationId xmlns:a16="http://schemas.microsoft.com/office/drawing/2014/main" id="{2330C086-7229-C924-60FF-D50B532A3DA6}"/>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8" name="Footer Placeholder 4">
            <a:extLst>
              <a:ext uri="{FF2B5EF4-FFF2-40B4-BE49-F238E27FC236}">
                <a16:creationId xmlns:a16="http://schemas.microsoft.com/office/drawing/2014/main" id="{3F23D11F-75ED-ED34-D148-922A0989343B}"/>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2" name="Content Placeholder 2">
            <a:extLst>
              <a:ext uri="{FF2B5EF4-FFF2-40B4-BE49-F238E27FC236}">
                <a16:creationId xmlns:a16="http://schemas.microsoft.com/office/drawing/2014/main" id="{6847189C-4201-4056-D1B3-0984E848FD06}"/>
              </a:ext>
            </a:extLst>
          </p:cNvPr>
          <p:cNvSpPr>
            <a:spLocks noGrp="1"/>
          </p:cNvSpPr>
          <p:nvPr>
            <p:ph sz="half" idx="1" hasCustomPrompt="1"/>
          </p:nvPr>
        </p:nvSpPr>
        <p:spPr>
          <a:xfrm>
            <a:off x="399738" y="1503307"/>
            <a:ext cx="8019098" cy="1846659"/>
          </a:xfrm>
        </p:spPr>
        <p:txBody>
          <a:bodyPr wrap="square" lIns="0" tIns="0" rIns="0" bIns="0">
            <a:spAutoFit/>
          </a:bodyPr>
          <a:lstStyle>
            <a:lvl1pPr>
              <a:buClr>
                <a:schemeClr val="bg1"/>
              </a:buClr>
              <a:defRPr/>
            </a:lvl1pPr>
            <a:lvl2pPr>
              <a:buClr>
                <a:schemeClr val="bg1"/>
              </a:buClr>
              <a:defRPr/>
            </a:lvl2pPr>
            <a:lvl3pPr>
              <a:buClr>
                <a:schemeClr val="bg1"/>
              </a:buClr>
              <a:defRPr/>
            </a:lvl3pPr>
            <a:lvl4pPr>
              <a:buClr>
                <a:schemeClr val="bg1"/>
              </a:buClr>
              <a:defRPr/>
            </a:lvl4pPr>
            <a:lvl5pPr>
              <a:buClr>
                <a:schemeClr val="bg1"/>
              </a:buClr>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4" name="Title Placeholder 1">
            <a:extLst>
              <a:ext uri="{FF2B5EF4-FFF2-40B4-BE49-F238E27FC236}">
                <a16:creationId xmlns:a16="http://schemas.microsoft.com/office/drawing/2014/main" id="{92C6084F-4814-B589-289A-A1DF9EDA27F7}"/>
              </a:ext>
            </a:extLst>
          </p:cNvPr>
          <p:cNvSpPr>
            <a:spLocks noGrp="1"/>
          </p:cNvSpPr>
          <p:nvPr>
            <p:ph type="title"/>
          </p:nvPr>
        </p:nvSpPr>
        <p:spPr>
          <a:xfrm>
            <a:off x="399738" y="343837"/>
            <a:ext cx="8019098" cy="443198"/>
          </a:xfrm>
          <a:prstGeom prst="rect">
            <a:avLst/>
          </a:prstGeom>
        </p:spPr>
        <p:txBody>
          <a:bodyPr vert="horz" wrap="square" lIns="0" tIns="0" rIns="0" bIns="0" rtlCol="0" anchor="t" anchorCtr="0">
            <a:spAutoFit/>
          </a:bodyPr>
          <a:lstStyle/>
          <a:p>
            <a:r>
              <a:rPr lang="en-US"/>
              <a:t>Click to edit Master title style</a:t>
            </a:r>
            <a:endParaRPr lang="en-US" dirty="0"/>
          </a:p>
        </p:txBody>
      </p:sp>
      <p:pic>
        <p:nvPicPr>
          <p:cNvPr id="2" name="Picture 1" descr="A picture containing pattern, symmetry, black, darkness&#10;&#10;Description automatically generated">
            <a:extLst>
              <a:ext uri="{FF2B5EF4-FFF2-40B4-BE49-F238E27FC236}">
                <a16:creationId xmlns:a16="http://schemas.microsoft.com/office/drawing/2014/main" id="{461E62F1-B92D-012C-3731-A9C3B7DD9E8E}"/>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31331"/>
          <a:stretch/>
        </p:blipFill>
        <p:spPr>
          <a:xfrm>
            <a:off x="9348394" y="416892"/>
            <a:ext cx="2625014" cy="5397500"/>
          </a:xfrm>
          <a:prstGeom prst="rect">
            <a:avLst/>
          </a:prstGeom>
        </p:spPr>
      </p:pic>
    </p:spTree>
    <p:extLst>
      <p:ext uri="{BB962C8B-B14F-4D97-AF65-F5344CB8AC3E}">
        <p14:creationId xmlns:p14="http://schemas.microsoft.com/office/powerpoint/2010/main" val="276492649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5_Custom Layou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2082987-A0A7-9749-A6CE-497C17CC2329}"/>
              </a:ext>
            </a:extLst>
          </p:cNvPr>
          <p:cNvSpPr/>
          <p:nvPr userDrawn="1"/>
        </p:nvSpPr>
        <p:spPr>
          <a:xfrm>
            <a:off x="-3" y="3"/>
            <a:ext cx="12192000" cy="62960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0" name="Picture 9">
            <a:extLst>
              <a:ext uri="{FF2B5EF4-FFF2-40B4-BE49-F238E27FC236}">
                <a16:creationId xmlns:a16="http://schemas.microsoft.com/office/drawing/2014/main" id="{EBF0A9E0-22D9-E043-93E8-6F8DE13E6587}"/>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rot="5400000">
            <a:off x="7150201" y="1189801"/>
            <a:ext cx="6231600" cy="3852000"/>
          </a:xfrm>
          <a:prstGeom prst="rect">
            <a:avLst/>
          </a:prstGeom>
        </p:spPr>
      </p:pic>
      <p:sp>
        <p:nvSpPr>
          <p:cNvPr id="16" name="Rectangle 15">
            <a:extLst>
              <a:ext uri="{FF2B5EF4-FFF2-40B4-BE49-F238E27FC236}">
                <a16:creationId xmlns:a16="http://schemas.microsoft.com/office/drawing/2014/main" id="{E4098B83-BECB-D14B-9E68-0EB49633BAB6}"/>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21" name="Picture 20">
            <a:extLst>
              <a:ext uri="{FF2B5EF4-FFF2-40B4-BE49-F238E27FC236}">
                <a16:creationId xmlns:a16="http://schemas.microsoft.com/office/drawing/2014/main" id="{B0523545-3227-E344-8808-B6DBDFF8FFCC}"/>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2" name="TextBox 1">
            <a:extLst>
              <a:ext uri="{FF2B5EF4-FFF2-40B4-BE49-F238E27FC236}">
                <a16:creationId xmlns:a16="http://schemas.microsoft.com/office/drawing/2014/main" id="{043FA94E-A12A-1690-D93B-690C8944ECFA}"/>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7" name="Straight Connector 6">
            <a:extLst>
              <a:ext uri="{FF2B5EF4-FFF2-40B4-BE49-F238E27FC236}">
                <a16:creationId xmlns:a16="http://schemas.microsoft.com/office/drawing/2014/main" id="{EC1FDB05-9DA2-6468-7F29-063F6EBF524C}"/>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8" name="Footer Placeholder 4">
            <a:extLst>
              <a:ext uri="{FF2B5EF4-FFF2-40B4-BE49-F238E27FC236}">
                <a16:creationId xmlns:a16="http://schemas.microsoft.com/office/drawing/2014/main" id="{77C4FCF8-47CC-0EA3-8FF5-37B68069D8AC}"/>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2" name="Content Placeholder 2">
            <a:extLst>
              <a:ext uri="{FF2B5EF4-FFF2-40B4-BE49-F238E27FC236}">
                <a16:creationId xmlns:a16="http://schemas.microsoft.com/office/drawing/2014/main" id="{C188AFE5-FC84-C69B-2DB3-DF363E231931}"/>
              </a:ext>
            </a:extLst>
          </p:cNvPr>
          <p:cNvSpPr>
            <a:spLocks noGrp="1"/>
          </p:cNvSpPr>
          <p:nvPr>
            <p:ph sz="half" idx="1" hasCustomPrompt="1"/>
          </p:nvPr>
        </p:nvSpPr>
        <p:spPr>
          <a:xfrm>
            <a:off x="399738" y="1503307"/>
            <a:ext cx="8019098" cy="1846659"/>
          </a:xfrm>
        </p:spPr>
        <p:txBody>
          <a:bodyPr wrap="square" lIns="0" tIns="0" rIns="0" bIns="0">
            <a:spAutoFit/>
          </a:bodyPr>
          <a:lstStyle>
            <a:lvl1pPr marL="287986" indent="-287986">
              <a:buClr>
                <a:schemeClr val="accent1"/>
              </a:buClr>
              <a:buFont typeface=".Lucida Grande UI Regular"/>
              <a:buChar char="◆"/>
              <a:defRPr/>
            </a:lvl1pPr>
            <a:lvl2pPr marL="575972" indent="-287986">
              <a:buClr>
                <a:schemeClr val="accent1"/>
              </a:buClr>
              <a:buFont typeface=".Lucida Grande UI Regular"/>
              <a:buChar char="◆"/>
              <a:defRPr/>
            </a:lvl2pPr>
            <a:lvl3pPr marL="863957" indent="-287986">
              <a:buClr>
                <a:schemeClr val="accent1"/>
              </a:buClr>
              <a:buFont typeface=".Lucida Grande UI Regular"/>
              <a:buChar char="◆"/>
              <a:defRPr/>
            </a:lvl3pPr>
            <a:lvl4pPr marL="1151942" indent="-287986">
              <a:buClr>
                <a:schemeClr val="accent1"/>
              </a:buClr>
              <a:buFont typeface=".Lucida Grande UI Regular"/>
              <a:buChar char="◆"/>
              <a:defRPr/>
            </a:lvl4pPr>
            <a:lvl5pPr marL="1439928" indent="-287986">
              <a:buClr>
                <a:schemeClr val="accent1"/>
              </a:buClr>
              <a:buFont typeface=".Lucida Grande UI Regular"/>
              <a:buChar char="◆"/>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5" name="Title Placeholder 1">
            <a:extLst>
              <a:ext uri="{FF2B5EF4-FFF2-40B4-BE49-F238E27FC236}">
                <a16:creationId xmlns:a16="http://schemas.microsoft.com/office/drawing/2014/main" id="{87E69F8A-40C2-95D8-6C78-2805150E05B5}"/>
              </a:ext>
            </a:extLst>
          </p:cNvPr>
          <p:cNvSpPr>
            <a:spLocks noGrp="1"/>
          </p:cNvSpPr>
          <p:nvPr>
            <p:ph type="title"/>
          </p:nvPr>
        </p:nvSpPr>
        <p:spPr>
          <a:xfrm>
            <a:off x="399738" y="343837"/>
            <a:ext cx="8019098" cy="443198"/>
          </a:xfrm>
          <a:prstGeom prst="rect">
            <a:avLst/>
          </a:prstGeom>
        </p:spPr>
        <p:txBody>
          <a:bodyPr vert="horz" wrap="square" lIns="0" tIns="0" rIns="0" bIns="0" rtlCol="0" anchor="t" anchorCtr="0">
            <a:spAutoFit/>
          </a:bodyPr>
          <a:lstStyle/>
          <a:p>
            <a:r>
              <a:rPr lang="en-US"/>
              <a:t>Click to edit Master title style</a:t>
            </a:r>
            <a:endParaRPr lang="en-US" dirty="0"/>
          </a:p>
        </p:txBody>
      </p:sp>
      <p:pic>
        <p:nvPicPr>
          <p:cNvPr id="3" name="Picture 2" descr="A picture containing screenshot, pattern, symmetry, black&#10;&#10;Description automatically generated">
            <a:extLst>
              <a:ext uri="{FF2B5EF4-FFF2-40B4-BE49-F238E27FC236}">
                <a16:creationId xmlns:a16="http://schemas.microsoft.com/office/drawing/2014/main" id="{C1E954CD-73EF-F046-EC10-62CA0E515E6C}"/>
              </a:ext>
            </a:extLst>
          </p:cNvPr>
          <p:cNvPicPr>
            <a:picLocks noChangeAspect="1"/>
          </p:cNvPicPr>
          <p:nvPr userDrawn="1"/>
        </p:nvPicPr>
        <p:blipFill rotWithShape="1">
          <a:blip r:embed="rId4" cstate="screen">
            <a:extLst>
              <a:ext uri="{28A0092B-C50C-407E-A947-70E740481C1C}">
                <a14:useLocalDpi xmlns:a14="http://schemas.microsoft.com/office/drawing/2010/main"/>
              </a:ext>
            </a:extLst>
          </a:blip>
          <a:srcRect l="29080"/>
          <a:stretch/>
        </p:blipFill>
        <p:spPr>
          <a:xfrm>
            <a:off x="9262334" y="416892"/>
            <a:ext cx="2711074" cy="5397500"/>
          </a:xfrm>
          <a:prstGeom prst="rect">
            <a:avLst/>
          </a:prstGeom>
        </p:spPr>
      </p:pic>
      <p:sp>
        <p:nvSpPr>
          <p:cNvPr id="4" name="TextBox 3">
            <a:extLst>
              <a:ext uri="{FF2B5EF4-FFF2-40B4-BE49-F238E27FC236}">
                <a16:creationId xmlns:a16="http://schemas.microsoft.com/office/drawing/2014/main" id="{89C82B84-00EE-0914-CA5E-9D26D54E1F2E}"/>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30605588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6_Custom Layout">
    <p:bg>
      <p:bgPr>
        <a:solidFill>
          <a:schemeClr val="tx1"/>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E4098B83-BECB-D14B-9E68-0EB49633BAB6}"/>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3" name="Picture 12">
            <a:extLst>
              <a:ext uri="{FF2B5EF4-FFF2-40B4-BE49-F238E27FC236}">
                <a16:creationId xmlns:a16="http://schemas.microsoft.com/office/drawing/2014/main" id="{648DAA79-5972-9941-8B04-9BF74EBDBD5E}"/>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3" name="TextBox 2">
            <a:extLst>
              <a:ext uri="{FF2B5EF4-FFF2-40B4-BE49-F238E27FC236}">
                <a16:creationId xmlns:a16="http://schemas.microsoft.com/office/drawing/2014/main" id="{67377D2E-6CCF-9089-33FD-811A6A9F95EB}"/>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7" name="Straight Connector 6">
            <a:extLst>
              <a:ext uri="{FF2B5EF4-FFF2-40B4-BE49-F238E27FC236}">
                <a16:creationId xmlns:a16="http://schemas.microsoft.com/office/drawing/2014/main" id="{0994AC71-BF86-0E9E-548C-85F0AB3A1C95}"/>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8" name="Footer Placeholder 4">
            <a:extLst>
              <a:ext uri="{FF2B5EF4-FFF2-40B4-BE49-F238E27FC236}">
                <a16:creationId xmlns:a16="http://schemas.microsoft.com/office/drawing/2014/main" id="{B98D3903-AEC4-13D2-283D-4805D7246F25}"/>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9" name="Content Placeholder 2">
            <a:extLst>
              <a:ext uri="{FF2B5EF4-FFF2-40B4-BE49-F238E27FC236}">
                <a16:creationId xmlns:a16="http://schemas.microsoft.com/office/drawing/2014/main" id="{2095D537-8F4D-C169-F01F-5278C969AACD}"/>
              </a:ext>
            </a:extLst>
          </p:cNvPr>
          <p:cNvSpPr>
            <a:spLocks noGrp="1"/>
          </p:cNvSpPr>
          <p:nvPr>
            <p:ph sz="half" idx="1" hasCustomPrompt="1"/>
          </p:nvPr>
        </p:nvSpPr>
        <p:spPr>
          <a:xfrm>
            <a:off x="399738" y="1503307"/>
            <a:ext cx="8019098" cy="1846659"/>
          </a:xfrm>
        </p:spPr>
        <p:txBody>
          <a:bodyPr wrap="square" lIns="0" tIns="0" rIns="0" bIns="0">
            <a:spAutoFit/>
          </a:bodyPr>
          <a:lstStyle>
            <a:lvl1pPr marL="287986" indent="-287986">
              <a:buClr>
                <a:schemeClr val="accent1"/>
              </a:buClr>
              <a:buFont typeface=".Lucida Grande UI Regular"/>
              <a:buChar char="◆"/>
              <a:defRPr>
                <a:solidFill>
                  <a:schemeClr val="bg1"/>
                </a:solidFill>
              </a:defRPr>
            </a:lvl1pPr>
            <a:lvl2pPr marL="575972" indent="-287986">
              <a:buClr>
                <a:schemeClr val="accent1"/>
              </a:buClr>
              <a:buFont typeface=".Lucida Grande UI Regular"/>
              <a:buChar char="◆"/>
              <a:defRPr>
                <a:solidFill>
                  <a:schemeClr val="bg1"/>
                </a:solidFill>
              </a:defRPr>
            </a:lvl2pPr>
            <a:lvl3pPr marL="863957" indent="-287986">
              <a:buClr>
                <a:schemeClr val="accent1"/>
              </a:buClr>
              <a:buFont typeface=".Lucida Grande UI Regular"/>
              <a:buChar char="◆"/>
              <a:defRPr>
                <a:solidFill>
                  <a:schemeClr val="bg1"/>
                </a:solidFill>
              </a:defRPr>
            </a:lvl3pPr>
            <a:lvl4pPr marL="1151942" indent="-287986">
              <a:buClr>
                <a:schemeClr val="accent1"/>
              </a:buClr>
              <a:buFont typeface=".Lucida Grande UI Regular"/>
              <a:buChar char="◆"/>
              <a:defRPr>
                <a:solidFill>
                  <a:schemeClr val="bg1"/>
                </a:solidFill>
              </a:defRPr>
            </a:lvl4pPr>
            <a:lvl5pPr marL="1439928" indent="-287986">
              <a:buClr>
                <a:schemeClr val="accent1"/>
              </a:buClr>
              <a:buFont typeface=".Lucida Grande UI Regular"/>
              <a:buChar char="◆"/>
              <a:defRPr>
                <a:solidFill>
                  <a:schemeClr val="bg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0" name="Title Placeholder 1">
            <a:extLst>
              <a:ext uri="{FF2B5EF4-FFF2-40B4-BE49-F238E27FC236}">
                <a16:creationId xmlns:a16="http://schemas.microsoft.com/office/drawing/2014/main" id="{49659056-15A5-782B-90B5-388BDE47CCDB}"/>
              </a:ext>
            </a:extLst>
          </p:cNvPr>
          <p:cNvSpPr>
            <a:spLocks noGrp="1"/>
          </p:cNvSpPr>
          <p:nvPr>
            <p:ph type="title"/>
          </p:nvPr>
        </p:nvSpPr>
        <p:spPr>
          <a:xfrm>
            <a:off x="399737" y="343837"/>
            <a:ext cx="11365319" cy="443198"/>
          </a:xfrm>
          <a:prstGeom prst="rect">
            <a:avLst/>
          </a:prstGeom>
        </p:spPr>
        <p:txBody>
          <a:bodyPr vert="horz" wrap="square" lIns="0" tIns="0" rIns="0" bIns="0" rtlCol="0" anchor="t" anchorCtr="0">
            <a:spAutoFit/>
          </a:bodyPr>
          <a:lstStyle>
            <a:lvl1pPr>
              <a:defRPr>
                <a:solidFill>
                  <a:schemeClr val="bg1"/>
                </a:solidFill>
              </a:defRPr>
            </a:lvl1pPr>
          </a:lstStyle>
          <a:p>
            <a:r>
              <a:rPr lang="en-US"/>
              <a:t>Click to edit Master title style</a:t>
            </a:r>
            <a:endParaRPr lang="en-US" dirty="0"/>
          </a:p>
        </p:txBody>
      </p:sp>
      <p:pic>
        <p:nvPicPr>
          <p:cNvPr id="2" name="Picture 1" descr="A picture containing screenshot, pattern, symmetry, black&#10;&#10;Description automatically generated">
            <a:extLst>
              <a:ext uri="{FF2B5EF4-FFF2-40B4-BE49-F238E27FC236}">
                <a16:creationId xmlns:a16="http://schemas.microsoft.com/office/drawing/2014/main" id="{0A4FD1D8-7099-AE7B-C4BE-9297B45BEE0B}"/>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29080"/>
          <a:stretch/>
        </p:blipFill>
        <p:spPr>
          <a:xfrm>
            <a:off x="9262334" y="416892"/>
            <a:ext cx="2711074" cy="5397500"/>
          </a:xfrm>
          <a:prstGeom prst="rect">
            <a:avLst/>
          </a:prstGeom>
        </p:spPr>
      </p:pic>
      <p:sp>
        <p:nvSpPr>
          <p:cNvPr id="4" name="TextBox 3">
            <a:extLst>
              <a:ext uri="{FF2B5EF4-FFF2-40B4-BE49-F238E27FC236}">
                <a16:creationId xmlns:a16="http://schemas.microsoft.com/office/drawing/2014/main" id="{17282052-A3B6-1416-E3D3-DD738668A839}"/>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145195340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4_Custom Layou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2082987-A0A7-9749-A6CE-497C17CC2329}"/>
              </a:ext>
            </a:extLst>
          </p:cNvPr>
          <p:cNvSpPr/>
          <p:nvPr userDrawn="1"/>
        </p:nvSpPr>
        <p:spPr>
          <a:xfrm>
            <a:off x="0" y="3"/>
            <a:ext cx="12192000" cy="62960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sp>
        <p:nvSpPr>
          <p:cNvPr id="2" name="Title 1">
            <a:extLst>
              <a:ext uri="{FF2B5EF4-FFF2-40B4-BE49-F238E27FC236}">
                <a16:creationId xmlns:a16="http://schemas.microsoft.com/office/drawing/2014/main" id="{BF2CC4BB-8F07-EA46-BCC7-E476F54716A2}"/>
              </a:ext>
            </a:extLst>
          </p:cNvPr>
          <p:cNvSpPr>
            <a:spLocks noGrp="1"/>
          </p:cNvSpPr>
          <p:nvPr>
            <p:ph type="title" hasCustomPrompt="1"/>
          </p:nvPr>
        </p:nvSpPr>
        <p:spPr>
          <a:xfrm>
            <a:off x="361516" y="2248455"/>
            <a:ext cx="6297023" cy="1291498"/>
          </a:xfrm>
        </p:spPr>
        <p:txBody>
          <a:bodyPr/>
          <a:lstStyle>
            <a:lvl1pPr>
              <a:defRPr sz="4400">
                <a:solidFill>
                  <a:schemeClr val="tx1"/>
                </a:solidFill>
              </a:defRPr>
            </a:lvl1pPr>
          </a:lstStyle>
          <a:p>
            <a:r>
              <a:rPr lang="en-GB" dirty="0"/>
              <a:t>Click to edit master title style</a:t>
            </a:r>
            <a:endParaRPr lang="en-US" dirty="0"/>
          </a:p>
        </p:txBody>
      </p:sp>
      <p:sp>
        <p:nvSpPr>
          <p:cNvPr id="16" name="Rectangle 15">
            <a:extLst>
              <a:ext uri="{FF2B5EF4-FFF2-40B4-BE49-F238E27FC236}">
                <a16:creationId xmlns:a16="http://schemas.microsoft.com/office/drawing/2014/main" id="{E4098B83-BECB-D14B-9E68-0EB49633BAB6}"/>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1" name="Picture 10">
            <a:extLst>
              <a:ext uri="{FF2B5EF4-FFF2-40B4-BE49-F238E27FC236}">
                <a16:creationId xmlns:a16="http://schemas.microsoft.com/office/drawing/2014/main" id="{519FEDA2-B9A7-CC46-A50F-E76C7B57A2AC}"/>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4" name="TextBox 3">
            <a:extLst>
              <a:ext uri="{FF2B5EF4-FFF2-40B4-BE49-F238E27FC236}">
                <a16:creationId xmlns:a16="http://schemas.microsoft.com/office/drawing/2014/main" id="{68BB3307-2F1C-144B-FCE9-6CF1594D73D4}"/>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8" name="Straight Connector 7">
            <a:extLst>
              <a:ext uri="{FF2B5EF4-FFF2-40B4-BE49-F238E27FC236}">
                <a16:creationId xmlns:a16="http://schemas.microsoft.com/office/drawing/2014/main" id="{8465500A-1AE8-9466-F533-026B217BF9EB}"/>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Footer Placeholder 4">
            <a:extLst>
              <a:ext uri="{FF2B5EF4-FFF2-40B4-BE49-F238E27FC236}">
                <a16:creationId xmlns:a16="http://schemas.microsoft.com/office/drawing/2014/main" id="{5318FDA1-31F4-0E44-BC1A-C7897BD3A766}"/>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pic>
        <p:nvPicPr>
          <p:cNvPr id="3" name="Picture 2" descr="A picture containing pattern, symmetry, black, darkness&#10;&#10;Description automatically generated">
            <a:extLst>
              <a:ext uri="{FF2B5EF4-FFF2-40B4-BE49-F238E27FC236}">
                <a16:creationId xmlns:a16="http://schemas.microsoft.com/office/drawing/2014/main" id="{C399F179-FE58-5CAD-8D38-7F0528E33418}"/>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31331"/>
          <a:stretch/>
        </p:blipFill>
        <p:spPr>
          <a:xfrm>
            <a:off x="9348394" y="416892"/>
            <a:ext cx="2625014" cy="5397500"/>
          </a:xfrm>
          <a:prstGeom prst="rect">
            <a:avLst/>
          </a:prstGeom>
        </p:spPr>
      </p:pic>
      <p:sp>
        <p:nvSpPr>
          <p:cNvPr id="5" name="TextBox 4">
            <a:extLst>
              <a:ext uri="{FF2B5EF4-FFF2-40B4-BE49-F238E27FC236}">
                <a16:creationId xmlns:a16="http://schemas.microsoft.com/office/drawing/2014/main" id="{D2EF5C8C-EDAC-C213-0C59-8A31586D9573}"/>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205768899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2CC4BB-8F07-EA46-BCC7-E476F54716A2}"/>
              </a:ext>
            </a:extLst>
          </p:cNvPr>
          <p:cNvSpPr>
            <a:spLocks noGrp="1"/>
          </p:cNvSpPr>
          <p:nvPr>
            <p:ph type="title" hasCustomPrompt="1"/>
          </p:nvPr>
        </p:nvSpPr>
        <p:spPr>
          <a:xfrm>
            <a:off x="368696" y="2248385"/>
            <a:ext cx="5944683" cy="1291498"/>
          </a:xfrm>
        </p:spPr>
        <p:txBody>
          <a:bodyPr/>
          <a:lstStyle>
            <a:lvl1pPr>
              <a:defRPr sz="4400">
                <a:solidFill>
                  <a:schemeClr val="tx1"/>
                </a:solidFill>
              </a:defRPr>
            </a:lvl1pPr>
          </a:lstStyle>
          <a:p>
            <a:r>
              <a:rPr lang="en-GB" dirty="0"/>
              <a:t>Click to edit master title style</a:t>
            </a:r>
            <a:endParaRPr lang="en-US" dirty="0"/>
          </a:p>
        </p:txBody>
      </p:sp>
      <p:sp>
        <p:nvSpPr>
          <p:cNvPr id="16" name="Rectangle 15">
            <a:extLst>
              <a:ext uri="{FF2B5EF4-FFF2-40B4-BE49-F238E27FC236}">
                <a16:creationId xmlns:a16="http://schemas.microsoft.com/office/drawing/2014/main" id="{AD936BE6-6112-6D41-8366-3E182182E9E9}"/>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9" name="Picture 8">
            <a:extLst>
              <a:ext uri="{FF2B5EF4-FFF2-40B4-BE49-F238E27FC236}">
                <a16:creationId xmlns:a16="http://schemas.microsoft.com/office/drawing/2014/main" id="{4CE00F83-B7B4-2D46-8819-128947031A5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4" name="TextBox 3">
            <a:extLst>
              <a:ext uri="{FF2B5EF4-FFF2-40B4-BE49-F238E27FC236}">
                <a16:creationId xmlns:a16="http://schemas.microsoft.com/office/drawing/2014/main" id="{3AEBA50B-7961-3D47-9173-5819A153BC11}"/>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8" name="Straight Connector 7">
            <a:extLst>
              <a:ext uri="{FF2B5EF4-FFF2-40B4-BE49-F238E27FC236}">
                <a16:creationId xmlns:a16="http://schemas.microsoft.com/office/drawing/2014/main" id="{6E10178E-5855-5B93-810C-4B75E9B89500}"/>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Footer Placeholder 4">
            <a:extLst>
              <a:ext uri="{FF2B5EF4-FFF2-40B4-BE49-F238E27FC236}">
                <a16:creationId xmlns:a16="http://schemas.microsoft.com/office/drawing/2014/main" id="{B390DAE2-14BE-5523-40C4-348BD64882EC}"/>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pic>
        <p:nvPicPr>
          <p:cNvPr id="3" name="Picture 2" descr="A picture containing screenshot, pattern, symmetry, black&#10;&#10;Description automatically generated">
            <a:extLst>
              <a:ext uri="{FF2B5EF4-FFF2-40B4-BE49-F238E27FC236}">
                <a16:creationId xmlns:a16="http://schemas.microsoft.com/office/drawing/2014/main" id="{3E5BC234-63C3-57D1-1CBA-2583553C1659}"/>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29080"/>
          <a:stretch/>
        </p:blipFill>
        <p:spPr>
          <a:xfrm>
            <a:off x="9262334" y="416892"/>
            <a:ext cx="2711074" cy="5397500"/>
          </a:xfrm>
          <a:prstGeom prst="rect">
            <a:avLst/>
          </a:prstGeom>
        </p:spPr>
      </p:pic>
      <p:sp>
        <p:nvSpPr>
          <p:cNvPr id="5" name="TextBox 4">
            <a:extLst>
              <a:ext uri="{FF2B5EF4-FFF2-40B4-BE49-F238E27FC236}">
                <a16:creationId xmlns:a16="http://schemas.microsoft.com/office/drawing/2014/main" id="{1D7A7BE8-C041-8BBD-B434-FE81A346FFEF}"/>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246049606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6_Custom Layou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2082987-A0A7-9749-A6CE-497C17CC2329}"/>
              </a:ext>
            </a:extLst>
          </p:cNvPr>
          <p:cNvSpPr/>
          <p:nvPr userDrawn="1"/>
        </p:nvSpPr>
        <p:spPr>
          <a:xfrm>
            <a:off x="0" y="3"/>
            <a:ext cx="12192000" cy="629602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sp>
        <p:nvSpPr>
          <p:cNvPr id="2" name="Title 1">
            <a:extLst>
              <a:ext uri="{FF2B5EF4-FFF2-40B4-BE49-F238E27FC236}">
                <a16:creationId xmlns:a16="http://schemas.microsoft.com/office/drawing/2014/main" id="{BF2CC4BB-8F07-EA46-BCC7-E476F54716A2}"/>
              </a:ext>
            </a:extLst>
          </p:cNvPr>
          <p:cNvSpPr>
            <a:spLocks noGrp="1"/>
          </p:cNvSpPr>
          <p:nvPr>
            <p:ph type="title" hasCustomPrompt="1"/>
          </p:nvPr>
        </p:nvSpPr>
        <p:spPr>
          <a:xfrm>
            <a:off x="353060" y="2280665"/>
            <a:ext cx="6253479" cy="1291498"/>
          </a:xfrm>
        </p:spPr>
        <p:txBody>
          <a:bodyPr/>
          <a:lstStyle>
            <a:lvl1pPr>
              <a:defRPr sz="4400">
                <a:solidFill>
                  <a:schemeClr val="accent1"/>
                </a:solidFill>
              </a:defRPr>
            </a:lvl1pPr>
          </a:lstStyle>
          <a:p>
            <a:r>
              <a:rPr lang="en-GB" dirty="0"/>
              <a:t>Click to edit master title style</a:t>
            </a:r>
            <a:endParaRPr lang="en-US" dirty="0"/>
          </a:p>
        </p:txBody>
      </p:sp>
      <p:sp>
        <p:nvSpPr>
          <p:cNvPr id="16" name="Rectangle 15">
            <a:extLst>
              <a:ext uri="{FF2B5EF4-FFF2-40B4-BE49-F238E27FC236}">
                <a16:creationId xmlns:a16="http://schemas.microsoft.com/office/drawing/2014/main" id="{AD936BE6-6112-6D41-8366-3E182182E9E9}"/>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0" name="Picture 9">
            <a:extLst>
              <a:ext uri="{FF2B5EF4-FFF2-40B4-BE49-F238E27FC236}">
                <a16:creationId xmlns:a16="http://schemas.microsoft.com/office/drawing/2014/main" id="{61B92C45-3EDE-074C-8187-1049CCED8993}"/>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4" name="TextBox 3">
            <a:extLst>
              <a:ext uri="{FF2B5EF4-FFF2-40B4-BE49-F238E27FC236}">
                <a16:creationId xmlns:a16="http://schemas.microsoft.com/office/drawing/2014/main" id="{9394BC0D-EB47-34BA-C559-25F41DEAAB57}"/>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8" name="Straight Connector 7">
            <a:extLst>
              <a:ext uri="{FF2B5EF4-FFF2-40B4-BE49-F238E27FC236}">
                <a16:creationId xmlns:a16="http://schemas.microsoft.com/office/drawing/2014/main" id="{7EF284EC-B11E-6252-04AB-2D31CA4D0058}"/>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Footer Placeholder 4">
            <a:extLst>
              <a:ext uri="{FF2B5EF4-FFF2-40B4-BE49-F238E27FC236}">
                <a16:creationId xmlns:a16="http://schemas.microsoft.com/office/drawing/2014/main" id="{D17EA44B-2C6D-C5C3-A77F-36A87FA389FA}"/>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pic>
        <p:nvPicPr>
          <p:cNvPr id="3" name="Picture 2" descr="A picture containing pattern, symmetry, black, darkness&#10;&#10;Description automatically generated">
            <a:extLst>
              <a:ext uri="{FF2B5EF4-FFF2-40B4-BE49-F238E27FC236}">
                <a16:creationId xmlns:a16="http://schemas.microsoft.com/office/drawing/2014/main" id="{48C78B85-0731-9269-63F5-138D9D1EEE85}"/>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31331"/>
          <a:stretch/>
        </p:blipFill>
        <p:spPr>
          <a:xfrm>
            <a:off x="9348394" y="416892"/>
            <a:ext cx="2625014" cy="5397500"/>
          </a:xfrm>
          <a:prstGeom prst="rect">
            <a:avLst/>
          </a:prstGeom>
        </p:spPr>
      </p:pic>
      <p:sp>
        <p:nvSpPr>
          <p:cNvPr id="5" name="TextBox 4">
            <a:extLst>
              <a:ext uri="{FF2B5EF4-FFF2-40B4-BE49-F238E27FC236}">
                <a16:creationId xmlns:a16="http://schemas.microsoft.com/office/drawing/2014/main" id="{F9B804B7-35A1-E5DD-99CF-4DC7D88AD304}"/>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237264141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B6C291E2-CD12-2D47-B250-71F0C55CD076}"/>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0" name="Picture 9">
            <a:extLst>
              <a:ext uri="{FF2B5EF4-FFF2-40B4-BE49-F238E27FC236}">
                <a16:creationId xmlns:a16="http://schemas.microsoft.com/office/drawing/2014/main" id="{468BB1F6-1F9C-4B43-A3CF-73D42034484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13" name="Content Placeholder 2">
            <a:extLst>
              <a:ext uri="{FF2B5EF4-FFF2-40B4-BE49-F238E27FC236}">
                <a16:creationId xmlns:a16="http://schemas.microsoft.com/office/drawing/2014/main" id="{A74221F2-C39C-8F76-AFB7-65BC0BEE7617}"/>
              </a:ext>
            </a:extLst>
          </p:cNvPr>
          <p:cNvSpPr>
            <a:spLocks noGrp="1"/>
          </p:cNvSpPr>
          <p:nvPr>
            <p:ph sz="half" idx="12" hasCustomPrompt="1"/>
          </p:nvPr>
        </p:nvSpPr>
        <p:spPr>
          <a:xfrm>
            <a:off x="399737" y="1503307"/>
            <a:ext cx="8577208" cy="1846659"/>
          </a:xfrm>
        </p:spPr>
        <p:txBody>
          <a:bodyPr wrap="square" lIns="0" tIns="0" rIns="0" bIns="0">
            <a:spAutoFit/>
          </a:bodyPr>
          <a:lstStyle>
            <a:lvl1pPr marL="0" indent="0">
              <a:buFontTx/>
              <a:buNone/>
              <a:defRPr/>
            </a:lvl1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2" name="TextBox 1">
            <a:extLst>
              <a:ext uri="{FF2B5EF4-FFF2-40B4-BE49-F238E27FC236}">
                <a16:creationId xmlns:a16="http://schemas.microsoft.com/office/drawing/2014/main" id="{51ECFDD3-6A5B-2187-AD2A-25D51A21C75E}"/>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3" name="Straight Connector 2">
            <a:extLst>
              <a:ext uri="{FF2B5EF4-FFF2-40B4-BE49-F238E27FC236}">
                <a16:creationId xmlns:a16="http://schemas.microsoft.com/office/drawing/2014/main" id="{7B1B1C2A-CA9B-7E2C-7E63-8ECC4C95C1B7}"/>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AF231DEA-F0DD-4F75-82AB-BC6051D889C3}"/>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4" name="Title Placeholder 1">
            <a:extLst>
              <a:ext uri="{FF2B5EF4-FFF2-40B4-BE49-F238E27FC236}">
                <a16:creationId xmlns:a16="http://schemas.microsoft.com/office/drawing/2014/main" id="{D65F1039-B6AF-37AF-17C2-921C2AE213E6}"/>
              </a:ext>
            </a:extLst>
          </p:cNvPr>
          <p:cNvSpPr>
            <a:spLocks noGrp="1"/>
          </p:cNvSpPr>
          <p:nvPr>
            <p:ph type="title"/>
          </p:nvPr>
        </p:nvSpPr>
        <p:spPr>
          <a:xfrm>
            <a:off x="399738" y="343837"/>
            <a:ext cx="8577208" cy="443198"/>
          </a:xfrm>
          <a:prstGeom prst="rect">
            <a:avLst/>
          </a:prstGeom>
        </p:spPr>
        <p:txBody>
          <a:bodyPr vert="horz" wrap="square" lIns="0" tIns="0" rIns="0" bIns="0" rtlCol="0" anchor="t" anchorCtr="0">
            <a:spAutoFit/>
          </a:bodyPr>
          <a:lstStyle/>
          <a:p>
            <a:r>
              <a:rPr lang="en-US"/>
              <a:t>Click to edit Master title style</a:t>
            </a:r>
            <a:endParaRPr lang="en-US" dirty="0"/>
          </a:p>
        </p:txBody>
      </p:sp>
      <p:pic>
        <p:nvPicPr>
          <p:cNvPr id="4" name="Picture 3" descr="A picture containing screenshot, pattern, symmetry, black&#10;&#10;Description automatically generated">
            <a:extLst>
              <a:ext uri="{FF2B5EF4-FFF2-40B4-BE49-F238E27FC236}">
                <a16:creationId xmlns:a16="http://schemas.microsoft.com/office/drawing/2014/main" id="{C04A9EE1-6933-3437-8FDA-A20B7A215319}"/>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29080"/>
          <a:stretch/>
        </p:blipFill>
        <p:spPr>
          <a:xfrm>
            <a:off x="9262334" y="416892"/>
            <a:ext cx="2711074" cy="5397500"/>
          </a:xfrm>
          <a:prstGeom prst="rect">
            <a:avLst/>
          </a:prstGeom>
        </p:spPr>
      </p:pic>
      <p:sp>
        <p:nvSpPr>
          <p:cNvPr id="6" name="TextBox 5">
            <a:extLst>
              <a:ext uri="{FF2B5EF4-FFF2-40B4-BE49-F238E27FC236}">
                <a16:creationId xmlns:a16="http://schemas.microsoft.com/office/drawing/2014/main" id="{2FCB0FC2-2364-F3F5-C032-955AB04CCD97}"/>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199129643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8_Custom Layout">
    <p:spTree>
      <p:nvGrpSpPr>
        <p:cNvPr id="1" name=""/>
        <p:cNvGrpSpPr/>
        <p:nvPr/>
      </p:nvGrpSpPr>
      <p:grpSpPr>
        <a:xfrm>
          <a:off x="0" y="0"/>
          <a:ext cx="0" cy="0"/>
          <a:chOff x="0" y="0"/>
          <a:chExt cx="0" cy="0"/>
        </a:xfrm>
      </p:grpSpPr>
      <p:sp>
        <p:nvSpPr>
          <p:cNvPr id="13" name="Content Placeholder 2">
            <a:extLst>
              <a:ext uri="{FF2B5EF4-FFF2-40B4-BE49-F238E27FC236}">
                <a16:creationId xmlns:a16="http://schemas.microsoft.com/office/drawing/2014/main" id="{7E0E5A85-C763-3B47-9BD8-87C2C063DA4B}"/>
              </a:ext>
            </a:extLst>
          </p:cNvPr>
          <p:cNvSpPr>
            <a:spLocks noGrp="1"/>
          </p:cNvSpPr>
          <p:nvPr>
            <p:ph sz="half" idx="1" hasCustomPrompt="1"/>
          </p:nvPr>
        </p:nvSpPr>
        <p:spPr>
          <a:xfrm>
            <a:off x="399737" y="1503304"/>
            <a:ext cx="9082830" cy="4502724"/>
          </a:xfrm>
        </p:spPr>
        <p:txBody>
          <a:bodyPr/>
          <a:lstStyle>
            <a:lvl1pPr marL="0" indent="0">
              <a:buClr>
                <a:schemeClr val="bg1"/>
              </a:buClr>
              <a:buFontTx/>
              <a:buNone/>
              <a:defRPr>
                <a:solidFill>
                  <a:schemeClr val="tx1"/>
                </a:solidFill>
              </a:defRPr>
            </a:lvl1pPr>
            <a:lvl2pPr marL="6350" indent="0">
              <a:buClr>
                <a:schemeClr val="bg1"/>
              </a:buClr>
              <a:buFontTx/>
              <a:buNone/>
              <a:tabLst/>
              <a:defRPr>
                <a:solidFill>
                  <a:schemeClr val="tx1"/>
                </a:solidFill>
              </a:defRPr>
            </a:lvl2pPr>
            <a:lvl3pPr marL="6350" indent="0">
              <a:buClr>
                <a:schemeClr val="bg1"/>
              </a:buClr>
              <a:buFontTx/>
              <a:buNone/>
              <a:tabLst/>
              <a:defRPr>
                <a:solidFill>
                  <a:schemeClr val="tx1"/>
                </a:solidFill>
              </a:defRPr>
            </a:lvl3pPr>
            <a:lvl4pPr marL="6350" indent="0">
              <a:buClr>
                <a:schemeClr val="bg1"/>
              </a:buClr>
              <a:buFontTx/>
              <a:buNone/>
              <a:tabLst/>
              <a:defRPr>
                <a:solidFill>
                  <a:schemeClr val="tx1"/>
                </a:solidFill>
              </a:defRPr>
            </a:lvl4pPr>
            <a:lvl5pPr marL="6350" indent="0">
              <a:buClr>
                <a:schemeClr val="bg1"/>
              </a:buClr>
              <a:buFontTx/>
              <a:buNone/>
              <a:tabLst/>
              <a:defRPr>
                <a:solidFill>
                  <a:schemeClr val="tx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2" name="Rectangle 11">
            <a:extLst>
              <a:ext uri="{FF2B5EF4-FFF2-40B4-BE49-F238E27FC236}">
                <a16:creationId xmlns:a16="http://schemas.microsoft.com/office/drawing/2014/main" id="{BDE50E3A-8C49-3246-A2B4-DBFA9E75E882}"/>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0" name="Picture 9">
            <a:extLst>
              <a:ext uri="{FF2B5EF4-FFF2-40B4-BE49-F238E27FC236}">
                <a16:creationId xmlns:a16="http://schemas.microsoft.com/office/drawing/2014/main" id="{B05C9648-CD8C-3949-987A-32564A1A21E3}"/>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7" name="TextBox 6">
            <a:extLst>
              <a:ext uri="{FF2B5EF4-FFF2-40B4-BE49-F238E27FC236}">
                <a16:creationId xmlns:a16="http://schemas.microsoft.com/office/drawing/2014/main" id="{91251687-52D0-8BD9-F9CA-059AFDE4E3E3}"/>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
        <p:nvSpPr>
          <p:cNvPr id="2" name="TextBox 1">
            <a:extLst>
              <a:ext uri="{FF2B5EF4-FFF2-40B4-BE49-F238E27FC236}">
                <a16:creationId xmlns:a16="http://schemas.microsoft.com/office/drawing/2014/main" id="{2C55AED4-7EF0-58C9-A0AF-6CCF60EB9166}"/>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4" name="Straight Connector 3">
            <a:extLst>
              <a:ext uri="{FF2B5EF4-FFF2-40B4-BE49-F238E27FC236}">
                <a16:creationId xmlns:a16="http://schemas.microsoft.com/office/drawing/2014/main" id="{3FC2459D-3136-6570-1015-F0E7F013F55B}"/>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8" name="Footer Placeholder 4">
            <a:extLst>
              <a:ext uri="{FF2B5EF4-FFF2-40B4-BE49-F238E27FC236}">
                <a16:creationId xmlns:a16="http://schemas.microsoft.com/office/drawing/2014/main" id="{6D1CCEE3-5553-491F-0F18-375DCD363633}"/>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4" name="Title Placeholder 1">
            <a:extLst>
              <a:ext uri="{FF2B5EF4-FFF2-40B4-BE49-F238E27FC236}">
                <a16:creationId xmlns:a16="http://schemas.microsoft.com/office/drawing/2014/main" id="{0BFC678E-FC47-CB24-5767-2B76D2BC4DB6}"/>
              </a:ext>
            </a:extLst>
          </p:cNvPr>
          <p:cNvSpPr>
            <a:spLocks noGrp="1"/>
          </p:cNvSpPr>
          <p:nvPr>
            <p:ph type="title"/>
          </p:nvPr>
        </p:nvSpPr>
        <p:spPr>
          <a:xfrm>
            <a:off x="399738" y="343837"/>
            <a:ext cx="8577208" cy="443198"/>
          </a:xfrm>
          <a:prstGeom prst="rect">
            <a:avLst/>
          </a:prstGeom>
        </p:spPr>
        <p:txBody>
          <a:bodyPr vert="horz" wrap="square" lIns="0" tIns="0" rIns="0" bIns="0" rtlCol="0" anchor="t" anchorCtr="0">
            <a:spAutoFit/>
          </a:bodyPr>
          <a:lstStyle/>
          <a:p>
            <a:r>
              <a:rPr lang="en-US"/>
              <a:t>Click to edit Master title style</a:t>
            </a:r>
            <a:endParaRPr lang="en-US" dirty="0"/>
          </a:p>
        </p:txBody>
      </p:sp>
      <p:pic>
        <p:nvPicPr>
          <p:cNvPr id="3" name="Picture 2" descr="A picture containing screenshot, pattern, symmetry, black&#10;&#10;Description automatically generated">
            <a:extLst>
              <a:ext uri="{FF2B5EF4-FFF2-40B4-BE49-F238E27FC236}">
                <a16:creationId xmlns:a16="http://schemas.microsoft.com/office/drawing/2014/main" id="{442314FD-05D8-069B-F2D0-F184D1B8C446}"/>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29080"/>
          <a:stretch/>
        </p:blipFill>
        <p:spPr>
          <a:xfrm>
            <a:off x="9262334" y="416892"/>
            <a:ext cx="2711074" cy="5397500"/>
          </a:xfrm>
          <a:prstGeom prst="rect">
            <a:avLst/>
          </a:prstGeom>
        </p:spPr>
      </p:pic>
    </p:spTree>
    <p:extLst>
      <p:ext uri="{BB962C8B-B14F-4D97-AF65-F5344CB8AC3E}">
        <p14:creationId xmlns:p14="http://schemas.microsoft.com/office/powerpoint/2010/main" val="220408771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_Content with Caption">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AE8C87C-B0FB-B74B-98A8-02318D332ADA}"/>
              </a:ext>
            </a:extLst>
          </p:cNvPr>
          <p:cNvSpPr>
            <a:spLocks noGrp="1"/>
          </p:cNvSpPr>
          <p:nvPr>
            <p:ph type="body" sz="half" idx="2" hasCustomPrompt="1"/>
          </p:nvPr>
        </p:nvSpPr>
        <p:spPr>
          <a:xfrm>
            <a:off x="399737" y="1503307"/>
            <a:ext cx="11459536" cy="4437560"/>
          </a:xfrm>
        </p:spPr>
        <p:txBody>
          <a:bodyPr>
            <a:noAutofit/>
          </a:bodyPr>
          <a:lstStyle>
            <a:lvl1pPr marL="0" marR="0" indent="0" algn="l" defTabSz="914354" rtl="0" eaLnBrk="1" fontAlgn="auto" latinLnBrk="0" hangingPunct="1">
              <a:lnSpc>
                <a:spcPct val="90000"/>
              </a:lnSpc>
              <a:spcBef>
                <a:spcPts val="600"/>
              </a:spcBef>
              <a:spcAft>
                <a:spcPts val="600"/>
              </a:spcAft>
              <a:buClr>
                <a:schemeClr val="bg1">
                  <a:lumMod val="50000"/>
                </a:schemeClr>
              </a:buClr>
              <a:buSzPct val="60000"/>
              <a:buFont typeface=".Lucida Grande UI Regular"/>
              <a:buNone/>
              <a:tabLst/>
              <a:defRPr sz="2000" b="0"/>
            </a:lvl1pPr>
            <a:lvl2pPr marL="457178" indent="0">
              <a:buNone/>
              <a:defRPr sz="1400"/>
            </a:lvl2pPr>
            <a:lvl3pPr marL="914354" indent="0">
              <a:buNone/>
              <a:defRPr sz="1200"/>
            </a:lvl3pPr>
            <a:lvl4pPr marL="1371532" indent="0">
              <a:buNone/>
              <a:defRPr sz="1000"/>
            </a:lvl4pPr>
            <a:lvl5pPr marL="1828709" indent="0">
              <a:buNone/>
              <a:defRPr sz="1000"/>
            </a:lvl5pPr>
            <a:lvl6pPr marL="2285886" indent="0">
              <a:buNone/>
              <a:defRPr sz="1000"/>
            </a:lvl6pPr>
            <a:lvl7pPr marL="2743062" indent="0">
              <a:buNone/>
              <a:defRPr sz="1000"/>
            </a:lvl7pPr>
            <a:lvl8pPr marL="3200240" indent="0">
              <a:buNone/>
              <a:defRPr sz="1000"/>
            </a:lvl8pPr>
            <a:lvl9pPr marL="3657418" indent="0">
              <a:buNone/>
              <a:defRPr sz="1000"/>
            </a:lvl9pPr>
          </a:lstStyle>
          <a:p>
            <a:pPr lvl="0"/>
            <a:r>
              <a:rPr lang="en-GB" dirty="0"/>
              <a:t>Click to edit master text styles</a:t>
            </a:r>
          </a:p>
          <a:p>
            <a:pPr lvl="0"/>
            <a:endParaRPr lang="en-GB" dirty="0"/>
          </a:p>
        </p:txBody>
      </p:sp>
      <p:sp>
        <p:nvSpPr>
          <p:cNvPr id="11" name="Rectangle 10">
            <a:extLst>
              <a:ext uri="{FF2B5EF4-FFF2-40B4-BE49-F238E27FC236}">
                <a16:creationId xmlns:a16="http://schemas.microsoft.com/office/drawing/2014/main" id="{1720F5B1-9E14-124D-B445-D190AC16BCB9}"/>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9" name="Picture 8">
            <a:extLst>
              <a:ext uri="{FF2B5EF4-FFF2-40B4-BE49-F238E27FC236}">
                <a16:creationId xmlns:a16="http://schemas.microsoft.com/office/drawing/2014/main" id="{88CC51C9-ECA3-5340-ABCF-83B40312B6F6}"/>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2" name="TextBox 1">
            <a:extLst>
              <a:ext uri="{FF2B5EF4-FFF2-40B4-BE49-F238E27FC236}">
                <a16:creationId xmlns:a16="http://schemas.microsoft.com/office/drawing/2014/main" id="{A1421B67-4D43-BB08-5C10-8A16073BF4A9}"/>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5" name="Straight Connector 4">
            <a:extLst>
              <a:ext uri="{FF2B5EF4-FFF2-40B4-BE49-F238E27FC236}">
                <a16:creationId xmlns:a16="http://schemas.microsoft.com/office/drawing/2014/main" id="{BD44A885-303D-A3BF-98BD-56CEDAD5105C}"/>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Footer Placeholder 4">
            <a:extLst>
              <a:ext uri="{FF2B5EF4-FFF2-40B4-BE49-F238E27FC236}">
                <a16:creationId xmlns:a16="http://schemas.microsoft.com/office/drawing/2014/main" id="{F783C8F0-25AE-E07D-A37F-3D558E5051DE}"/>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3" name="Title Placeholder 1">
            <a:extLst>
              <a:ext uri="{FF2B5EF4-FFF2-40B4-BE49-F238E27FC236}">
                <a16:creationId xmlns:a16="http://schemas.microsoft.com/office/drawing/2014/main" id="{5F66D656-9888-1A15-623F-3B0417C10EDC}"/>
              </a:ext>
            </a:extLst>
          </p:cNvPr>
          <p:cNvSpPr>
            <a:spLocks noGrp="1"/>
          </p:cNvSpPr>
          <p:nvPr>
            <p:ph type="title"/>
          </p:nvPr>
        </p:nvSpPr>
        <p:spPr>
          <a:xfrm>
            <a:off x="399737" y="343837"/>
            <a:ext cx="11459535" cy="443198"/>
          </a:xfrm>
          <a:prstGeom prst="rect">
            <a:avLst/>
          </a:prstGeom>
        </p:spPr>
        <p:txBody>
          <a:bodyPr vert="horz" wrap="square" lIns="0" tIns="0" rIns="0" bIns="0" rtlCol="0" anchor="t" anchorCtr="0">
            <a:spAutoFit/>
          </a:bodyPr>
          <a:lstStyle/>
          <a:p>
            <a:r>
              <a:rPr lang="en-US"/>
              <a:t>Click to edit Master title style</a:t>
            </a:r>
            <a:endParaRPr lang="en-US" dirty="0"/>
          </a:p>
        </p:txBody>
      </p:sp>
      <p:sp>
        <p:nvSpPr>
          <p:cNvPr id="3" name="TextBox 2">
            <a:extLst>
              <a:ext uri="{FF2B5EF4-FFF2-40B4-BE49-F238E27FC236}">
                <a16:creationId xmlns:a16="http://schemas.microsoft.com/office/drawing/2014/main" id="{6556BFC7-55B8-DA91-E08B-08C9D4190064}"/>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120205877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_Content with Caption">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1720F5B1-9E14-124D-B445-D190AC16BCB9}"/>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0" name="Picture 9">
            <a:extLst>
              <a:ext uri="{FF2B5EF4-FFF2-40B4-BE49-F238E27FC236}">
                <a16:creationId xmlns:a16="http://schemas.microsoft.com/office/drawing/2014/main" id="{E63CA3AD-6B9A-AD41-A7E7-9462E6B5333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17" name="Text Placeholder 3">
            <a:extLst>
              <a:ext uri="{FF2B5EF4-FFF2-40B4-BE49-F238E27FC236}">
                <a16:creationId xmlns:a16="http://schemas.microsoft.com/office/drawing/2014/main" id="{2AD421B6-4912-5A45-8D3C-2FB70C1FC801}"/>
              </a:ext>
            </a:extLst>
          </p:cNvPr>
          <p:cNvSpPr>
            <a:spLocks noGrp="1"/>
          </p:cNvSpPr>
          <p:nvPr>
            <p:ph type="body" sz="half" idx="13" hasCustomPrompt="1"/>
          </p:nvPr>
        </p:nvSpPr>
        <p:spPr>
          <a:xfrm>
            <a:off x="6257217" y="1503307"/>
            <a:ext cx="5557512" cy="4404516"/>
          </a:xfrm>
        </p:spPr>
        <p:txBody>
          <a:bodyPr>
            <a:normAutofit/>
          </a:bodyPr>
          <a:lstStyle>
            <a:lvl1pPr marL="0" marR="0" indent="0" algn="l" defTabSz="914354" rtl="0" eaLnBrk="1" fontAlgn="auto" latinLnBrk="0" hangingPunct="1">
              <a:lnSpc>
                <a:spcPct val="90000"/>
              </a:lnSpc>
              <a:spcBef>
                <a:spcPts val="600"/>
              </a:spcBef>
              <a:spcAft>
                <a:spcPts val="600"/>
              </a:spcAft>
              <a:buClr>
                <a:schemeClr val="bg1">
                  <a:lumMod val="50000"/>
                </a:schemeClr>
              </a:buClr>
              <a:buSzPct val="60000"/>
              <a:buFont typeface=".Lucida Grande UI Regular"/>
              <a:buNone/>
              <a:tabLst/>
              <a:defRPr sz="2000" b="0"/>
            </a:lvl1pPr>
            <a:lvl2pPr marL="457178" indent="0">
              <a:buNone/>
              <a:defRPr sz="1400"/>
            </a:lvl2pPr>
            <a:lvl3pPr marL="914354" indent="0">
              <a:buNone/>
              <a:defRPr sz="1200"/>
            </a:lvl3pPr>
            <a:lvl4pPr marL="1371532" indent="0">
              <a:buNone/>
              <a:defRPr sz="1000"/>
            </a:lvl4pPr>
            <a:lvl5pPr marL="1828709" indent="0">
              <a:buNone/>
              <a:defRPr sz="1000"/>
            </a:lvl5pPr>
            <a:lvl6pPr marL="2285886" indent="0">
              <a:buNone/>
              <a:defRPr sz="1000"/>
            </a:lvl6pPr>
            <a:lvl7pPr marL="2743062" indent="0">
              <a:buNone/>
              <a:defRPr sz="1000"/>
            </a:lvl7pPr>
            <a:lvl8pPr marL="3200240" indent="0">
              <a:buNone/>
              <a:defRPr sz="1000"/>
            </a:lvl8pPr>
            <a:lvl9pPr marL="3657418" indent="0">
              <a:buNone/>
              <a:defRPr sz="1000"/>
            </a:lvl9pPr>
          </a:lstStyle>
          <a:p>
            <a:pPr lvl="0"/>
            <a:r>
              <a:rPr lang="en-GB" dirty="0"/>
              <a:t>Click to edit master text styles</a:t>
            </a:r>
          </a:p>
          <a:p>
            <a:pPr lvl="0"/>
            <a:endParaRPr lang="en-GB" dirty="0"/>
          </a:p>
        </p:txBody>
      </p:sp>
      <p:sp>
        <p:nvSpPr>
          <p:cNvPr id="18" name="Text Placeholder 3">
            <a:extLst>
              <a:ext uri="{FF2B5EF4-FFF2-40B4-BE49-F238E27FC236}">
                <a16:creationId xmlns:a16="http://schemas.microsoft.com/office/drawing/2014/main" id="{D9240F03-0365-FDB5-6FE3-B61E81C37404}"/>
              </a:ext>
            </a:extLst>
          </p:cNvPr>
          <p:cNvSpPr>
            <a:spLocks noGrp="1"/>
          </p:cNvSpPr>
          <p:nvPr>
            <p:ph type="body" sz="half" idx="14" hasCustomPrompt="1"/>
          </p:nvPr>
        </p:nvSpPr>
        <p:spPr>
          <a:xfrm>
            <a:off x="399737" y="1503307"/>
            <a:ext cx="5557512" cy="4404516"/>
          </a:xfrm>
        </p:spPr>
        <p:txBody>
          <a:bodyPr>
            <a:normAutofit/>
          </a:bodyPr>
          <a:lstStyle>
            <a:lvl1pPr marL="0" marR="0" indent="0" algn="l" defTabSz="914354" rtl="0" eaLnBrk="1" fontAlgn="auto" latinLnBrk="0" hangingPunct="1">
              <a:lnSpc>
                <a:spcPct val="90000"/>
              </a:lnSpc>
              <a:spcBef>
                <a:spcPts val="600"/>
              </a:spcBef>
              <a:spcAft>
                <a:spcPts val="600"/>
              </a:spcAft>
              <a:buClr>
                <a:schemeClr val="bg1">
                  <a:lumMod val="50000"/>
                </a:schemeClr>
              </a:buClr>
              <a:buSzPct val="60000"/>
              <a:buFont typeface=".Lucida Grande UI Regular"/>
              <a:buNone/>
              <a:tabLst/>
              <a:defRPr sz="2000" b="0"/>
            </a:lvl1pPr>
            <a:lvl2pPr marL="457178" indent="0">
              <a:buNone/>
              <a:defRPr sz="1400"/>
            </a:lvl2pPr>
            <a:lvl3pPr marL="914354" indent="0">
              <a:buNone/>
              <a:defRPr sz="1200"/>
            </a:lvl3pPr>
            <a:lvl4pPr marL="1371532" indent="0">
              <a:buNone/>
              <a:defRPr sz="1000"/>
            </a:lvl4pPr>
            <a:lvl5pPr marL="1828709" indent="0">
              <a:buNone/>
              <a:defRPr sz="1000"/>
            </a:lvl5pPr>
            <a:lvl6pPr marL="2285886" indent="0">
              <a:buNone/>
              <a:defRPr sz="1000"/>
            </a:lvl6pPr>
            <a:lvl7pPr marL="2743062" indent="0">
              <a:buNone/>
              <a:defRPr sz="1000"/>
            </a:lvl7pPr>
            <a:lvl8pPr marL="3200240" indent="0">
              <a:buNone/>
              <a:defRPr sz="1000"/>
            </a:lvl8pPr>
            <a:lvl9pPr marL="3657418" indent="0">
              <a:buNone/>
              <a:defRPr sz="1000"/>
            </a:lvl9pPr>
          </a:lstStyle>
          <a:p>
            <a:pPr lvl="0"/>
            <a:r>
              <a:rPr lang="en-GB" dirty="0"/>
              <a:t>Click to edit master text styles</a:t>
            </a:r>
          </a:p>
          <a:p>
            <a:pPr lvl="0"/>
            <a:endParaRPr lang="en-GB" dirty="0"/>
          </a:p>
        </p:txBody>
      </p:sp>
      <p:sp>
        <p:nvSpPr>
          <p:cNvPr id="2" name="TextBox 1">
            <a:extLst>
              <a:ext uri="{FF2B5EF4-FFF2-40B4-BE49-F238E27FC236}">
                <a16:creationId xmlns:a16="http://schemas.microsoft.com/office/drawing/2014/main" id="{31DE070B-2ECD-757E-05B7-7D464A7D7801}"/>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4" name="Straight Connector 3">
            <a:extLst>
              <a:ext uri="{FF2B5EF4-FFF2-40B4-BE49-F238E27FC236}">
                <a16:creationId xmlns:a16="http://schemas.microsoft.com/office/drawing/2014/main" id="{01B07F9F-A015-7CF7-1B3A-D6BC0DAEBEA6}"/>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5F78BD73-7173-1382-04CA-8E1199A5443A}"/>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2" name="Title Placeholder 1">
            <a:extLst>
              <a:ext uri="{FF2B5EF4-FFF2-40B4-BE49-F238E27FC236}">
                <a16:creationId xmlns:a16="http://schemas.microsoft.com/office/drawing/2014/main" id="{1D24DA40-BF0E-B7A6-8CDB-6DD58F73843B}"/>
              </a:ext>
            </a:extLst>
          </p:cNvPr>
          <p:cNvSpPr>
            <a:spLocks noGrp="1"/>
          </p:cNvSpPr>
          <p:nvPr>
            <p:ph type="title"/>
          </p:nvPr>
        </p:nvSpPr>
        <p:spPr>
          <a:xfrm>
            <a:off x="399738" y="343837"/>
            <a:ext cx="8577208" cy="443198"/>
          </a:xfrm>
          <a:prstGeom prst="rect">
            <a:avLst/>
          </a:prstGeom>
        </p:spPr>
        <p:txBody>
          <a:bodyPr vert="horz" wrap="square" lIns="0" tIns="0" rIns="0" bIns="0" rtlCol="0" anchor="t" anchorCtr="0">
            <a:spAutoFit/>
          </a:bodyPr>
          <a:lstStyle/>
          <a:p>
            <a:r>
              <a:rPr lang="en-US"/>
              <a:t>Click to edit Master title style</a:t>
            </a:r>
            <a:endParaRPr lang="en-US" dirty="0"/>
          </a:p>
        </p:txBody>
      </p:sp>
      <p:sp>
        <p:nvSpPr>
          <p:cNvPr id="3" name="TextBox 2">
            <a:extLst>
              <a:ext uri="{FF2B5EF4-FFF2-40B4-BE49-F238E27FC236}">
                <a16:creationId xmlns:a16="http://schemas.microsoft.com/office/drawing/2014/main" id="{D74CE0A5-424F-1D7C-1A49-A1B6B9A8A007}"/>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330636800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5" name="Text Placeholder 3">
            <a:extLst>
              <a:ext uri="{FF2B5EF4-FFF2-40B4-BE49-F238E27FC236}">
                <a16:creationId xmlns:a16="http://schemas.microsoft.com/office/drawing/2014/main" id="{8D041142-4F7A-A180-B4EF-B8B9A8A9977E}"/>
              </a:ext>
            </a:extLst>
          </p:cNvPr>
          <p:cNvSpPr>
            <a:spLocks noGrp="1"/>
          </p:cNvSpPr>
          <p:nvPr>
            <p:ph type="body" sz="half" idx="10" hasCustomPrompt="1"/>
          </p:nvPr>
        </p:nvSpPr>
        <p:spPr>
          <a:xfrm>
            <a:off x="399737" y="1503307"/>
            <a:ext cx="5557512" cy="4404515"/>
          </a:xfrm>
        </p:spPr>
        <p:txBody>
          <a:bodyPr>
            <a:normAutofit/>
          </a:bodyPr>
          <a:lstStyle>
            <a:lvl1pPr marL="0" marR="0" indent="0" algn="l" defTabSz="914354" rtl="0" eaLnBrk="1" fontAlgn="auto" latinLnBrk="0" hangingPunct="1">
              <a:lnSpc>
                <a:spcPct val="90000"/>
              </a:lnSpc>
              <a:spcBef>
                <a:spcPts val="600"/>
              </a:spcBef>
              <a:spcAft>
                <a:spcPts val="600"/>
              </a:spcAft>
              <a:buClr>
                <a:schemeClr val="bg1">
                  <a:lumMod val="50000"/>
                </a:schemeClr>
              </a:buClr>
              <a:buSzPct val="60000"/>
              <a:buFont typeface=".Lucida Grande UI Regular"/>
              <a:buNone/>
              <a:tabLst/>
              <a:defRPr sz="2000" b="0"/>
            </a:lvl1pPr>
            <a:lvl2pPr marL="269875" indent="-263525">
              <a:buFont typeface=".Lucida Grande UI Regular"/>
              <a:buChar char="◆"/>
              <a:tabLst/>
              <a:defRPr sz="1400"/>
            </a:lvl2pPr>
            <a:lvl3pPr marL="269875" indent="-263525">
              <a:buFont typeface=".Lucida Grande UI Regular"/>
              <a:buChar char="◆"/>
              <a:tabLst/>
              <a:defRPr sz="1200"/>
            </a:lvl3pPr>
            <a:lvl4pPr marL="269875" indent="-263525">
              <a:buFont typeface=".Lucida Grande UI Regular"/>
              <a:buChar char="◆"/>
              <a:tabLst/>
              <a:defRPr sz="1000"/>
            </a:lvl4pPr>
            <a:lvl5pPr marL="269875" indent="-263525">
              <a:buFont typeface=".Lucida Grande UI Regular"/>
              <a:buChar char="◆"/>
              <a:tabLst/>
              <a:defRPr sz="1000"/>
            </a:lvl5pPr>
            <a:lvl6pPr marL="2285886" indent="0">
              <a:buNone/>
              <a:defRPr sz="1000"/>
            </a:lvl6pPr>
            <a:lvl7pPr marL="2743062" indent="0">
              <a:buNone/>
              <a:defRPr sz="1000"/>
            </a:lvl7pPr>
            <a:lvl8pPr marL="3200240" indent="0">
              <a:buNone/>
              <a:defRPr sz="1000"/>
            </a:lvl8pPr>
            <a:lvl9pPr marL="3657418" indent="0">
              <a:buNone/>
              <a:defRPr sz="1000"/>
            </a:lvl9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2" name="Rectangle 11">
            <a:extLst>
              <a:ext uri="{FF2B5EF4-FFF2-40B4-BE49-F238E27FC236}">
                <a16:creationId xmlns:a16="http://schemas.microsoft.com/office/drawing/2014/main" id="{B6C291E2-CD12-2D47-B250-71F0C55CD076}"/>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0" name="Picture 9">
            <a:extLst>
              <a:ext uri="{FF2B5EF4-FFF2-40B4-BE49-F238E27FC236}">
                <a16:creationId xmlns:a16="http://schemas.microsoft.com/office/drawing/2014/main" id="{67EE6855-6739-994B-B890-250D287A05D6}"/>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9" name="Text Placeholder 3">
            <a:extLst>
              <a:ext uri="{FF2B5EF4-FFF2-40B4-BE49-F238E27FC236}">
                <a16:creationId xmlns:a16="http://schemas.microsoft.com/office/drawing/2014/main" id="{CB8668DE-AC0D-87D3-054D-C8504C0B6613}"/>
              </a:ext>
            </a:extLst>
          </p:cNvPr>
          <p:cNvSpPr>
            <a:spLocks noGrp="1"/>
          </p:cNvSpPr>
          <p:nvPr>
            <p:ph type="body" sz="half" idx="11" hasCustomPrompt="1"/>
          </p:nvPr>
        </p:nvSpPr>
        <p:spPr>
          <a:xfrm>
            <a:off x="6255530" y="1503307"/>
            <a:ext cx="5559199" cy="4404515"/>
          </a:xfrm>
        </p:spPr>
        <p:txBody>
          <a:bodyPr>
            <a:normAutofit/>
          </a:bodyPr>
          <a:lstStyle>
            <a:lvl1pPr marL="0" marR="0" indent="0" algn="l" defTabSz="914354" rtl="0" eaLnBrk="1" fontAlgn="auto" latinLnBrk="0" hangingPunct="1">
              <a:lnSpc>
                <a:spcPct val="90000"/>
              </a:lnSpc>
              <a:spcBef>
                <a:spcPts val="600"/>
              </a:spcBef>
              <a:spcAft>
                <a:spcPts val="600"/>
              </a:spcAft>
              <a:buClr>
                <a:schemeClr val="bg1">
                  <a:lumMod val="50000"/>
                </a:schemeClr>
              </a:buClr>
              <a:buSzPct val="60000"/>
              <a:buFont typeface=".Lucida Grande UI Regular"/>
              <a:buNone/>
              <a:tabLst/>
              <a:defRPr sz="2000" b="0"/>
            </a:lvl1pPr>
            <a:lvl2pPr marL="269875" indent="-263525">
              <a:buFont typeface=".Lucida Grande UI Regular"/>
              <a:buChar char="◆"/>
              <a:tabLst/>
              <a:defRPr sz="1400"/>
            </a:lvl2pPr>
            <a:lvl3pPr marL="269875" indent="-263525">
              <a:buFont typeface=".Lucida Grande UI Regular"/>
              <a:buChar char="◆"/>
              <a:tabLst/>
              <a:defRPr sz="1200"/>
            </a:lvl3pPr>
            <a:lvl4pPr marL="269875" indent="-263525">
              <a:buFont typeface=".Lucida Grande UI Regular"/>
              <a:buChar char="◆"/>
              <a:tabLst/>
              <a:defRPr sz="1000"/>
            </a:lvl4pPr>
            <a:lvl5pPr marL="269875" indent="-263525">
              <a:buFont typeface=".Lucida Grande UI Regular"/>
              <a:buChar char="◆"/>
              <a:tabLst/>
              <a:defRPr sz="1000"/>
            </a:lvl5pPr>
            <a:lvl6pPr marL="2285886" indent="0">
              <a:buNone/>
              <a:defRPr sz="1000"/>
            </a:lvl6pPr>
            <a:lvl7pPr marL="2743062" indent="0">
              <a:buNone/>
              <a:defRPr sz="1000"/>
            </a:lvl7pPr>
            <a:lvl8pPr marL="3200240" indent="0">
              <a:buNone/>
              <a:defRPr sz="1000"/>
            </a:lvl8pPr>
            <a:lvl9pPr marL="3657418" indent="0">
              <a:buNone/>
              <a:defRPr sz="1000"/>
            </a:lvl9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2" name="TextBox 1">
            <a:extLst>
              <a:ext uri="{FF2B5EF4-FFF2-40B4-BE49-F238E27FC236}">
                <a16:creationId xmlns:a16="http://schemas.microsoft.com/office/drawing/2014/main" id="{8A740C33-6C73-E595-4B9E-B3C1368BA88E}"/>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3" name="Straight Connector 2">
            <a:extLst>
              <a:ext uri="{FF2B5EF4-FFF2-40B4-BE49-F238E27FC236}">
                <a16:creationId xmlns:a16="http://schemas.microsoft.com/office/drawing/2014/main" id="{E5C8E73B-C1A0-4747-053E-CEA3E760EF1E}"/>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4" name="Footer Placeholder 4">
            <a:extLst>
              <a:ext uri="{FF2B5EF4-FFF2-40B4-BE49-F238E27FC236}">
                <a16:creationId xmlns:a16="http://schemas.microsoft.com/office/drawing/2014/main" id="{46F378E4-E006-11F6-0B4E-C148B1654BB4}"/>
              </a:ext>
            </a:extLst>
          </p:cNvPr>
          <p:cNvSpPr>
            <a:spLocks noGrp="1"/>
          </p:cNvSpPr>
          <p:nvPr>
            <p:ph type="ftr" sz="quarter" idx="12"/>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5" name="Title Placeholder 1">
            <a:extLst>
              <a:ext uri="{FF2B5EF4-FFF2-40B4-BE49-F238E27FC236}">
                <a16:creationId xmlns:a16="http://schemas.microsoft.com/office/drawing/2014/main" id="{C69DD8FA-2BF1-16EB-760F-AA7F3729A576}"/>
              </a:ext>
            </a:extLst>
          </p:cNvPr>
          <p:cNvSpPr>
            <a:spLocks noGrp="1"/>
          </p:cNvSpPr>
          <p:nvPr>
            <p:ph type="title"/>
          </p:nvPr>
        </p:nvSpPr>
        <p:spPr>
          <a:xfrm>
            <a:off x="399738" y="343837"/>
            <a:ext cx="8577208" cy="443198"/>
          </a:xfrm>
          <a:prstGeom prst="rect">
            <a:avLst/>
          </a:prstGeom>
        </p:spPr>
        <p:txBody>
          <a:bodyPr vert="horz" wrap="square" lIns="0" tIns="0" rIns="0" bIns="0" rtlCol="0" anchor="t" anchorCtr="0">
            <a:spAutoFit/>
          </a:bodyPr>
          <a:lstStyle/>
          <a:p>
            <a:r>
              <a:rPr lang="en-US"/>
              <a:t>Click to edit Master title style</a:t>
            </a:r>
            <a:endParaRPr lang="en-US" dirty="0"/>
          </a:p>
        </p:txBody>
      </p:sp>
      <p:sp>
        <p:nvSpPr>
          <p:cNvPr id="6" name="TextBox 5">
            <a:extLst>
              <a:ext uri="{FF2B5EF4-FFF2-40B4-BE49-F238E27FC236}">
                <a16:creationId xmlns:a16="http://schemas.microsoft.com/office/drawing/2014/main" id="{EF920DB4-7309-8DEB-2929-2B27514DA963}"/>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314701377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1BA69A2-6A43-3E40-87D7-C9EF31A5047B}"/>
              </a:ext>
            </a:extLst>
          </p:cNvPr>
          <p:cNvSpPr>
            <a:spLocks noGrp="1"/>
          </p:cNvSpPr>
          <p:nvPr>
            <p:ph idx="1" hasCustomPrompt="1"/>
          </p:nvPr>
        </p:nvSpPr>
        <p:spPr>
          <a:xfrm>
            <a:off x="4927601" y="1503302"/>
            <a:ext cx="6887127" cy="4404516"/>
          </a:xfrm>
        </p:spPr>
        <p:txBody>
          <a:bodyPr>
            <a:normAutofit/>
          </a:bodyPr>
          <a:lstStyle>
            <a:lvl1pPr marL="0" indent="0">
              <a:buFontTx/>
              <a:buNone/>
              <a:defRPr sz="2000" b="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dirty="0"/>
              <a:t>Click to edit master text styles</a:t>
            </a:r>
          </a:p>
        </p:txBody>
      </p:sp>
      <p:sp>
        <p:nvSpPr>
          <p:cNvPr id="4" name="Text Placeholder 3">
            <a:extLst>
              <a:ext uri="{FF2B5EF4-FFF2-40B4-BE49-F238E27FC236}">
                <a16:creationId xmlns:a16="http://schemas.microsoft.com/office/drawing/2014/main" id="{AAE8C87C-B0FB-B74B-98A8-02318D332ADA}"/>
              </a:ext>
            </a:extLst>
          </p:cNvPr>
          <p:cNvSpPr>
            <a:spLocks noGrp="1"/>
          </p:cNvSpPr>
          <p:nvPr>
            <p:ph type="body" sz="half" idx="2" hasCustomPrompt="1"/>
          </p:nvPr>
        </p:nvSpPr>
        <p:spPr>
          <a:xfrm>
            <a:off x="399737" y="1503304"/>
            <a:ext cx="4187253" cy="4404514"/>
          </a:xfrm>
        </p:spPr>
        <p:txBody>
          <a:bodyPr>
            <a:normAutofit/>
          </a:bodyPr>
          <a:lstStyle>
            <a:lvl1pPr marL="0" indent="0">
              <a:buNone/>
              <a:defRPr sz="2000"/>
            </a:lvl1pPr>
            <a:lvl2pPr marL="457178" indent="0">
              <a:buNone/>
              <a:defRPr sz="1400"/>
            </a:lvl2pPr>
            <a:lvl3pPr marL="914354" indent="0">
              <a:buNone/>
              <a:defRPr sz="1200"/>
            </a:lvl3pPr>
            <a:lvl4pPr marL="1371532" indent="0">
              <a:buNone/>
              <a:defRPr sz="1000"/>
            </a:lvl4pPr>
            <a:lvl5pPr marL="1828709" indent="0">
              <a:buNone/>
              <a:defRPr sz="1000"/>
            </a:lvl5pPr>
            <a:lvl6pPr marL="2285886" indent="0">
              <a:buNone/>
              <a:defRPr sz="1000"/>
            </a:lvl6pPr>
            <a:lvl7pPr marL="2743062" indent="0">
              <a:buNone/>
              <a:defRPr sz="1000"/>
            </a:lvl7pPr>
            <a:lvl8pPr marL="3200240" indent="0">
              <a:buNone/>
              <a:defRPr sz="1000"/>
            </a:lvl8pPr>
            <a:lvl9pPr marL="3657418" indent="0">
              <a:buNone/>
              <a:defRPr sz="1000"/>
            </a:lvl9pPr>
          </a:lstStyle>
          <a:p>
            <a:pPr lvl="0"/>
            <a:r>
              <a:rPr lang="en-GB" dirty="0"/>
              <a:t>Click to edit master text styles</a:t>
            </a:r>
          </a:p>
        </p:txBody>
      </p:sp>
      <p:sp>
        <p:nvSpPr>
          <p:cNvPr id="11" name="Rectangle 10">
            <a:extLst>
              <a:ext uri="{FF2B5EF4-FFF2-40B4-BE49-F238E27FC236}">
                <a16:creationId xmlns:a16="http://schemas.microsoft.com/office/drawing/2014/main" id="{1720F5B1-9E14-124D-B445-D190AC16BCB9}"/>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0" name="Picture 9">
            <a:extLst>
              <a:ext uri="{FF2B5EF4-FFF2-40B4-BE49-F238E27FC236}">
                <a16:creationId xmlns:a16="http://schemas.microsoft.com/office/drawing/2014/main" id="{11AA30BC-1D42-9846-9AF2-E2A5071148BB}"/>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2" name="TextBox 1">
            <a:extLst>
              <a:ext uri="{FF2B5EF4-FFF2-40B4-BE49-F238E27FC236}">
                <a16:creationId xmlns:a16="http://schemas.microsoft.com/office/drawing/2014/main" id="{B0B467FB-30AA-F6BE-5110-D9CC90B98D36}"/>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7" name="Straight Connector 6">
            <a:extLst>
              <a:ext uri="{FF2B5EF4-FFF2-40B4-BE49-F238E27FC236}">
                <a16:creationId xmlns:a16="http://schemas.microsoft.com/office/drawing/2014/main" id="{7C6C29CC-67CE-6421-C8B0-489BBC5647F0}"/>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Footer Placeholder 4">
            <a:extLst>
              <a:ext uri="{FF2B5EF4-FFF2-40B4-BE49-F238E27FC236}">
                <a16:creationId xmlns:a16="http://schemas.microsoft.com/office/drawing/2014/main" id="{41B5FE3D-CA78-C098-999D-C842514BE791}"/>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5" name="Title Placeholder 1">
            <a:extLst>
              <a:ext uri="{FF2B5EF4-FFF2-40B4-BE49-F238E27FC236}">
                <a16:creationId xmlns:a16="http://schemas.microsoft.com/office/drawing/2014/main" id="{E8475EEE-A2AA-6793-0317-A2C5009E59E3}"/>
              </a:ext>
            </a:extLst>
          </p:cNvPr>
          <p:cNvSpPr>
            <a:spLocks noGrp="1"/>
          </p:cNvSpPr>
          <p:nvPr>
            <p:ph type="title"/>
          </p:nvPr>
        </p:nvSpPr>
        <p:spPr>
          <a:xfrm>
            <a:off x="399738" y="343837"/>
            <a:ext cx="8577208" cy="443198"/>
          </a:xfrm>
          <a:prstGeom prst="rect">
            <a:avLst/>
          </a:prstGeom>
        </p:spPr>
        <p:txBody>
          <a:bodyPr vert="horz" wrap="square" lIns="0" tIns="0" rIns="0" bIns="0" rtlCol="0" anchor="t" anchorCtr="0">
            <a:spAutoFit/>
          </a:bodyPr>
          <a:lstStyle/>
          <a:p>
            <a:r>
              <a:rPr lang="en-US"/>
              <a:t>Click to edit Master title style</a:t>
            </a:r>
            <a:endParaRPr lang="en-US" dirty="0"/>
          </a:p>
        </p:txBody>
      </p:sp>
      <p:sp>
        <p:nvSpPr>
          <p:cNvPr id="5" name="TextBox 4">
            <a:extLst>
              <a:ext uri="{FF2B5EF4-FFF2-40B4-BE49-F238E27FC236}">
                <a16:creationId xmlns:a16="http://schemas.microsoft.com/office/drawing/2014/main" id="{0F550321-7F1F-3286-1384-A3723E61FDB6}"/>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77386712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3824E094-F896-8E40-AC9C-ABF9075C5AE1}"/>
              </a:ext>
            </a:extLst>
          </p:cNvPr>
          <p:cNvSpPr>
            <a:spLocks noGrp="1"/>
          </p:cNvSpPr>
          <p:nvPr>
            <p:ph type="pic" idx="1"/>
          </p:nvPr>
        </p:nvSpPr>
        <p:spPr>
          <a:xfrm>
            <a:off x="4939263" y="1503300"/>
            <a:ext cx="7252737" cy="4728169"/>
          </a:xfrm>
        </p:spPr>
        <p:txBody>
          <a:bodyPr/>
          <a:lstStyle>
            <a:lvl1pPr marL="0" indent="0">
              <a:buNone/>
              <a:defRPr sz="3200"/>
            </a:lvl1pPr>
            <a:lvl2pPr marL="457178" indent="0">
              <a:buNone/>
              <a:defRPr sz="2800"/>
            </a:lvl2pPr>
            <a:lvl3pPr marL="914354" indent="0">
              <a:buNone/>
              <a:defRPr sz="2400"/>
            </a:lvl3pPr>
            <a:lvl4pPr marL="1371532" indent="0">
              <a:buNone/>
              <a:defRPr sz="2000"/>
            </a:lvl4pPr>
            <a:lvl5pPr marL="1828709" indent="0">
              <a:buNone/>
              <a:defRPr sz="2000"/>
            </a:lvl5pPr>
            <a:lvl6pPr marL="2285886" indent="0">
              <a:buNone/>
              <a:defRPr sz="2000"/>
            </a:lvl6pPr>
            <a:lvl7pPr marL="2743062" indent="0">
              <a:buNone/>
              <a:defRPr sz="2000"/>
            </a:lvl7pPr>
            <a:lvl8pPr marL="3200240" indent="0">
              <a:buNone/>
              <a:defRPr sz="2000"/>
            </a:lvl8pPr>
            <a:lvl9pPr marL="3657418" indent="0">
              <a:buNone/>
              <a:defRPr sz="2000"/>
            </a:lvl9pPr>
          </a:lstStyle>
          <a:p>
            <a:r>
              <a:rPr lang="en-US"/>
              <a:t>Click icon to add picture</a:t>
            </a:r>
            <a:endParaRPr lang="en-US" dirty="0"/>
          </a:p>
        </p:txBody>
      </p:sp>
      <p:sp>
        <p:nvSpPr>
          <p:cNvPr id="12" name="Rectangle 11">
            <a:extLst>
              <a:ext uri="{FF2B5EF4-FFF2-40B4-BE49-F238E27FC236}">
                <a16:creationId xmlns:a16="http://schemas.microsoft.com/office/drawing/2014/main" id="{5FB21F4C-4EE3-A548-921D-45FB30330E62}"/>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7" name="Picture 16">
            <a:extLst>
              <a:ext uri="{FF2B5EF4-FFF2-40B4-BE49-F238E27FC236}">
                <a16:creationId xmlns:a16="http://schemas.microsoft.com/office/drawing/2014/main" id="{77D3286F-C0D4-6642-8D0B-14EEC9C7AFE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7" name="Content Placeholder 2">
            <a:extLst>
              <a:ext uri="{FF2B5EF4-FFF2-40B4-BE49-F238E27FC236}">
                <a16:creationId xmlns:a16="http://schemas.microsoft.com/office/drawing/2014/main" id="{4A908564-1E90-ABBE-37D2-7DC31735C088}"/>
              </a:ext>
            </a:extLst>
          </p:cNvPr>
          <p:cNvSpPr>
            <a:spLocks noGrp="1"/>
          </p:cNvSpPr>
          <p:nvPr>
            <p:ph sz="half" idx="14" hasCustomPrompt="1"/>
          </p:nvPr>
        </p:nvSpPr>
        <p:spPr>
          <a:xfrm>
            <a:off x="398783" y="1503301"/>
            <a:ext cx="4187253" cy="4404514"/>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8" name="TextBox 7">
            <a:extLst>
              <a:ext uri="{FF2B5EF4-FFF2-40B4-BE49-F238E27FC236}">
                <a16:creationId xmlns:a16="http://schemas.microsoft.com/office/drawing/2014/main" id="{FFF3E3DC-94E4-F17D-36CB-450544502F34}"/>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9" name="Straight Connector 8">
            <a:extLst>
              <a:ext uri="{FF2B5EF4-FFF2-40B4-BE49-F238E27FC236}">
                <a16:creationId xmlns:a16="http://schemas.microsoft.com/office/drawing/2014/main" id="{90BF3BC5-D94C-EDA3-8FBC-6435B4DE16C7}"/>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Footer Placeholder 4">
            <a:extLst>
              <a:ext uri="{FF2B5EF4-FFF2-40B4-BE49-F238E27FC236}">
                <a16:creationId xmlns:a16="http://schemas.microsoft.com/office/drawing/2014/main" id="{DB726D05-460B-0A59-026D-A6ABD195828B}"/>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4" name="Title Placeholder 1">
            <a:extLst>
              <a:ext uri="{FF2B5EF4-FFF2-40B4-BE49-F238E27FC236}">
                <a16:creationId xmlns:a16="http://schemas.microsoft.com/office/drawing/2014/main" id="{447C72BC-0B7D-4FB3-3772-38C5E4C708D1}"/>
              </a:ext>
            </a:extLst>
          </p:cNvPr>
          <p:cNvSpPr>
            <a:spLocks noGrp="1"/>
          </p:cNvSpPr>
          <p:nvPr>
            <p:ph type="title"/>
          </p:nvPr>
        </p:nvSpPr>
        <p:spPr>
          <a:xfrm>
            <a:off x="399738" y="343837"/>
            <a:ext cx="8577208" cy="443198"/>
          </a:xfrm>
          <a:prstGeom prst="rect">
            <a:avLst/>
          </a:prstGeom>
        </p:spPr>
        <p:txBody>
          <a:bodyPr vert="horz" wrap="square" lIns="0" tIns="0" rIns="0" bIns="0" rtlCol="0" anchor="t" anchorCtr="0">
            <a:spAutoFit/>
          </a:bodyPr>
          <a:lstStyle/>
          <a:p>
            <a:r>
              <a:rPr lang="en-US"/>
              <a:t>Click to edit Master title style</a:t>
            </a:r>
            <a:endParaRPr lang="en-US" dirty="0"/>
          </a:p>
        </p:txBody>
      </p:sp>
      <p:sp>
        <p:nvSpPr>
          <p:cNvPr id="2" name="TextBox 1">
            <a:extLst>
              <a:ext uri="{FF2B5EF4-FFF2-40B4-BE49-F238E27FC236}">
                <a16:creationId xmlns:a16="http://schemas.microsoft.com/office/drawing/2014/main" id="{F4AAD095-7F6F-2D3F-0CCA-FB24F185F57F}"/>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393718476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_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A0D1CB3-C3E8-8E4B-AAC3-082CC0AF6319}"/>
              </a:ext>
            </a:extLst>
          </p:cNvPr>
          <p:cNvSpPr>
            <a:spLocks noGrp="1"/>
          </p:cNvSpPr>
          <p:nvPr>
            <p:ph sz="half" idx="1" hasCustomPrompt="1"/>
          </p:nvPr>
        </p:nvSpPr>
        <p:spPr>
          <a:xfrm>
            <a:off x="399737" y="1511016"/>
            <a:ext cx="4328644" cy="4350137"/>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2" name="Rectangle 11">
            <a:extLst>
              <a:ext uri="{FF2B5EF4-FFF2-40B4-BE49-F238E27FC236}">
                <a16:creationId xmlns:a16="http://schemas.microsoft.com/office/drawing/2014/main" id="{B6C291E2-CD12-2D47-B250-71F0C55CD076}"/>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sp>
        <p:nvSpPr>
          <p:cNvPr id="9" name="Content Placeholder 2">
            <a:extLst>
              <a:ext uri="{FF2B5EF4-FFF2-40B4-BE49-F238E27FC236}">
                <a16:creationId xmlns:a16="http://schemas.microsoft.com/office/drawing/2014/main" id="{DDDAF287-83F2-C44A-BF25-155F5BF57EEB}"/>
              </a:ext>
            </a:extLst>
          </p:cNvPr>
          <p:cNvSpPr>
            <a:spLocks noGrp="1"/>
          </p:cNvSpPr>
          <p:nvPr>
            <p:ph idx="12"/>
          </p:nvPr>
        </p:nvSpPr>
        <p:spPr>
          <a:xfrm>
            <a:off x="5026662" y="1503304"/>
            <a:ext cx="5067372" cy="4357850"/>
          </a:xfrm>
        </p:spPr>
        <p:txBody>
          <a:bodyPr/>
          <a:lstStyle>
            <a:lvl1pPr marL="0" indent="0">
              <a:buFontTx/>
              <a:buNone/>
              <a:defRPr/>
            </a:lvl1pPr>
          </a:lstStyle>
          <a:p>
            <a:pPr lvl="0"/>
            <a:r>
              <a:rPr lang="en-US"/>
              <a:t>Click to edit Master text styles</a:t>
            </a:r>
          </a:p>
        </p:txBody>
      </p:sp>
      <p:pic>
        <p:nvPicPr>
          <p:cNvPr id="11" name="Picture 10">
            <a:extLst>
              <a:ext uri="{FF2B5EF4-FFF2-40B4-BE49-F238E27FC236}">
                <a16:creationId xmlns:a16="http://schemas.microsoft.com/office/drawing/2014/main" id="{E846172F-6290-AC4F-9851-A75FAD182498}"/>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2" name="TextBox 1">
            <a:extLst>
              <a:ext uri="{FF2B5EF4-FFF2-40B4-BE49-F238E27FC236}">
                <a16:creationId xmlns:a16="http://schemas.microsoft.com/office/drawing/2014/main" id="{343597D2-6234-696B-F5AA-307FEE725761}"/>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5" name="Straight Connector 4">
            <a:extLst>
              <a:ext uri="{FF2B5EF4-FFF2-40B4-BE49-F238E27FC236}">
                <a16:creationId xmlns:a16="http://schemas.microsoft.com/office/drawing/2014/main" id="{6A7DA34A-383A-16A2-0FEE-FE854DA0F3D4}"/>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Footer Placeholder 4">
            <a:extLst>
              <a:ext uri="{FF2B5EF4-FFF2-40B4-BE49-F238E27FC236}">
                <a16:creationId xmlns:a16="http://schemas.microsoft.com/office/drawing/2014/main" id="{0C4DA649-F063-49F9-EEA4-E099F09DE7F0}"/>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6" name="Title Placeholder 1">
            <a:extLst>
              <a:ext uri="{FF2B5EF4-FFF2-40B4-BE49-F238E27FC236}">
                <a16:creationId xmlns:a16="http://schemas.microsoft.com/office/drawing/2014/main" id="{B9F5F6DC-9D74-3B39-1849-9967761D563D}"/>
              </a:ext>
            </a:extLst>
          </p:cNvPr>
          <p:cNvSpPr>
            <a:spLocks noGrp="1"/>
          </p:cNvSpPr>
          <p:nvPr>
            <p:ph type="title"/>
          </p:nvPr>
        </p:nvSpPr>
        <p:spPr>
          <a:xfrm>
            <a:off x="399738" y="343837"/>
            <a:ext cx="8577208" cy="443198"/>
          </a:xfrm>
          <a:prstGeom prst="rect">
            <a:avLst/>
          </a:prstGeom>
        </p:spPr>
        <p:txBody>
          <a:bodyPr vert="horz" wrap="square" lIns="0" tIns="0" rIns="0" bIns="0" rtlCol="0" anchor="t" anchorCtr="0">
            <a:spAutoFit/>
          </a:bodyPr>
          <a:lstStyle/>
          <a:p>
            <a:r>
              <a:rPr lang="en-US"/>
              <a:t>Click to edit Master title style</a:t>
            </a:r>
            <a:endParaRPr lang="en-US" dirty="0"/>
          </a:p>
        </p:txBody>
      </p:sp>
      <p:pic>
        <p:nvPicPr>
          <p:cNvPr id="4" name="Picture 3" descr="A picture containing screenshot, pattern, symmetry, black&#10;&#10;Description automatically generated">
            <a:extLst>
              <a:ext uri="{FF2B5EF4-FFF2-40B4-BE49-F238E27FC236}">
                <a16:creationId xmlns:a16="http://schemas.microsoft.com/office/drawing/2014/main" id="{A7FD0B13-B446-BD59-8B8C-DB0E88B170A6}"/>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56301" r="1"/>
          <a:stretch/>
        </p:blipFill>
        <p:spPr>
          <a:xfrm>
            <a:off x="10302948" y="416892"/>
            <a:ext cx="1670459" cy="5397500"/>
          </a:xfrm>
          <a:prstGeom prst="rect">
            <a:avLst/>
          </a:prstGeom>
        </p:spPr>
      </p:pic>
      <p:sp>
        <p:nvSpPr>
          <p:cNvPr id="6" name="TextBox 5">
            <a:extLst>
              <a:ext uri="{FF2B5EF4-FFF2-40B4-BE49-F238E27FC236}">
                <a16:creationId xmlns:a16="http://schemas.microsoft.com/office/drawing/2014/main" id="{6FB64277-B642-727C-F7FE-FFADA4C2040B}"/>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307659447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1CC34B4-C291-1845-8F85-19EE1A313584}"/>
              </a:ext>
            </a:extLst>
          </p:cNvPr>
          <p:cNvSpPr>
            <a:spLocks noGrp="1"/>
          </p:cNvSpPr>
          <p:nvPr>
            <p:ph type="body" idx="1" hasCustomPrompt="1"/>
          </p:nvPr>
        </p:nvSpPr>
        <p:spPr>
          <a:xfrm>
            <a:off x="399737" y="1514528"/>
            <a:ext cx="5577071" cy="545932"/>
          </a:xfrm>
          <a:solidFill>
            <a:schemeClr val="accent1"/>
          </a:solidFill>
        </p:spPr>
        <p:txBody>
          <a:bodyPr lIns="144000" anchor="ctr" anchorCtr="0"/>
          <a:lstStyle>
            <a:lvl1pPr marL="0" indent="0">
              <a:buNone/>
              <a:defRPr sz="2400" b="1"/>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GB" dirty="0"/>
              <a:t>Click to edit master text styles</a:t>
            </a:r>
          </a:p>
        </p:txBody>
      </p:sp>
      <p:sp>
        <p:nvSpPr>
          <p:cNvPr id="4" name="Content Placeholder 3">
            <a:extLst>
              <a:ext uri="{FF2B5EF4-FFF2-40B4-BE49-F238E27FC236}">
                <a16:creationId xmlns:a16="http://schemas.microsoft.com/office/drawing/2014/main" id="{59CE3547-43AB-3343-96D0-300034BEC47B}"/>
              </a:ext>
            </a:extLst>
          </p:cNvPr>
          <p:cNvSpPr>
            <a:spLocks noGrp="1"/>
          </p:cNvSpPr>
          <p:nvPr>
            <p:ph sz="half" idx="2" hasCustomPrompt="1"/>
          </p:nvPr>
        </p:nvSpPr>
        <p:spPr>
          <a:xfrm>
            <a:off x="399737" y="2338441"/>
            <a:ext cx="5577071" cy="3244369"/>
          </a:xfrm>
        </p:spPr>
        <p:txBody>
          <a:bodyPr/>
          <a:lstStyle>
            <a:lvl1pPr>
              <a:defRPr sz="2400"/>
            </a:lvl1pPr>
            <a:lvl3pPr>
              <a:defRPr>
                <a:solidFill>
                  <a:schemeClr val="accent2"/>
                </a:solidFill>
              </a:defRPr>
            </a:lvl3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3" name="Rectangle 12">
            <a:extLst>
              <a:ext uri="{FF2B5EF4-FFF2-40B4-BE49-F238E27FC236}">
                <a16:creationId xmlns:a16="http://schemas.microsoft.com/office/drawing/2014/main" id="{181F6DE2-F45B-5548-AC93-0AC8CD73A22F}"/>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2" name="Picture 11">
            <a:extLst>
              <a:ext uri="{FF2B5EF4-FFF2-40B4-BE49-F238E27FC236}">
                <a16:creationId xmlns:a16="http://schemas.microsoft.com/office/drawing/2014/main" id="{46232D65-41CC-734C-883D-26D89F1B26B8}"/>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18" name="Text Placeholder 2">
            <a:extLst>
              <a:ext uri="{FF2B5EF4-FFF2-40B4-BE49-F238E27FC236}">
                <a16:creationId xmlns:a16="http://schemas.microsoft.com/office/drawing/2014/main" id="{42499B4A-BC3F-66ED-33DF-03102A73F90C}"/>
              </a:ext>
            </a:extLst>
          </p:cNvPr>
          <p:cNvSpPr>
            <a:spLocks noGrp="1"/>
          </p:cNvSpPr>
          <p:nvPr>
            <p:ph type="body" idx="13" hasCustomPrompt="1"/>
          </p:nvPr>
        </p:nvSpPr>
        <p:spPr>
          <a:xfrm>
            <a:off x="6237658" y="1514528"/>
            <a:ext cx="5577071" cy="545932"/>
          </a:xfrm>
          <a:solidFill>
            <a:schemeClr val="accent1"/>
          </a:solidFill>
        </p:spPr>
        <p:txBody>
          <a:bodyPr lIns="144000" anchor="ctr" anchorCtr="0"/>
          <a:lstStyle>
            <a:lvl1pPr marL="0" indent="0">
              <a:buNone/>
              <a:defRPr sz="2400" b="1"/>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GB" dirty="0"/>
              <a:t>Click to edit master text styles</a:t>
            </a:r>
          </a:p>
        </p:txBody>
      </p:sp>
      <p:sp>
        <p:nvSpPr>
          <p:cNvPr id="19" name="Content Placeholder 3">
            <a:extLst>
              <a:ext uri="{FF2B5EF4-FFF2-40B4-BE49-F238E27FC236}">
                <a16:creationId xmlns:a16="http://schemas.microsoft.com/office/drawing/2014/main" id="{E1C9DA8B-FED8-041D-C2A3-4BE6014B50FD}"/>
              </a:ext>
            </a:extLst>
          </p:cNvPr>
          <p:cNvSpPr>
            <a:spLocks noGrp="1"/>
          </p:cNvSpPr>
          <p:nvPr>
            <p:ph sz="half" idx="14" hasCustomPrompt="1"/>
          </p:nvPr>
        </p:nvSpPr>
        <p:spPr>
          <a:xfrm>
            <a:off x="6237658" y="2338441"/>
            <a:ext cx="5577071" cy="3244369"/>
          </a:xfrm>
        </p:spPr>
        <p:txBody>
          <a:bodyPr/>
          <a:lstStyle>
            <a:lvl1pPr>
              <a:defRPr sz="2400"/>
            </a:lvl1pPr>
            <a:lvl3pPr>
              <a:defRPr>
                <a:solidFill>
                  <a:schemeClr val="accent2"/>
                </a:solidFill>
              </a:defRPr>
            </a:lvl3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2" name="TextBox 1">
            <a:extLst>
              <a:ext uri="{FF2B5EF4-FFF2-40B4-BE49-F238E27FC236}">
                <a16:creationId xmlns:a16="http://schemas.microsoft.com/office/drawing/2014/main" id="{F4F3F962-268D-7E8F-E0A7-FC40EC2195D2}"/>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5" name="Straight Connector 4">
            <a:extLst>
              <a:ext uri="{FF2B5EF4-FFF2-40B4-BE49-F238E27FC236}">
                <a16:creationId xmlns:a16="http://schemas.microsoft.com/office/drawing/2014/main" id="{EF67D6CA-A404-6EAA-9894-119E28996123}"/>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6" name="Footer Placeholder 4">
            <a:extLst>
              <a:ext uri="{FF2B5EF4-FFF2-40B4-BE49-F238E27FC236}">
                <a16:creationId xmlns:a16="http://schemas.microsoft.com/office/drawing/2014/main" id="{069CFB3D-778C-9AA2-261C-C6F7BCE8A95F}"/>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5" name="Title Placeholder 1">
            <a:extLst>
              <a:ext uri="{FF2B5EF4-FFF2-40B4-BE49-F238E27FC236}">
                <a16:creationId xmlns:a16="http://schemas.microsoft.com/office/drawing/2014/main" id="{7A3C954C-26BD-006C-AF1C-7BCFB4728C26}"/>
              </a:ext>
            </a:extLst>
          </p:cNvPr>
          <p:cNvSpPr>
            <a:spLocks noGrp="1"/>
          </p:cNvSpPr>
          <p:nvPr>
            <p:ph type="title"/>
          </p:nvPr>
        </p:nvSpPr>
        <p:spPr>
          <a:xfrm>
            <a:off x="399738" y="343837"/>
            <a:ext cx="8577208" cy="443198"/>
          </a:xfrm>
          <a:prstGeom prst="rect">
            <a:avLst/>
          </a:prstGeom>
        </p:spPr>
        <p:txBody>
          <a:bodyPr vert="horz" wrap="square" lIns="0" tIns="0" rIns="0" bIns="0" rtlCol="0" anchor="t" anchorCtr="0">
            <a:spAutoFit/>
          </a:bodyPr>
          <a:lstStyle/>
          <a:p>
            <a:r>
              <a:rPr lang="en-US"/>
              <a:t>Click to edit Master title style</a:t>
            </a:r>
            <a:endParaRPr lang="en-US" dirty="0"/>
          </a:p>
        </p:txBody>
      </p:sp>
      <p:sp>
        <p:nvSpPr>
          <p:cNvPr id="7" name="TextBox 6">
            <a:extLst>
              <a:ext uri="{FF2B5EF4-FFF2-40B4-BE49-F238E27FC236}">
                <a16:creationId xmlns:a16="http://schemas.microsoft.com/office/drawing/2014/main" id="{F7A4A621-AAE6-B1BF-2758-69ED058DD130}"/>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106556652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Content with Caption">
    <p:spTree>
      <p:nvGrpSpPr>
        <p:cNvPr id="1" name=""/>
        <p:cNvGrpSpPr/>
        <p:nvPr/>
      </p:nvGrpSpPr>
      <p:grpSpPr>
        <a:xfrm>
          <a:off x="0" y="0"/>
          <a:ext cx="0" cy="0"/>
          <a:chOff x="0" y="0"/>
          <a:chExt cx="0" cy="0"/>
        </a:xfrm>
      </p:grpSpPr>
      <p:sp>
        <p:nvSpPr>
          <p:cNvPr id="26" name="Picture Placeholder 2">
            <a:extLst>
              <a:ext uri="{FF2B5EF4-FFF2-40B4-BE49-F238E27FC236}">
                <a16:creationId xmlns:a16="http://schemas.microsoft.com/office/drawing/2014/main" id="{DDF5BCD2-566C-304B-9603-DBF49E1C6C3B}"/>
              </a:ext>
            </a:extLst>
          </p:cNvPr>
          <p:cNvSpPr>
            <a:spLocks noGrp="1"/>
          </p:cNvSpPr>
          <p:nvPr>
            <p:ph type="pic" idx="1"/>
          </p:nvPr>
        </p:nvSpPr>
        <p:spPr>
          <a:xfrm>
            <a:off x="399738" y="2746020"/>
            <a:ext cx="2652497" cy="2163093"/>
          </a:xfrm>
        </p:spPr>
        <p:txBody>
          <a:bodyPr/>
          <a:lstStyle>
            <a:lvl1pPr marL="0" indent="0">
              <a:buNone/>
              <a:defRPr sz="3200"/>
            </a:lvl1pPr>
            <a:lvl2pPr marL="457178" indent="0">
              <a:buNone/>
              <a:defRPr sz="2800"/>
            </a:lvl2pPr>
            <a:lvl3pPr marL="914354" indent="0">
              <a:buNone/>
              <a:defRPr sz="2400"/>
            </a:lvl3pPr>
            <a:lvl4pPr marL="1371532" indent="0">
              <a:buNone/>
              <a:defRPr sz="2000"/>
            </a:lvl4pPr>
            <a:lvl5pPr marL="1828709" indent="0">
              <a:buNone/>
              <a:defRPr sz="2000"/>
            </a:lvl5pPr>
            <a:lvl6pPr marL="2285886" indent="0">
              <a:buNone/>
              <a:defRPr sz="2000"/>
            </a:lvl6pPr>
            <a:lvl7pPr marL="2743062" indent="0">
              <a:buNone/>
              <a:defRPr sz="2000"/>
            </a:lvl7pPr>
            <a:lvl8pPr marL="3200240" indent="0">
              <a:buNone/>
              <a:defRPr sz="2000"/>
            </a:lvl8pPr>
            <a:lvl9pPr marL="3657418" indent="0">
              <a:buNone/>
              <a:defRPr sz="2000"/>
            </a:lvl9pPr>
          </a:lstStyle>
          <a:p>
            <a:r>
              <a:rPr lang="en-US"/>
              <a:t>Click icon to add picture</a:t>
            </a:r>
            <a:endParaRPr lang="en-US" dirty="0"/>
          </a:p>
        </p:txBody>
      </p:sp>
      <p:sp>
        <p:nvSpPr>
          <p:cNvPr id="11" name="Rectangle 10">
            <a:extLst>
              <a:ext uri="{FF2B5EF4-FFF2-40B4-BE49-F238E27FC236}">
                <a16:creationId xmlns:a16="http://schemas.microsoft.com/office/drawing/2014/main" id="{1720F5B1-9E14-124D-B445-D190AC16BCB9}"/>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sp>
        <p:nvSpPr>
          <p:cNvPr id="20" name="Content Placeholder 2">
            <a:extLst>
              <a:ext uri="{FF2B5EF4-FFF2-40B4-BE49-F238E27FC236}">
                <a16:creationId xmlns:a16="http://schemas.microsoft.com/office/drawing/2014/main" id="{D5C6FD78-5957-3743-9051-7A833B8B93B7}"/>
              </a:ext>
            </a:extLst>
          </p:cNvPr>
          <p:cNvSpPr>
            <a:spLocks noGrp="1"/>
          </p:cNvSpPr>
          <p:nvPr>
            <p:ph sz="half" idx="18" hasCustomPrompt="1"/>
          </p:nvPr>
        </p:nvSpPr>
        <p:spPr>
          <a:xfrm>
            <a:off x="399746" y="4909116"/>
            <a:ext cx="2652495" cy="593577"/>
          </a:xfrm>
          <a:solidFill>
            <a:schemeClr val="accent1"/>
          </a:solidFill>
          <a:ln>
            <a:noFill/>
          </a:ln>
        </p:spPr>
        <p:txBody>
          <a:bodyPr lIns="72000" tIns="72000" rIns="72000" bIns="72000">
            <a:normAutofit/>
          </a:bodyPr>
          <a:lstStyle>
            <a:lvl1pPr marL="0" indent="0">
              <a:buFontTx/>
              <a:buNone/>
              <a:defRPr sz="1100" b="0"/>
            </a:lvl1pPr>
          </a:lstStyle>
          <a:p>
            <a:pPr lvl="0"/>
            <a:r>
              <a:rPr lang="en-US" dirty="0"/>
              <a:t>Edit master text styles</a:t>
            </a:r>
          </a:p>
        </p:txBody>
      </p:sp>
      <p:sp>
        <p:nvSpPr>
          <p:cNvPr id="25" name="Text Placeholder 3">
            <a:extLst>
              <a:ext uri="{FF2B5EF4-FFF2-40B4-BE49-F238E27FC236}">
                <a16:creationId xmlns:a16="http://schemas.microsoft.com/office/drawing/2014/main" id="{8D62D7B6-9A5A-644C-8286-5E98BABC4490}"/>
              </a:ext>
            </a:extLst>
          </p:cNvPr>
          <p:cNvSpPr>
            <a:spLocks noGrp="1"/>
          </p:cNvSpPr>
          <p:nvPr>
            <p:ph type="body" sz="half" idx="2" hasCustomPrompt="1"/>
          </p:nvPr>
        </p:nvSpPr>
        <p:spPr>
          <a:xfrm>
            <a:off x="399738" y="1431326"/>
            <a:ext cx="9827454" cy="1061936"/>
          </a:xfrm>
        </p:spPr>
        <p:txBody>
          <a:bodyPr>
            <a:noAutofit/>
          </a:bodyPr>
          <a:lstStyle>
            <a:lvl1pPr marL="0" indent="0">
              <a:buNone/>
              <a:defRPr sz="1600" b="0"/>
            </a:lvl1pPr>
            <a:lvl2pPr marL="457178" indent="0">
              <a:buNone/>
              <a:defRPr sz="1400"/>
            </a:lvl2pPr>
            <a:lvl3pPr marL="914354" indent="0">
              <a:buNone/>
              <a:defRPr sz="1200"/>
            </a:lvl3pPr>
            <a:lvl4pPr marL="1371532" indent="0">
              <a:buNone/>
              <a:defRPr sz="1000"/>
            </a:lvl4pPr>
            <a:lvl5pPr marL="1828709" indent="0">
              <a:buNone/>
              <a:defRPr sz="1000"/>
            </a:lvl5pPr>
            <a:lvl6pPr marL="2285886" indent="0">
              <a:buNone/>
              <a:defRPr sz="1000"/>
            </a:lvl6pPr>
            <a:lvl7pPr marL="2743062" indent="0">
              <a:buNone/>
              <a:defRPr sz="1000"/>
            </a:lvl7pPr>
            <a:lvl8pPr marL="3200240" indent="0">
              <a:buNone/>
              <a:defRPr sz="1000"/>
            </a:lvl8pPr>
            <a:lvl9pPr marL="3657418" indent="0">
              <a:buNone/>
              <a:defRPr sz="1000"/>
            </a:lvl9pPr>
          </a:lstStyle>
          <a:p>
            <a:pPr lvl="0"/>
            <a:r>
              <a:rPr lang="en-GB" dirty="0"/>
              <a:t>Click to edit master text styles</a:t>
            </a:r>
          </a:p>
        </p:txBody>
      </p:sp>
      <p:pic>
        <p:nvPicPr>
          <p:cNvPr id="17" name="Picture 16">
            <a:extLst>
              <a:ext uri="{FF2B5EF4-FFF2-40B4-BE49-F238E27FC236}">
                <a16:creationId xmlns:a16="http://schemas.microsoft.com/office/drawing/2014/main" id="{64C4096F-2FFA-DE41-9D57-0CE5D3D1587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21" name="Picture Placeholder 2">
            <a:extLst>
              <a:ext uri="{FF2B5EF4-FFF2-40B4-BE49-F238E27FC236}">
                <a16:creationId xmlns:a16="http://schemas.microsoft.com/office/drawing/2014/main" id="{F57DBF7D-11EE-F2C5-80EC-E85C32283ABE}"/>
              </a:ext>
            </a:extLst>
          </p:cNvPr>
          <p:cNvSpPr>
            <a:spLocks noGrp="1"/>
          </p:cNvSpPr>
          <p:nvPr>
            <p:ph type="pic" idx="19"/>
          </p:nvPr>
        </p:nvSpPr>
        <p:spPr>
          <a:xfrm>
            <a:off x="3301635" y="2746020"/>
            <a:ext cx="2652497" cy="2163093"/>
          </a:xfrm>
        </p:spPr>
        <p:txBody>
          <a:bodyPr/>
          <a:lstStyle>
            <a:lvl1pPr marL="0" indent="0">
              <a:buNone/>
              <a:defRPr sz="3200"/>
            </a:lvl1pPr>
            <a:lvl2pPr marL="457178" indent="0">
              <a:buNone/>
              <a:defRPr sz="2800"/>
            </a:lvl2pPr>
            <a:lvl3pPr marL="914354" indent="0">
              <a:buNone/>
              <a:defRPr sz="2400"/>
            </a:lvl3pPr>
            <a:lvl4pPr marL="1371532" indent="0">
              <a:buNone/>
              <a:defRPr sz="2000"/>
            </a:lvl4pPr>
            <a:lvl5pPr marL="1828709" indent="0">
              <a:buNone/>
              <a:defRPr sz="2000"/>
            </a:lvl5pPr>
            <a:lvl6pPr marL="2285886" indent="0">
              <a:buNone/>
              <a:defRPr sz="2000"/>
            </a:lvl6pPr>
            <a:lvl7pPr marL="2743062" indent="0">
              <a:buNone/>
              <a:defRPr sz="2000"/>
            </a:lvl7pPr>
            <a:lvl8pPr marL="3200240" indent="0">
              <a:buNone/>
              <a:defRPr sz="2000"/>
            </a:lvl8pPr>
            <a:lvl9pPr marL="3657418" indent="0">
              <a:buNone/>
              <a:defRPr sz="2000"/>
            </a:lvl9pPr>
          </a:lstStyle>
          <a:p>
            <a:r>
              <a:rPr lang="en-US"/>
              <a:t>Click icon to add picture</a:t>
            </a:r>
            <a:endParaRPr lang="en-US" dirty="0"/>
          </a:p>
        </p:txBody>
      </p:sp>
      <p:sp>
        <p:nvSpPr>
          <p:cNvPr id="30" name="Content Placeholder 2">
            <a:extLst>
              <a:ext uri="{FF2B5EF4-FFF2-40B4-BE49-F238E27FC236}">
                <a16:creationId xmlns:a16="http://schemas.microsoft.com/office/drawing/2014/main" id="{EC7DA3D2-59BD-6137-81AD-86750A32889C}"/>
              </a:ext>
            </a:extLst>
          </p:cNvPr>
          <p:cNvSpPr>
            <a:spLocks noGrp="1"/>
          </p:cNvSpPr>
          <p:nvPr>
            <p:ph sz="half" idx="20" hasCustomPrompt="1"/>
          </p:nvPr>
        </p:nvSpPr>
        <p:spPr>
          <a:xfrm>
            <a:off x="3301643" y="4909116"/>
            <a:ext cx="2652495" cy="593577"/>
          </a:xfrm>
          <a:solidFill>
            <a:schemeClr val="accent1"/>
          </a:solidFill>
          <a:ln>
            <a:noFill/>
          </a:ln>
        </p:spPr>
        <p:txBody>
          <a:bodyPr lIns="72000" tIns="72000" rIns="72000" bIns="72000">
            <a:normAutofit/>
          </a:bodyPr>
          <a:lstStyle>
            <a:lvl1pPr marL="0" indent="0">
              <a:buFontTx/>
              <a:buNone/>
              <a:defRPr sz="1100" b="0"/>
            </a:lvl1pPr>
          </a:lstStyle>
          <a:p>
            <a:pPr lvl="0"/>
            <a:r>
              <a:rPr lang="en-US" dirty="0"/>
              <a:t>Edit master text styles</a:t>
            </a:r>
          </a:p>
        </p:txBody>
      </p:sp>
      <p:sp>
        <p:nvSpPr>
          <p:cNvPr id="31" name="Picture Placeholder 2">
            <a:extLst>
              <a:ext uri="{FF2B5EF4-FFF2-40B4-BE49-F238E27FC236}">
                <a16:creationId xmlns:a16="http://schemas.microsoft.com/office/drawing/2014/main" id="{9C9B462E-49D5-11F9-F1F5-872D1298452F}"/>
              </a:ext>
            </a:extLst>
          </p:cNvPr>
          <p:cNvSpPr>
            <a:spLocks noGrp="1"/>
          </p:cNvSpPr>
          <p:nvPr>
            <p:ph type="pic" idx="21"/>
          </p:nvPr>
        </p:nvSpPr>
        <p:spPr>
          <a:xfrm>
            <a:off x="6203526" y="2746020"/>
            <a:ext cx="2652497" cy="2163093"/>
          </a:xfrm>
        </p:spPr>
        <p:txBody>
          <a:bodyPr/>
          <a:lstStyle>
            <a:lvl1pPr marL="0" indent="0">
              <a:buNone/>
              <a:defRPr sz="3200"/>
            </a:lvl1pPr>
            <a:lvl2pPr marL="457178" indent="0">
              <a:buNone/>
              <a:defRPr sz="2800"/>
            </a:lvl2pPr>
            <a:lvl3pPr marL="914354" indent="0">
              <a:buNone/>
              <a:defRPr sz="2400"/>
            </a:lvl3pPr>
            <a:lvl4pPr marL="1371532" indent="0">
              <a:buNone/>
              <a:defRPr sz="2000"/>
            </a:lvl4pPr>
            <a:lvl5pPr marL="1828709" indent="0">
              <a:buNone/>
              <a:defRPr sz="2000"/>
            </a:lvl5pPr>
            <a:lvl6pPr marL="2285886" indent="0">
              <a:buNone/>
              <a:defRPr sz="2000"/>
            </a:lvl6pPr>
            <a:lvl7pPr marL="2743062" indent="0">
              <a:buNone/>
              <a:defRPr sz="2000"/>
            </a:lvl7pPr>
            <a:lvl8pPr marL="3200240" indent="0">
              <a:buNone/>
              <a:defRPr sz="2000"/>
            </a:lvl8pPr>
            <a:lvl9pPr marL="3657418" indent="0">
              <a:buNone/>
              <a:defRPr sz="2000"/>
            </a:lvl9pPr>
          </a:lstStyle>
          <a:p>
            <a:r>
              <a:rPr lang="en-US"/>
              <a:t>Click icon to add picture</a:t>
            </a:r>
            <a:endParaRPr lang="en-US" dirty="0"/>
          </a:p>
        </p:txBody>
      </p:sp>
      <p:sp>
        <p:nvSpPr>
          <p:cNvPr id="32" name="Content Placeholder 2">
            <a:extLst>
              <a:ext uri="{FF2B5EF4-FFF2-40B4-BE49-F238E27FC236}">
                <a16:creationId xmlns:a16="http://schemas.microsoft.com/office/drawing/2014/main" id="{9F4812D9-E50A-9912-1AAB-2CBFCD7BB51C}"/>
              </a:ext>
            </a:extLst>
          </p:cNvPr>
          <p:cNvSpPr>
            <a:spLocks noGrp="1"/>
          </p:cNvSpPr>
          <p:nvPr>
            <p:ph sz="half" idx="22" hasCustomPrompt="1"/>
          </p:nvPr>
        </p:nvSpPr>
        <p:spPr>
          <a:xfrm>
            <a:off x="6203534" y="4909116"/>
            <a:ext cx="2652495" cy="593577"/>
          </a:xfrm>
          <a:solidFill>
            <a:schemeClr val="accent1"/>
          </a:solidFill>
          <a:ln>
            <a:noFill/>
          </a:ln>
        </p:spPr>
        <p:txBody>
          <a:bodyPr lIns="72000" tIns="72000" rIns="72000" bIns="72000">
            <a:normAutofit/>
          </a:bodyPr>
          <a:lstStyle>
            <a:lvl1pPr marL="0" indent="0">
              <a:buFontTx/>
              <a:buNone/>
              <a:defRPr sz="1100" b="0"/>
            </a:lvl1pPr>
          </a:lstStyle>
          <a:p>
            <a:pPr lvl="0"/>
            <a:r>
              <a:rPr lang="en-US" dirty="0"/>
              <a:t>Edit master text styles</a:t>
            </a:r>
          </a:p>
        </p:txBody>
      </p:sp>
      <p:sp>
        <p:nvSpPr>
          <p:cNvPr id="33" name="Picture Placeholder 2">
            <a:extLst>
              <a:ext uri="{FF2B5EF4-FFF2-40B4-BE49-F238E27FC236}">
                <a16:creationId xmlns:a16="http://schemas.microsoft.com/office/drawing/2014/main" id="{4AC0237F-F3D2-5B48-FDD3-0D38A29F9329}"/>
              </a:ext>
            </a:extLst>
          </p:cNvPr>
          <p:cNvSpPr>
            <a:spLocks noGrp="1"/>
          </p:cNvSpPr>
          <p:nvPr>
            <p:ph type="pic" idx="23"/>
          </p:nvPr>
        </p:nvSpPr>
        <p:spPr>
          <a:xfrm>
            <a:off x="9105429" y="2746020"/>
            <a:ext cx="2652497" cy="2163093"/>
          </a:xfrm>
        </p:spPr>
        <p:txBody>
          <a:bodyPr/>
          <a:lstStyle>
            <a:lvl1pPr marL="0" indent="0">
              <a:buNone/>
              <a:defRPr sz="3200"/>
            </a:lvl1pPr>
            <a:lvl2pPr marL="457178" indent="0">
              <a:buNone/>
              <a:defRPr sz="2800"/>
            </a:lvl2pPr>
            <a:lvl3pPr marL="914354" indent="0">
              <a:buNone/>
              <a:defRPr sz="2400"/>
            </a:lvl3pPr>
            <a:lvl4pPr marL="1371532" indent="0">
              <a:buNone/>
              <a:defRPr sz="2000"/>
            </a:lvl4pPr>
            <a:lvl5pPr marL="1828709" indent="0">
              <a:buNone/>
              <a:defRPr sz="2000"/>
            </a:lvl5pPr>
            <a:lvl6pPr marL="2285886" indent="0">
              <a:buNone/>
              <a:defRPr sz="2000"/>
            </a:lvl6pPr>
            <a:lvl7pPr marL="2743062" indent="0">
              <a:buNone/>
              <a:defRPr sz="2000"/>
            </a:lvl7pPr>
            <a:lvl8pPr marL="3200240" indent="0">
              <a:buNone/>
              <a:defRPr sz="2000"/>
            </a:lvl8pPr>
            <a:lvl9pPr marL="3657418" indent="0">
              <a:buNone/>
              <a:defRPr sz="2000"/>
            </a:lvl9pPr>
          </a:lstStyle>
          <a:p>
            <a:r>
              <a:rPr lang="en-US"/>
              <a:t>Click icon to add picture</a:t>
            </a:r>
            <a:endParaRPr lang="en-US" dirty="0"/>
          </a:p>
        </p:txBody>
      </p:sp>
      <p:sp>
        <p:nvSpPr>
          <p:cNvPr id="34" name="Content Placeholder 2">
            <a:extLst>
              <a:ext uri="{FF2B5EF4-FFF2-40B4-BE49-F238E27FC236}">
                <a16:creationId xmlns:a16="http://schemas.microsoft.com/office/drawing/2014/main" id="{9C3F4213-26B4-FC1E-F3B7-05D32356B3BD}"/>
              </a:ext>
            </a:extLst>
          </p:cNvPr>
          <p:cNvSpPr>
            <a:spLocks noGrp="1"/>
          </p:cNvSpPr>
          <p:nvPr>
            <p:ph sz="half" idx="24" hasCustomPrompt="1"/>
          </p:nvPr>
        </p:nvSpPr>
        <p:spPr>
          <a:xfrm>
            <a:off x="9105437" y="4909116"/>
            <a:ext cx="2652495" cy="593577"/>
          </a:xfrm>
          <a:solidFill>
            <a:schemeClr val="accent1"/>
          </a:solidFill>
          <a:ln>
            <a:noFill/>
          </a:ln>
        </p:spPr>
        <p:txBody>
          <a:bodyPr lIns="72000" tIns="72000" rIns="72000" bIns="72000">
            <a:normAutofit/>
          </a:bodyPr>
          <a:lstStyle>
            <a:lvl1pPr marL="0" indent="0">
              <a:buFontTx/>
              <a:buNone/>
              <a:defRPr sz="1100" b="0"/>
            </a:lvl1pPr>
          </a:lstStyle>
          <a:p>
            <a:pPr lvl="0"/>
            <a:r>
              <a:rPr lang="en-US" dirty="0"/>
              <a:t>Edit master text styles</a:t>
            </a:r>
          </a:p>
        </p:txBody>
      </p:sp>
      <p:sp>
        <p:nvSpPr>
          <p:cNvPr id="2" name="TextBox 1">
            <a:extLst>
              <a:ext uri="{FF2B5EF4-FFF2-40B4-BE49-F238E27FC236}">
                <a16:creationId xmlns:a16="http://schemas.microsoft.com/office/drawing/2014/main" id="{90E3E1F3-60BC-A502-C92D-697C2C408463}"/>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4" name="Straight Connector 3">
            <a:extLst>
              <a:ext uri="{FF2B5EF4-FFF2-40B4-BE49-F238E27FC236}">
                <a16:creationId xmlns:a16="http://schemas.microsoft.com/office/drawing/2014/main" id="{743AB2FE-DFD2-0FA3-C038-FB5684C9FAF2}"/>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8" name="Footer Placeholder 4">
            <a:extLst>
              <a:ext uri="{FF2B5EF4-FFF2-40B4-BE49-F238E27FC236}">
                <a16:creationId xmlns:a16="http://schemas.microsoft.com/office/drawing/2014/main" id="{A715E079-78EC-4037-5AC3-052D98B24FEF}"/>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9" name="Title Placeholder 1">
            <a:extLst>
              <a:ext uri="{FF2B5EF4-FFF2-40B4-BE49-F238E27FC236}">
                <a16:creationId xmlns:a16="http://schemas.microsoft.com/office/drawing/2014/main" id="{A081EB8E-5372-4255-8858-E2870EA73172}"/>
              </a:ext>
            </a:extLst>
          </p:cNvPr>
          <p:cNvSpPr>
            <a:spLocks noGrp="1"/>
          </p:cNvSpPr>
          <p:nvPr>
            <p:ph type="title"/>
          </p:nvPr>
        </p:nvSpPr>
        <p:spPr>
          <a:xfrm>
            <a:off x="399738" y="343837"/>
            <a:ext cx="8577208" cy="443198"/>
          </a:xfrm>
          <a:prstGeom prst="rect">
            <a:avLst/>
          </a:prstGeom>
        </p:spPr>
        <p:txBody>
          <a:bodyPr vert="horz" wrap="square" lIns="0" tIns="0" rIns="0" bIns="0" rtlCol="0" anchor="t" anchorCtr="0">
            <a:spAutoFit/>
          </a:bodyPr>
          <a:lstStyle/>
          <a:p>
            <a:r>
              <a:rPr lang="en-US"/>
              <a:t>Click to edit Master title style</a:t>
            </a:r>
            <a:endParaRPr lang="en-US" dirty="0"/>
          </a:p>
        </p:txBody>
      </p:sp>
      <p:sp>
        <p:nvSpPr>
          <p:cNvPr id="3" name="TextBox 2">
            <a:extLst>
              <a:ext uri="{FF2B5EF4-FFF2-40B4-BE49-F238E27FC236}">
                <a16:creationId xmlns:a16="http://schemas.microsoft.com/office/drawing/2014/main" id="{25EA7A7A-5CFD-5739-A684-0C18C0831654}"/>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283131238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5_Blank">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71E77CA1-9CDF-734F-9BC2-A77ABB697C72}"/>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8" name="Picture 7">
            <a:extLst>
              <a:ext uri="{FF2B5EF4-FFF2-40B4-BE49-F238E27FC236}">
                <a16:creationId xmlns:a16="http://schemas.microsoft.com/office/drawing/2014/main" id="{77C989A6-F100-D244-9811-9480ED60557C}"/>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3" name="TextBox 2">
            <a:extLst>
              <a:ext uri="{FF2B5EF4-FFF2-40B4-BE49-F238E27FC236}">
                <a16:creationId xmlns:a16="http://schemas.microsoft.com/office/drawing/2014/main" id="{2953FB21-2646-0D56-02B8-10257E98D9F2}"/>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7" name="Straight Connector 6">
            <a:extLst>
              <a:ext uri="{FF2B5EF4-FFF2-40B4-BE49-F238E27FC236}">
                <a16:creationId xmlns:a16="http://schemas.microsoft.com/office/drawing/2014/main" id="{8CDB768E-55F5-7876-CF52-F1518763AAE5}"/>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Footer Placeholder 4">
            <a:extLst>
              <a:ext uri="{FF2B5EF4-FFF2-40B4-BE49-F238E27FC236}">
                <a16:creationId xmlns:a16="http://schemas.microsoft.com/office/drawing/2014/main" id="{DC1351BB-F4DD-D90C-430F-C7056589AD15}"/>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0" name="Title Placeholder 1">
            <a:extLst>
              <a:ext uri="{FF2B5EF4-FFF2-40B4-BE49-F238E27FC236}">
                <a16:creationId xmlns:a16="http://schemas.microsoft.com/office/drawing/2014/main" id="{7CABF511-E87A-C207-7C25-AC958A88C0D6}"/>
              </a:ext>
            </a:extLst>
          </p:cNvPr>
          <p:cNvSpPr>
            <a:spLocks noGrp="1"/>
          </p:cNvSpPr>
          <p:nvPr>
            <p:ph type="title"/>
          </p:nvPr>
        </p:nvSpPr>
        <p:spPr>
          <a:xfrm>
            <a:off x="399738" y="343837"/>
            <a:ext cx="8577208" cy="443198"/>
          </a:xfrm>
          <a:prstGeom prst="rect">
            <a:avLst/>
          </a:prstGeom>
        </p:spPr>
        <p:txBody>
          <a:bodyPr vert="horz" wrap="square" lIns="0" tIns="0" rIns="0" bIns="0" rtlCol="0" anchor="t" anchorCtr="0">
            <a:spAutoFit/>
          </a:bodyPr>
          <a:lstStyle/>
          <a:p>
            <a:r>
              <a:rPr lang="en-US"/>
              <a:t>Click to edit Master title style</a:t>
            </a:r>
            <a:endParaRPr lang="en-US" dirty="0"/>
          </a:p>
        </p:txBody>
      </p:sp>
      <p:sp>
        <p:nvSpPr>
          <p:cNvPr id="2" name="TextBox 1">
            <a:extLst>
              <a:ext uri="{FF2B5EF4-FFF2-40B4-BE49-F238E27FC236}">
                <a16:creationId xmlns:a16="http://schemas.microsoft.com/office/drawing/2014/main" id="{DC9689DA-81EA-4FC5-28D0-500FEE179010}"/>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74186364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5_Custom Layou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2082987-A0A7-9749-A6CE-497C17CC2329}"/>
              </a:ext>
            </a:extLst>
          </p:cNvPr>
          <p:cNvSpPr/>
          <p:nvPr userDrawn="1"/>
        </p:nvSpPr>
        <p:spPr>
          <a:xfrm>
            <a:off x="0" y="3"/>
            <a:ext cx="12192000" cy="62960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0" name="Picture 9">
            <a:extLst>
              <a:ext uri="{FF2B5EF4-FFF2-40B4-BE49-F238E27FC236}">
                <a16:creationId xmlns:a16="http://schemas.microsoft.com/office/drawing/2014/main" id="{EBF0A9E0-22D9-E043-93E8-6F8DE13E6587}"/>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2" r="23451" b="15127"/>
          <a:stretch/>
        </p:blipFill>
        <p:spPr>
          <a:xfrm>
            <a:off x="8217720" y="11646"/>
            <a:ext cx="3960000" cy="6219825"/>
          </a:xfrm>
          <a:prstGeom prst="rect">
            <a:avLst/>
          </a:prstGeom>
        </p:spPr>
      </p:pic>
      <p:sp>
        <p:nvSpPr>
          <p:cNvPr id="13" name="Content Placeholder 2">
            <a:extLst>
              <a:ext uri="{FF2B5EF4-FFF2-40B4-BE49-F238E27FC236}">
                <a16:creationId xmlns:a16="http://schemas.microsoft.com/office/drawing/2014/main" id="{7E0E5A85-C763-3B47-9BD8-87C2C063DA4B}"/>
              </a:ext>
            </a:extLst>
          </p:cNvPr>
          <p:cNvSpPr>
            <a:spLocks noGrp="1"/>
          </p:cNvSpPr>
          <p:nvPr>
            <p:ph sz="half" idx="1" hasCustomPrompt="1"/>
          </p:nvPr>
        </p:nvSpPr>
        <p:spPr>
          <a:xfrm>
            <a:off x="674558" y="1588958"/>
            <a:ext cx="7528884" cy="4017364"/>
          </a:xfrm>
        </p:spPr>
        <p:txBody>
          <a:bodyPr/>
          <a:lstStyle>
            <a:lvl1pPr marL="0" indent="0">
              <a:buClr>
                <a:schemeClr val="bg1"/>
              </a:buClr>
              <a:buFontTx/>
              <a:buNone/>
              <a:defRPr sz="4000">
                <a:solidFill>
                  <a:schemeClr val="tx1"/>
                </a:solidFill>
              </a:defRPr>
            </a:lvl1pPr>
            <a:lvl2pPr marL="287986" indent="0">
              <a:buClr>
                <a:schemeClr val="bg1"/>
              </a:buClr>
              <a:buFontTx/>
              <a:buNone/>
              <a:defRPr>
                <a:solidFill>
                  <a:schemeClr val="tx1"/>
                </a:solidFill>
              </a:defRPr>
            </a:lvl2pPr>
            <a:lvl3pPr marL="575972" indent="0">
              <a:buClr>
                <a:schemeClr val="bg1"/>
              </a:buClr>
              <a:buFontTx/>
              <a:buNone/>
              <a:defRPr>
                <a:solidFill>
                  <a:schemeClr val="tx1"/>
                </a:solidFill>
              </a:defRPr>
            </a:lvl3pPr>
            <a:lvl4pPr marL="0" indent="0">
              <a:buClr>
                <a:schemeClr val="bg1"/>
              </a:buClr>
              <a:buFontTx/>
              <a:buNone/>
              <a:defRPr>
                <a:solidFill>
                  <a:schemeClr val="tx1"/>
                </a:solidFill>
              </a:defRPr>
            </a:lvl4pPr>
            <a:lvl5pPr marL="1151942" indent="0">
              <a:buClr>
                <a:schemeClr val="bg1"/>
              </a:buClr>
              <a:buFontTx/>
              <a:buNone/>
              <a:defRPr>
                <a:solidFill>
                  <a:schemeClr val="tx1"/>
                </a:solidFill>
              </a:defRPr>
            </a:lvl5pPr>
          </a:lstStyle>
          <a:p>
            <a:pPr lvl="0"/>
            <a:r>
              <a:rPr lang="en-GB" dirty="0"/>
              <a:t>“&lt;Quote style, insert quote&gt;”</a:t>
            </a:r>
          </a:p>
          <a:p>
            <a:pPr lvl="3"/>
            <a:r>
              <a:rPr lang="en-GB" dirty="0"/>
              <a:t>&lt;First name Last name&gt;</a:t>
            </a:r>
          </a:p>
        </p:txBody>
      </p:sp>
      <p:sp>
        <p:nvSpPr>
          <p:cNvPr id="11" name="Rectangle 10">
            <a:extLst>
              <a:ext uri="{FF2B5EF4-FFF2-40B4-BE49-F238E27FC236}">
                <a16:creationId xmlns:a16="http://schemas.microsoft.com/office/drawing/2014/main" id="{5C12CD38-D4A1-B940-A035-BE7D483FF123}"/>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7" name="Picture 16">
            <a:extLst>
              <a:ext uri="{FF2B5EF4-FFF2-40B4-BE49-F238E27FC236}">
                <a16:creationId xmlns:a16="http://schemas.microsoft.com/office/drawing/2014/main" id="{9F174683-C40A-5E4F-9BF6-BC7F9703047C}"/>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3" name="TextBox 2">
            <a:extLst>
              <a:ext uri="{FF2B5EF4-FFF2-40B4-BE49-F238E27FC236}">
                <a16:creationId xmlns:a16="http://schemas.microsoft.com/office/drawing/2014/main" id="{5FE38075-372F-6844-9F98-C937958AD6B5}"/>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7" name="Straight Connector 6">
            <a:extLst>
              <a:ext uri="{FF2B5EF4-FFF2-40B4-BE49-F238E27FC236}">
                <a16:creationId xmlns:a16="http://schemas.microsoft.com/office/drawing/2014/main" id="{B451E343-9084-E686-3699-FAA7B6CBC1E6}"/>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8" name="Footer Placeholder 4">
            <a:extLst>
              <a:ext uri="{FF2B5EF4-FFF2-40B4-BE49-F238E27FC236}">
                <a16:creationId xmlns:a16="http://schemas.microsoft.com/office/drawing/2014/main" id="{AED84418-AEC2-6F8C-A6E8-0F39927E5B72}"/>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2" name="TextBox 1">
            <a:extLst>
              <a:ext uri="{FF2B5EF4-FFF2-40B4-BE49-F238E27FC236}">
                <a16:creationId xmlns:a16="http://schemas.microsoft.com/office/drawing/2014/main" id="{5438FB49-85BE-3E87-1702-3595716815FF}"/>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82379650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3_Custom Layout">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EBF0A9E0-22D9-E043-93E8-6F8DE13E6587}"/>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4901" r="26223"/>
          <a:stretch/>
        </p:blipFill>
        <p:spPr>
          <a:xfrm>
            <a:off x="9245674" y="252197"/>
            <a:ext cx="2761485" cy="5679878"/>
          </a:xfrm>
          <a:prstGeom prst="rect">
            <a:avLst/>
          </a:prstGeom>
        </p:spPr>
      </p:pic>
      <p:sp>
        <p:nvSpPr>
          <p:cNvPr id="13" name="Content Placeholder 2">
            <a:extLst>
              <a:ext uri="{FF2B5EF4-FFF2-40B4-BE49-F238E27FC236}">
                <a16:creationId xmlns:a16="http://schemas.microsoft.com/office/drawing/2014/main" id="{7E0E5A85-C763-3B47-9BD8-87C2C063DA4B}"/>
              </a:ext>
            </a:extLst>
          </p:cNvPr>
          <p:cNvSpPr>
            <a:spLocks noGrp="1"/>
          </p:cNvSpPr>
          <p:nvPr>
            <p:ph sz="half" idx="1" hasCustomPrompt="1"/>
          </p:nvPr>
        </p:nvSpPr>
        <p:spPr>
          <a:xfrm>
            <a:off x="674558" y="1588958"/>
            <a:ext cx="7528884" cy="4017364"/>
          </a:xfrm>
        </p:spPr>
        <p:txBody>
          <a:bodyPr/>
          <a:lstStyle>
            <a:lvl1pPr marL="0" indent="0">
              <a:buClr>
                <a:schemeClr val="bg1"/>
              </a:buClr>
              <a:buFontTx/>
              <a:buNone/>
              <a:defRPr sz="4000">
                <a:solidFill>
                  <a:schemeClr val="tx1"/>
                </a:solidFill>
              </a:defRPr>
            </a:lvl1pPr>
            <a:lvl2pPr marL="287986" indent="0">
              <a:buClr>
                <a:schemeClr val="bg1"/>
              </a:buClr>
              <a:buFontTx/>
              <a:buNone/>
              <a:defRPr>
                <a:solidFill>
                  <a:schemeClr val="tx1"/>
                </a:solidFill>
              </a:defRPr>
            </a:lvl2pPr>
            <a:lvl3pPr marL="575972" indent="0">
              <a:buClr>
                <a:schemeClr val="bg1"/>
              </a:buClr>
              <a:buFontTx/>
              <a:buNone/>
              <a:defRPr>
                <a:solidFill>
                  <a:schemeClr val="tx1"/>
                </a:solidFill>
              </a:defRPr>
            </a:lvl3pPr>
            <a:lvl4pPr marL="0" indent="0">
              <a:buClr>
                <a:schemeClr val="bg1"/>
              </a:buClr>
              <a:buFontTx/>
              <a:buNone/>
              <a:defRPr>
                <a:solidFill>
                  <a:schemeClr val="tx1"/>
                </a:solidFill>
              </a:defRPr>
            </a:lvl4pPr>
            <a:lvl5pPr marL="1151942" indent="0">
              <a:buClr>
                <a:schemeClr val="bg1"/>
              </a:buClr>
              <a:buFontTx/>
              <a:buNone/>
              <a:defRPr>
                <a:solidFill>
                  <a:schemeClr val="tx1"/>
                </a:solidFill>
              </a:defRPr>
            </a:lvl5pPr>
          </a:lstStyle>
          <a:p>
            <a:pPr lvl="0"/>
            <a:r>
              <a:rPr lang="en-GB" dirty="0"/>
              <a:t>“&lt;Quote style, insert quote&gt;”</a:t>
            </a:r>
          </a:p>
          <a:p>
            <a:pPr lvl="3"/>
            <a:r>
              <a:rPr lang="en-GB" dirty="0"/>
              <a:t>&lt;First name Last name&gt;</a:t>
            </a:r>
          </a:p>
        </p:txBody>
      </p:sp>
      <p:sp>
        <p:nvSpPr>
          <p:cNvPr id="11" name="Rectangle 10">
            <a:extLst>
              <a:ext uri="{FF2B5EF4-FFF2-40B4-BE49-F238E27FC236}">
                <a16:creationId xmlns:a16="http://schemas.microsoft.com/office/drawing/2014/main" id="{5C12CD38-D4A1-B940-A035-BE7D483FF123}"/>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7" name="Picture 16">
            <a:extLst>
              <a:ext uri="{FF2B5EF4-FFF2-40B4-BE49-F238E27FC236}">
                <a16:creationId xmlns:a16="http://schemas.microsoft.com/office/drawing/2014/main" id="{9F174683-C40A-5E4F-9BF6-BC7F9703047C}"/>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3" name="TextBox 2">
            <a:extLst>
              <a:ext uri="{FF2B5EF4-FFF2-40B4-BE49-F238E27FC236}">
                <a16:creationId xmlns:a16="http://schemas.microsoft.com/office/drawing/2014/main" id="{073DC8B9-5768-F986-D58C-5C39F0469C84}"/>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7" name="Straight Connector 6">
            <a:extLst>
              <a:ext uri="{FF2B5EF4-FFF2-40B4-BE49-F238E27FC236}">
                <a16:creationId xmlns:a16="http://schemas.microsoft.com/office/drawing/2014/main" id="{1BBAEA4F-2F7D-F21F-2313-D358C006F46F}"/>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8" name="Footer Placeholder 4">
            <a:extLst>
              <a:ext uri="{FF2B5EF4-FFF2-40B4-BE49-F238E27FC236}">
                <a16:creationId xmlns:a16="http://schemas.microsoft.com/office/drawing/2014/main" id="{52A20AE0-AC3D-470A-3954-50AC61FED742}"/>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2" name="TextBox 1">
            <a:extLst>
              <a:ext uri="{FF2B5EF4-FFF2-40B4-BE49-F238E27FC236}">
                <a16:creationId xmlns:a16="http://schemas.microsoft.com/office/drawing/2014/main" id="{AED0737A-B554-2118-56EF-2BA0D0867278}"/>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14711155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7_Custom Layou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2082987-A0A7-9749-A6CE-497C17CC2329}"/>
              </a:ext>
            </a:extLst>
          </p:cNvPr>
          <p:cNvSpPr/>
          <p:nvPr userDrawn="1"/>
        </p:nvSpPr>
        <p:spPr>
          <a:xfrm>
            <a:off x="0" y="3"/>
            <a:ext cx="12192000" cy="629602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sp>
        <p:nvSpPr>
          <p:cNvPr id="13" name="Content Placeholder 2">
            <a:extLst>
              <a:ext uri="{FF2B5EF4-FFF2-40B4-BE49-F238E27FC236}">
                <a16:creationId xmlns:a16="http://schemas.microsoft.com/office/drawing/2014/main" id="{7E0E5A85-C763-3B47-9BD8-87C2C063DA4B}"/>
              </a:ext>
            </a:extLst>
          </p:cNvPr>
          <p:cNvSpPr>
            <a:spLocks noGrp="1"/>
          </p:cNvSpPr>
          <p:nvPr>
            <p:ph sz="half" idx="1" hasCustomPrompt="1"/>
          </p:nvPr>
        </p:nvSpPr>
        <p:spPr>
          <a:xfrm>
            <a:off x="674558" y="1588958"/>
            <a:ext cx="7449444" cy="4017364"/>
          </a:xfrm>
        </p:spPr>
        <p:txBody>
          <a:bodyPr/>
          <a:lstStyle>
            <a:lvl1pPr marL="0" indent="0">
              <a:buClr>
                <a:schemeClr val="bg1"/>
              </a:buClr>
              <a:buFontTx/>
              <a:buNone/>
              <a:defRPr sz="4000">
                <a:solidFill>
                  <a:schemeClr val="bg1"/>
                </a:solidFill>
              </a:defRPr>
            </a:lvl1pPr>
            <a:lvl2pPr marL="287986" indent="0">
              <a:buClr>
                <a:schemeClr val="bg1"/>
              </a:buClr>
              <a:buFontTx/>
              <a:buNone/>
              <a:defRPr>
                <a:solidFill>
                  <a:schemeClr val="tx1"/>
                </a:solidFill>
              </a:defRPr>
            </a:lvl2pPr>
            <a:lvl3pPr marL="575972" indent="0">
              <a:buClr>
                <a:schemeClr val="bg1"/>
              </a:buClr>
              <a:buFontTx/>
              <a:buNone/>
              <a:defRPr>
                <a:solidFill>
                  <a:schemeClr val="tx1"/>
                </a:solidFill>
              </a:defRPr>
            </a:lvl3pPr>
            <a:lvl4pPr marL="0" indent="0">
              <a:buClr>
                <a:schemeClr val="bg1"/>
              </a:buClr>
              <a:buFontTx/>
              <a:buNone/>
              <a:defRPr>
                <a:solidFill>
                  <a:schemeClr val="bg1"/>
                </a:solidFill>
              </a:defRPr>
            </a:lvl4pPr>
            <a:lvl5pPr marL="1151942" indent="0">
              <a:buClr>
                <a:schemeClr val="bg1"/>
              </a:buClr>
              <a:buFontTx/>
              <a:buNone/>
              <a:defRPr>
                <a:solidFill>
                  <a:schemeClr val="tx1"/>
                </a:solidFill>
              </a:defRPr>
            </a:lvl5pPr>
          </a:lstStyle>
          <a:p>
            <a:pPr lvl="0"/>
            <a:r>
              <a:rPr lang="en-GB" dirty="0"/>
              <a:t>“&lt;Quote style, Insert quote&gt;”</a:t>
            </a:r>
          </a:p>
          <a:p>
            <a:pPr lvl="3"/>
            <a:r>
              <a:rPr lang="en-GB" dirty="0"/>
              <a:t>&lt;First name Last name&gt;</a:t>
            </a:r>
          </a:p>
        </p:txBody>
      </p:sp>
      <p:sp>
        <p:nvSpPr>
          <p:cNvPr id="11" name="Rectangle 10">
            <a:extLst>
              <a:ext uri="{FF2B5EF4-FFF2-40B4-BE49-F238E27FC236}">
                <a16:creationId xmlns:a16="http://schemas.microsoft.com/office/drawing/2014/main" id="{5C12CD38-D4A1-B940-A035-BE7D483FF123}"/>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0" name="Picture 9">
            <a:extLst>
              <a:ext uri="{FF2B5EF4-FFF2-40B4-BE49-F238E27FC236}">
                <a16:creationId xmlns:a16="http://schemas.microsoft.com/office/drawing/2014/main" id="{88918C8C-90F5-544F-87D4-4A3D3F2B012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12" name="TextBox 11">
            <a:extLst>
              <a:ext uri="{FF2B5EF4-FFF2-40B4-BE49-F238E27FC236}">
                <a16:creationId xmlns:a16="http://schemas.microsoft.com/office/drawing/2014/main" id="{634A6CF0-C66C-59ED-4F69-B1F2CFF4E0C6}"/>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14" name="Straight Connector 13">
            <a:extLst>
              <a:ext uri="{FF2B5EF4-FFF2-40B4-BE49-F238E27FC236}">
                <a16:creationId xmlns:a16="http://schemas.microsoft.com/office/drawing/2014/main" id="{E87900B1-CCD2-07B5-E6CA-A036E077CD54}"/>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Footer Placeholder 4">
            <a:extLst>
              <a:ext uri="{FF2B5EF4-FFF2-40B4-BE49-F238E27FC236}">
                <a16:creationId xmlns:a16="http://schemas.microsoft.com/office/drawing/2014/main" id="{564C38D5-0B53-7E61-E7F7-1A01524FB5D1}"/>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pic>
        <p:nvPicPr>
          <p:cNvPr id="3" name="Picture 2" descr="A picture containing screenshot, pattern, symmetry, black&#10;&#10;Description automatically generated">
            <a:extLst>
              <a:ext uri="{FF2B5EF4-FFF2-40B4-BE49-F238E27FC236}">
                <a16:creationId xmlns:a16="http://schemas.microsoft.com/office/drawing/2014/main" id="{EB1441EA-87AE-CA59-A66A-2A78F95593A2}"/>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29080"/>
          <a:stretch/>
        </p:blipFill>
        <p:spPr>
          <a:xfrm>
            <a:off x="9262334" y="416892"/>
            <a:ext cx="2711074" cy="5397500"/>
          </a:xfrm>
          <a:prstGeom prst="rect">
            <a:avLst/>
          </a:prstGeom>
        </p:spPr>
      </p:pic>
      <p:sp>
        <p:nvSpPr>
          <p:cNvPr id="2" name="TextBox 1">
            <a:extLst>
              <a:ext uri="{FF2B5EF4-FFF2-40B4-BE49-F238E27FC236}">
                <a16:creationId xmlns:a16="http://schemas.microsoft.com/office/drawing/2014/main" id="{5A74AB3D-938B-19A8-19F2-4EF9378543BB}"/>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175576091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22_Custom Layou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2082987-A0A7-9749-A6CE-497C17CC2329}"/>
              </a:ext>
            </a:extLst>
          </p:cNvPr>
          <p:cNvSpPr/>
          <p:nvPr userDrawn="1"/>
        </p:nvSpPr>
        <p:spPr>
          <a:xfrm>
            <a:off x="0" y="3"/>
            <a:ext cx="12192000" cy="62960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sp>
        <p:nvSpPr>
          <p:cNvPr id="13" name="Content Placeholder 2">
            <a:extLst>
              <a:ext uri="{FF2B5EF4-FFF2-40B4-BE49-F238E27FC236}">
                <a16:creationId xmlns:a16="http://schemas.microsoft.com/office/drawing/2014/main" id="{7E0E5A85-C763-3B47-9BD8-87C2C063DA4B}"/>
              </a:ext>
            </a:extLst>
          </p:cNvPr>
          <p:cNvSpPr>
            <a:spLocks noGrp="1"/>
          </p:cNvSpPr>
          <p:nvPr>
            <p:ph sz="half" idx="1" hasCustomPrompt="1"/>
          </p:nvPr>
        </p:nvSpPr>
        <p:spPr>
          <a:xfrm>
            <a:off x="674558" y="1588958"/>
            <a:ext cx="7449444" cy="4017364"/>
          </a:xfrm>
        </p:spPr>
        <p:txBody>
          <a:bodyPr/>
          <a:lstStyle>
            <a:lvl1pPr marL="0" indent="0">
              <a:buClr>
                <a:schemeClr val="bg1"/>
              </a:buClr>
              <a:buFontTx/>
              <a:buNone/>
              <a:defRPr sz="4000">
                <a:solidFill>
                  <a:schemeClr val="bg1"/>
                </a:solidFill>
              </a:defRPr>
            </a:lvl1pPr>
            <a:lvl2pPr marL="287986" indent="0">
              <a:buClr>
                <a:schemeClr val="bg1"/>
              </a:buClr>
              <a:buFontTx/>
              <a:buNone/>
              <a:defRPr>
                <a:solidFill>
                  <a:schemeClr val="tx1"/>
                </a:solidFill>
              </a:defRPr>
            </a:lvl2pPr>
            <a:lvl3pPr marL="575972" indent="0">
              <a:buClr>
                <a:schemeClr val="bg1"/>
              </a:buClr>
              <a:buFontTx/>
              <a:buNone/>
              <a:defRPr>
                <a:solidFill>
                  <a:schemeClr val="tx1"/>
                </a:solidFill>
              </a:defRPr>
            </a:lvl3pPr>
            <a:lvl4pPr marL="0" indent="0">
              <a:buClr>
                <a:schemeClr val="bg1"/>
              </a:buClr>
              <a:buFontTx/>
              <a:buNone/>
              <a:defRPr>
                <a:solidFill>
                  <a:schemeClr val="bg1"/>
                </a:solidFill>
              </a:defRPr>
            </a:lvl4pPr>
            <a:lvl5pPr marL="1151942" indent="0">
              <a:buClr>
                <a:schemeClr val="bg1"/>
              </a:buClr>
              <a:buFontTx/>
              <a:buNone/>
              <a:defRPr>
                <a:solidFill>
                  <a:schemeClr val="tx1"/>
                </a:solidFill>
              </a:defRPr>
            </a:lvl5pPr>
          </a:lstStyle>
          <a:p>
            <a:pPr lvl="0"/>
            <a:r>
              <a:rPr lang="en-GB" dirty="0"/>
              <a:t>“&lt;Quote style, Insert quote&gt;”</a:t>
            </a:r>
          </a:p>
          <a:p>
            <a:pPr lvl="3"/>
            <a:r>
              <a:rPr lang="en-GB" dirty="0"/>
              <a:t>&lt;First name Last name&gt;</a:t>
            </a:r>
          </a:p>
        </p:txBody>
      </p:sp>
      <p:sp>
        <p:nvSpPr>
          <p:cNvPr id="11" name="Rectangle 10">
            <a:extLst>
              <a:ext uri="{FF2B5EF4-FFF2-40B4-BE49-F238E27FC236}">
                <a16:creationId xmlns:a16="http://schemas.microsoft.com/office/drawing/2014/main" id="{5C12CD38-D4A1-B940-A035-BE7D483FF123}"/>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0" name="Picture 9">
            <a:extLst>
              <a:ext uri="{FF2B5EF4-FFF2-40B4-BE49-F238E27FC236}">
                <a16:creationId xmlns:a16="http://schemas.microsoft.com/office/drawing/2014/main" id="{88918C8C-90F5-544F-87D4-4A3D3F2B012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2" name="TextBox 1">
            <a:extLst>
              <a:ext uri="{FF2B5EF4-FFF2-40B4-BE49-F238E27FC236}">
                <a16:creationId xmlns:a16="http://schemas.microsoft.com/office/drawing/2014/main" id="{AB6E2CBE-CD80-5BB4-CAFE-132C6A98DCEA}"/>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7" name="Straight Connector 6">
            <a:extLst>
              <a:ext uri="{FF2B5EF4-FFF2-40B4-BE49-F238E27FC236}">
                <a16:creationId xmlns:a16="http://schemas.microsoft.com/office/drawing/2014/main" id="{1B0DF6B8-49B1-01CF-1B67-5A88EE2CEA74}"/>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8" name="Footer Placeholder 4">
            <a:extLst>
              <a:ext uri="{FF2B5EF4-FFF2-40B4-BE49-F238E27FC236}">
                <a16:creationId xmlns:a16="http://schemas.microsoft.com/office/drawing/2014/main" id="{5606676F-FDEC-7B5B-19F7-349E65490DB2}"/>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pic>
        <p:nvPicPr>
          <p:cNvPr id="3" name="Picture 2" descr="A picture containing screenshot, pattern, symmetry, black&#10;&#10;Description automatically generated">
            <a:extLst>
              <a:ext uri="{FF2B5EF4-FFF2-40B4-BE49-F238E27FC236}">
                <a16:creationId xmlns:a16="http://schemas.microsoft.com/office/drawing/2014/main" id="{C1368512-FEB8-4E8B-FDD2-3D135596DB31}"/>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29080"/>
          <a:stretch/>
        </p:blipFill>
        <p:spPr>
          <a:xfrm>
            <a:off x="9262334" y="416892"/>
            <a:ext cx="2711074" cy="5397500"/>
          </a:xfrm>
          <a:prstGeom prst="rect">
            <a:avLst/>
          </a:prstGeom>
        </p:spPr>
      </p:pic>
      <p:sp>
        <p:nvSpPr>
          <p:cNvPr id="4" name="TextBox 3">
            <a:extLst>
              <a:ext uri="{FF2B5EF4-FFF2-40B4-BE49-F238E27FC236}">
                <a16:creationId xmlns:a16="http://schemas.microsoft.com/office/drawing/2014/main" id="{0729FB62-5559-2CC8-0B52-9B2C12A36224}"/>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238443705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2082987-A0A7-9749-A6CE-497C17CC2329}"/>
              </a:ext>
            </a:extLst>
          </p:cNvPr>
          <p:cNvSpPr/>
          <p:nvPr userDrawn="1"/>
        </p:nvSpPr>
        <p:spPr>
          <a:xfrm>
            <a:off x="0" y="3"/>
            <a:ext cx="12192000" cy="62960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sp>
        <p:nvSpPr>
          <p:cNvPr id="12" name="Rectangle 11">
            <a:extLst>
              <a:ext uri="{FF2B5EF4-FFF2-40B4-BE49-F238E27FC236}">
                <a16:creationId xmlns:a16="http://schemas.microsoft.com/office/drawing/2014/main" id="{BDE50E3A-8C49-3246-A2B4-DBFA9E75E882}"/>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1" name="Picture 10">
            <a:extLst>
              <a:ext uri="{FF2B5EF4-FFF2-40B4-BE49-F238E27FC236}">
                <a16:creationId xmlns:a16="http://schemas.microsoft.com/office/drawing/2014/main" id="{E4F5E42C-C654-DB45-B035-68B7257F6A2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8" name="Content Placeholder 2">
            <a:extLst>
              <a:ext uri="{FF2B5EF4-FFF2-40B4-BE49-F238E27FC236}">
                <a16:creationId xmlns:a16="http://schemas.microsoft.com/office/drawing/2014/main" id="{00E7C711-F858-BF6F-32AF-9A2726E33B35}"/>
              </a:ext>
            </a:extLst>
          </p:cNvPr>
          <p:cNvSpPr>
            <a:spLocks noGrp="1"/>
          </p:cNvSpPr>
          <p:nvPr>
            <p:ph sz="half" idx="1" hasCustomPrompt="1"/>
          </p:nvPr>
        </p:nvSpPr>
        <p:spPr>
          <a:xfrm>
            <a:off x="399738" y="1439113"/>
            <a:ext cx="9201462" cy="4455366"/>
          </a:xfrm>
        </p:spPr>
        <p:txBody>
          <a:bodyPr/>
          <a:lstStyle>
            <a:lvl1pPr>
              <a:buClr>
                <a:schemeClr val="bg1"/>
              </a:buClr>
              <a:defRPr>
                <a:solidFill>
                  <a:schemeClr val="tx1"/>
                </a:solidFill>
              </a:defRPr>
            </a:lvl1pPr>
            <a:lvl2pPr>
              <a:buClr>
                <a:schemeClr val="bg1"/>
              </a:buClr>
              <a:defRPr>
                <a:solidFill>
                  <a:schemeClr val="tx1"/>
                </a:solidFill>
              </a:defRPr>
            </a:lvl2pPr>
            <a:lvl3pPr>
              <a:buClr>
                <a:schemeClr val="bg1"/>
              </a:buClr>
              <a:defRPr>
                <a:solidFill>
                  <a:schemeClr val="tx1"/>
                </a:solidFill>
              </a:defRPr>
            </a:lvl3pPr>
            <a:lvl4pPr>
              <a:buClr>
                <a:schemeClr val="bg1"/>
              </a:buClr>
              <a:defRPr>
                <a:solidFill>
                  <a:schemeClr val="tx1"/>
                </a:solidFill>
              </a:defRPr>
            </a:lvl4pPr>
            <a:lvl5pPr>
              <a:buClr>
                <a:schemeClr val="bg1"/>
              </a:buClr>
              <a:defRPr>
                <a:solidFill>
                  <a:schemeClr val="tx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2" name="TextBox 1">
            <a:extLst>
              <a:ext uri="{FF2B5EF4-FFF2-40B4-BE49-F238E27FC236}">
                <a16:creationId xmlns:a16="http://schemas.microsoft.com/office/drawing/2014/main" id="{D12BDC4E-18B4-4F80-E298-6277CB4949B2}"/>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4" name="Straight Connector 3">
            <a:extLst>
              <a:ext uri="{FF2B5EF4-FFF2-40B4-BE49-F238E27FC236}">
                <a16:creationId xmlns:a16="http://schemas.microsoft.com/office/drawing/2014/main" id="{BF572040-95A7-9333-2822-8936DDB4D655}"/>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Footer Placeholder 4">
            <a:extLst>
              <a:ext uri="{FF2B5EF4-FFF2-40B4-BE49-F238E27FC236}">
                <a16:creationId xmlns:a16="http://schemas.microsoft.com/office/drawing/2014/main" id="{01070AA9-73AA-BFBF-9CC9-D39DB8676D21}"/>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4" name="Title Placeholder 1">
            <a:extLst>
              <a:ext uri="{FF2B5EF4-FFF2-40B4-BE49-F238E27FC236}">
                <a16:creationId xmlns:a16="http://schemas.microsoft.com/office/drawing/2014/main" id="{E58F9A88-72B2-39F3-5CE0-22A5B1847BD6}"/>
              </a:ext>
            </a:extLst>
          </p:cNvPr>
          <p:cNvSpPr>
            <a:spLocks noGrp="1"/>
          </p:cNvSpPr>
          <p:nvPr>
            <p:ph type="title"/>
          </p:nvPr>
        </p:nvSpPr>
        <p:spPr>
          <a:xfrm>
            <a:off x="399738" y="343837"/>
            <a:ext cx="8577208" cy="443198"/>
          </a:xfrm>
          <a:prstGeom prst="rect">
            <a:avLst/>
          </a:prstGeom>
        </p:spPr>
        <p:txBody>
          <a:bodyPr vert="horz" wrap="square" lIns="0" tIns="0" rIns="0" bIns="0" rtlCol="0" anchor="t" anchorCtr="0">
            <a:spAutoFit/>
          </a:bodyPr>
          <a:lstStyle/>
          <a:p>
            <a:r>
              <a:rPr lang="en-US"/>
              <a:t>Click to edit Master title style</a:t>
            </a:r>
            <a:endParaRPr lang="en-US" dirty="0"/>
          </a:p>
        </p:txBody>
      </p:sp>
      <p:pic>
        <p:nvPicPr>
          <p:cNvPr id="3" name="Picture 2" descr="A picture containing pattern, symmetry, black, darkness&#10;&#10;Description automatically generated">
            <a:extLst>
              <a:ext uri="{FF2B5EF4-FFF2-40B4-BE49-F238E27FC236}">
                <a16:creationId xmlns:a16="http://schemas.microsoft.com/office/drawing/2014/main" id="{9D7E4530-CEFF-1897-0019-7070CBD9344B}"/>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31331"/>
          <a:stretch/>
        </p:blipFill>
        <p:spPr>
          <a:xfrm>
            <a:off x="9348394" y="416892"/>
            <a:ext cx="2625014" cy="5397500"/>
          </a:xfrm>
          <a:prstGeom prst="rect">
            <a:avLst/>
          </a:prstGeom>
        </p:spPr>
      </p:pic>
      <p:sp>
        <p:nvSpPr>
          <p:cNvPr id="5" name="TextBox 4">
            <a:extLst>
              <a:ext uri="{FF2B5EF4-FFF2-40B4-BE49-F238E27FC236}">
                <a16:creationId xmlns:a16="http://schemas.microsoft.com/office/drawing/2014/main" id="{72AFE2B6-8718-F6E9-6C5B-AC6D543E5D2A}"/>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351108598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0_Custom Layou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2082987-A0A7-9749-A6CE-497C17CC2329}"/>
              </a:ext>
            </a:extLst>
          </p:cNvPr>
          <p:cNvSpPr/>
          <p:nvPr userDrawn="1"/>
        </p:nvSpPr>
        <p:spPr>
          <a:xfrm>
            <a:off x="0" y="3"/>
            <a:ext cx="12192000" cy="62960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sp>
        <p:nvSpPr>
          <p:cNvPr id="12" name="Rectangle 11">
            <a:extLst>
              <a:ext uri="{FF2B5EF4-FFF2-40B4-BE49-F238E27FC236}">
                <a16:creationId xmlns:a16="http://schemas.microsoft.com/office/drawing/2014/main" id="{BDE50E3A-8C49-3246-A2B4-DBFA9E75E882}"/>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0" name="Picture 9">
            <a:extLst>
              <a:ext uri="{FF2B5EF4-FFF2-40B4-BE49-F238E27FC236}">
                <a16:creationId xmlns:a16="http://schemas.microsoft.com/office/drawing/2014/main" id="{907C2A4A-AB7D-C346-A4AE-5D700790B49B}"/>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8" name="Content Placeholder 2">
            <a:extLst>
              <a:ext uri="{FF2B5EF4-FFF2-40B4-BE49-F238E27FC236}">
                <a16:creationId xmlns:a16="http://schemas.microsoft.com/office/drawing/2014/main" id="{397674E6-4CD2-5DC2-979E-5A11515DA5CE}"/>
              </a:ext>
            </a:extLst>
          </p:cNvPr>
          <p:cNvSpPr>
            <a:spLocks noGrp="1"/>
          </p:cNvSpPr>
          <p:nvPr>
            <p:ph sz="half" idx="1" hasCustomPrompt="1"/>
          </p:nvPr>
        </p:nvSpPr>
        <p:spPr>
          <a:xfrm>
            <a:off x="399737" y="1439113"/>
            <a:ext cx="11414992" cy="4455366"/>
          </a:xfrm>
        </p:spPr>
        <p:txBody>
          <a:bodyPr/>
          <a:lstStyle>
            <a:lvl1pPr>
              <a:buClr>
                <a:schemeClr val="bg1"/>
              </a:buClr>
              <a:defRPr>
                <a:solidFill>
                  <a:schemeClr val="tx1"/>
                </a:solidFill>
              </a:defRPr>
            </a:lvl1pPr>
            <a:lvl2pPr>
              <a:buClr>
                <a:schemeClr val="bg1"/>
              </a:buClr>
              <a:defRPr>
                <a:solidFill>
                  <a:schemeClr val="tx1"/>
                </a:solidFill>
              </a:defRPr>
            </a:lvl2pPr>
            <a:lvl3pPr>
              <a:buClr>
                <a:schemeClr val="bg1"/>
              </a:buClr>
              <a:defRPr>
                <a:solidFill>
                  <a:schemeClr val="tx1"/>
                </a:solidFill>
              </a:defRPr>
            </a:lvl3pPr>
            <a:lvl4pPr>
              <a:buClr>
                <a:schemeClr val="bg1"/>
              </a:buClr>
              <a:defRPr>
                <a:solidFill>
                  <a:schemeClr val="tx1"/>
                </a:solidFill>
              </a:defRPr>
            </a:lvl4pPr>
            <a:lvl5pPr>
              <a:buClr>
                <a:schemeClr val="bg1"/>
              </a:buClr>
              <a:defRPr>
                <a:solidFill>
                  <a:schemeClr val="tx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2" name="TextBox 1">
            <a:extLst>
              <a:ext uri="{FF2B5EF4-FFF2-40B4-BE49-F238E27FC236}">
                <a16:creationId xmlns:a16="http://schemas.microsoft.com/office/drawing/2014/main" id="{6802BE17-EEF4-07E7-8B66-4E233EB7C073}"/>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4" name="Straight Connector 3">
            <a:extLst>
              <a:ext uri="{FF2B5EF4-FFF2-40B4-BE49-F238E27FC236}">
                <a16:creationId xmlns:a16="http://schemas.microsoft.com/office/drawing/2014/main" id="{78DF14D4-802C-408D-210E-510FC1711184}"/>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Footer Placeholder 4">
            <a:extLst>
              <a:ext uri="{FF2B5EF4-FFF2-40B4-BE49-F238E27FC236}">
                <a16:creationId xmlns:a16="http://schemas.microsoft.com/office/drawing/2014/main" id="{544D89AB-C64C-8B64-8877-E3719DBC199B}"/>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3" name="Title Placeholder 1">
            <a:extLst>
              <a:ext uri="{FF2B5EF4-FFF2-40B4-BE49-F238E27FC236}">
                <a16:creationId xmlns:a16="http://schemas.microsoft.com/office/drawing/2014/main" id="{9684CB88-9266-F952-BF1A-BCAE5B3F8C20}"/>
              </a:ext>
            </a:extLst>
          </p:cNvPr>
          <p:cNvSpPr>
            <a:spLocks noGrp="1"/>
          </p:cNvSpPr>
          <p:nvPr>
            <p:ph type="title"/>
          </p:nvPr>
        </p:nvSpPr>
        <p:spPr>
          <a:xfrm>
            <a:off x="399737" y="343837"/>
            <a:ext cx="11414991" cy="443198"/>
          </a:xfrm>
          <a:prstGeom prst="rect">
            <a:avLst/>
          </a:prstGeom>
        </p:spPr>
        <p:txBody>
          <a:bodyPr vert="horz" wrap="square" lIns="0" tIns="0" rIns="0" bIns="0" rtlCol="0" anchor="t" anchorCtr="0">
            <a:spAutoFit/>
          </a:bodyPr>
          <a:lstStyle/>
          <a:p>
            <a:r>
              <a:rPr lang="en-US"/>
              <a:t>Click to edit Master title style</a:t>
            </a:r>
            <a:endParaRPr lang="en-US" dirty="0"/>
          </a:p>
        </p:txBody>
      </p:sp>
      <p:sp>
        <p:nvSpPr>
          <p:cNvPr id="3" name="TextBox 2">
            <a:extLst>
              <a:ext uri="{FF2B5EF4-FFF2-40B4-BE49-F238E27FC236}">
                <a16:creationId xmlns:a16="http://schemas.microsoft.com/office/drawing/2014/main" id="{242A7EF2-C9E0-E4A3-BA94-C458564CC46A}"/>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179283509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7_Custom Layout">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BDE50E3A-8C49-3246-A2B4-DBFA9E75E882}"/>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9" name="Picture 8">
            <a:extLst>
              <a:ext uri="{FF2B5EF4-FFF2-40B4-BE49-F238E27FC236}">
                <a16:creationId xmlns:a16="http://schemas.microsoft.com/office/drawing/2014/main" id="{8BFEDAD7-F69F-4C4F-9E99-953D7E949E9E}"/>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8" name="Content Placeholder 2">
            <a:extLst>
              <a:ext uri="{FF2B5EF4-FFF2-40B4-BE49-F238E27FC236}">
                <a16:creationId xmlns:a16="http://schemas.microsoft.com/office/drawing/2014/main" id="{F2D79A63-41FE-DB3D-BA6E-C61D8F9BFC10}"/>
              </a:ext>
            </a:extLst>
          </p:cNvPr>
          <p:cNvSpPr>
            <a:spLocks noGrp="1"/>
          </p:cNvSpPr>
          <p:nvPr>
            <p:ph sz="half" idx="1" hasCustomPrompt="1"/>
          </p:nvPr>
        </p:nvSpPr>
        <p:spPr>
          <a:xfrm>
            <a:off x="399737" y="1439113"/>
            <a:ext cx="11414992" cy="4455366"/>
          </a:xfrm>
        </p:spPr>
        <p:txBody>
          <a:bodyPr/>
          <a:lstStyle>
            <a:lvl1pPr>
              <a:buClr>
                <a:schemeClr val="accent1"/>
              </a:buClr>
              <a:defRPr>
                <a:solidFill>
                  <a:schemeClr val="tx1"/>
                </a:solidFill>
              </a:defRPr>
            </a:lvl1pPr>
            <a:lvl2pPr>
              <a:buClr>
                <a:schemeClr val="accent1"/>
              </a:buClr>
              <a:defRPr>
                <a:solidFill>
                  <a:schemeClr val="tx1"/>
                </a:solidFill>
              </a:defRPr>
            </a:lvl2pPr>
            <a:lvl3pPr>
              <a:buClr>
                <a:schemeClr val="accent1"/>
              </a:buClr>
              <a:defRPr>
                <a:solidFill>
                  <a:schemeClr val="tx1"/>
                </a:solidFill>
              </a:defRPr>
            </a:lvl3pPr>
            <a:lvl4pPr>
              <a:buClr>
                <a:schemeClr val="accent1"/>
              </a:buClr>
              <a:defRPr>
                <a:solidFill>
                  <a:schemeClr val="tx1"/>
                </a:solidFill>
              </a:defRPr>
            </a:lvl4pPr>
            <a:lvl5pPr>
              <a:buClr>
                <a:schemeClr val="accent1"/>
              </a:buClr>
              <a:defRPr>
                <a:solidFill>
                  <a:schemeClr val="tx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2" name="TextBox 1">
            <a:extLst>
              <a:ext uri="{FF2B5EF4-FFF2-40B4-BE49-F238E27FC236}">
                <a16:creationId xmlns:a16="http://schemas.microsoft.com/office/drawing/2014/main" id="{945E02DD-F400-2D5D-8839-1827C8BCC25C}"/>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4" name="Straight Connector 3">
            <a:extLst>
              <a:ext uri="{FF2B5EF4-FFF2-40B4-BE49-F238E27FC236}">
                <a16:creationId xmlns:a16="http://schemas.microsoft.com/office/drawing/2014/main" id="{CB320EFD-B929-4CAD-0B2F-8AAE73C486A8}"/>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Footer Placeholder 4">
            <a:extLst>
              <a:ext uri="{FF2B5EF4-FFF2-40B4-BE49-F238E27FC236}">
                <a16:creationId xmlns:a16="http://schemas.microsoft.com/office/drawing/2014/main" id="{AF402314-0F80-4B7D-619F-0E4554C6C19B}"/>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1" name="Title Placeholder 1">
            <a:extLst>
              <a:ext uri="{FF2B5EF4-FFF2-40B4-BE49-F238E27FC236}">
                <a16:creationId xmlns:a16="http://schemas.microsoft.com/office/drawing/2014/main" id="{A5DBE723-68B9-7915-E582-1E32B82ACE98}"/>
              </a:ext>
            </a:extLst>
          </p:cNvPr>
          <p:cNvSpPr>
            <a:spLocks noGrp="1"/>
          </p:cNvSpPr>
          <p:nvPr>
            <p:ph type="title"/>
          </p:nvPr>
        </p:nvSpPr>
        <p:spPr>
          <a:xfrm>
            <a:off x="399737" y="343837"/>
            <a:ext cx="11414991" cy="443198"/>
          </a:xfrm>
          <a:prstGeom prst="rect">
            <a:avLst/>
          </a:prstGeom>
        </p:spPr>
        <p:txBody>
          <a:bodyPr vert="horz" wrap="square" lIns="0" tIns="0" rIns="0" bIns="0" rtlCol="0" anchor="t" anchorCtr="0">
            <a:spAutoFit/>
          </a:bodyPr>
          <a:lstStyle/>
          <a:p>
            <a:r>
              <a:rPr lang="en-US"/>
              <a:t>Click to edit Master title style</a:t>
            </a:r>
            <a:endParaRPr lang="en-US" dirty="0"/>
          </a:p>
        </p:txBody>
      </p:sp>
      <p:sp>
        <p:nvSpPr>
          <p:cNvPr id="3" name="TextBox 2">
            <a:extLst>
              <a:ext uri="{FF2B5EF4-FFF2-40B4-BE49-F238E27FC236}">
                <a16:creationId xmlns:a16="http://schemas.microsoft.com/office/drawing/2014/main" id="{5A4572D8-0735-550F-0BAE-54D1A261DFBB}"/>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262538768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9_Custom Layou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2082987-A0A7-9749-A6CE-497C17CC2329}"/>
              </a:ext>
            </a:extLst>
          </p:cNvPr>
          <p:cNvSpPr/>
          <p:nvPr userDrawn="1"/>
        </p:nvSpPr>
        <p:spPr>
          <a:xfrm>
            <a:off x="0" y="3"/>
            <a:ext cx="12192000" cy="629602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sp>
        <p:nvSpPr>
          <p:cNvPr id="12" name="Rectangle 11">
            <a:extLst>
              <a:ext uri="{FF2B5EF4-FFF2-40B4-BE49-F238E27FC236}">
                <a16:creationId xmlns:a16="http://schemas.microsoft.com/office/drawing/2014/main" id="{BDE50E3A-8C49-3246-A2B4-DBFA9E75E882}"/>
              </a:ext>
            </a:extLst>
          </p:cNvPr>
          <p:cNvSpPr/>
          <p:nvPr userDrawn="1"/>
        </p:nvSpPr>
        <p:spPr>
          <a:xfrm>
            <a:off x="0" y="6231470"/>
            <a:ext cx="12192000" cy="6265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1" name="Picture 10">
            <a:extLst>
              <a:ext uri="{FF2B5EF4-FFF2-40B4-BE49-F238E27FC236}">
                <a16:creationId xmlns:a16="http://schemas.microsoft.com/office/drawing/2014/main" id="{2EEA8E5F-D372-3F46-8D11-BD4E448DB62B}"/>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8" name="Content Placeholder 2">
            <a:extLst>
              <a:ext uri="{FF2B5EF4-FFF2-40B4-BE49-F238E27FC236}">
                <a16:creationId xmlns:a16="http://schemas.microsoft.com/office/drawing/2014/main" id="{1204432E-E762-DE06-6323-E73B06716CD3}"/>
              </a:ext>
            </a:extLst>
          </p:cNvPr>
          <p:cNvSpPr>
            <a:spLocks noGrp="1"/>
          </p:cNvSpPr>
          <p:nvPr>
            <p:ph sz="half" idx="1" hasCustomPrompt="1"/>
          </p:nvPr>
        </p:nvSpPr>
        <p:spPr>
          <a:xfrm>
            <a:off x="399738" y="1439113"/>
            <a:ext cx="9144784" cy="4455366"/>
          </a:xfrm>
        </p:spPr>
        <p:txBody>
          <a:bodyPr/>
          <a:lstStyle>
            <a:lvl1pPr>
              <a:buClr>
                <a:schemeClr val="accent1"/>
              </a:buClr>
              <a:defRPr>
                <a:solidFill>
                  <a:schemeClr val="tx1"/>
                </a:solidFill>
              </a:defRPr>
            </a:lvl1pPr>
            <a:lvl2pPr>
              <a:buClr>
                <a:schemeClr val="accent1"/>
              </a:buClr>
              <a:defRPr>
                <a:solidFill>
                  <a:schemeClr val="tx1"/>
                </a:solidFill>
              </a:defRPr>
            </a:lvl2pPr>
            <a:lvl3pPr>
              <a:buClr>
                <a:schemeClr val="accent1"/>
              </a:buClr>
              <a:defRPr>
                <a:solidFill>
                  <a:schemeClr val="tx1"/>
                </a:solidFill>
              </a:defRPr>
            </a:lvl3pPr>
            <a:lvl4pPr>
              <a:buClr>
                <a:schemeClr val="accent1"/>
              </a:buClr>
              <a:defRPr>
                <a:solidFill>
                  <a:schemeClr val="tx1"/>
                </a:solidFill>
              </a:defRPr>
            </a:lvl4pPr>
            <a:lvl5pPr>
              <a:buClr>
                <a:schemeClr val="accent1"/>
              </a:buClr>
              <a:defRPr>
                <a:solidFill>
                  <a:schemeClr val="tx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2" name="TextBox 1">
            <a:extLst>
              <a:ext uri="{FF2B5EF4-FFF2-40B4-BE49-F238E27FC236}">
                <a16:creationId xmlns:a16="http://schemas.microsoft.com/office/drawing/2014/main" id="{D9175E44-33CD-2FD2-DBB2-6AB836EBA5FC}"/>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4" name="Straight Connector 3">
            <a:extLst>
              <a:ext uri="{FF2B5EF4-FFF2-40B4-BE49-F238E27FC236}">
                <a16:creationId xmlns:a16="http://schemas.microsoft.com/office/drawing/2014/main" id="{912929EE-0091-7B22-DA4C-0324C074247A}"/>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Footer Placeholder 4">
            <a:extLst>
              <a:ext uri="{FF2B5EF4-FFF2-40B4-BE49-F238E27FC236}">
                <a16:creationId xmlns:a16="http://schemas.microsoft.com/office/drawing/2014/main" id="{35FFEE06-648D-C71E-F49B-06D912F5D46A}"/>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4" name="Title Placeholder 1">
            <a:extLst>
              <a:ext uri="{FF2B5EF4-FFF2-40B4-BE49-F238E27FC236}">
                <a16:creationId xmlns:a16="http://schemas.microsoft.com/office/drawing/2014/main" id="{20D27E15-43B5-CAD5-73BD-387115E92C1B}"/>
              </a:ext>
            </a:extLst>
          </p:cNvPr>
          <p:cNvSpPr>
            <a:spLocks noGrp="1"/>
          </p:cNvSpPr>
          <p:nvPr>
            <p:ph type="title"/>
          </p:nvPr>
        </p:nvSpPr>
        <p:spPr>
          <a:xfrm>
            <a:off x="399737" y="343837"/>
            <a:ext cx="9144783" cy="443198"/>
          </a:xfrm>
          <a:prstGeom prst="rect">
            <a:avLst/>
          </a:prstGeom>
        </p:spPr>
        <p:txBody>
          <a:bodyPr vert="horz" wrap="square" lIns="0" tIns="0" rIns="0" bIns="0" rtlCol="0" anchor="t" anchorCtr="0">
            <a:spAutoFit/>
          </a:bodyPr>
          <a:lstStyle/>
          <a:p>
            <a:r>
              <a:rPr lang="en-US"/>
              <a:t>Click to edit Master title style</a:t>
            </a:r>
            <a:endParaRPr lang="en-US" dirty="0"/>
          </a:p>
        </p:txBody>
      </p:sp>
      <p:pic>
        <p:nvPicPr>
          <p:cNvPr id="3" name="Picture 2" descr="A picture containing pattern, symmetry, black, darkness&#10;&#10;Description automatically generated">
            <a:extLst>
              <a:ext uri="{FF2B5EF4-FFF2-40B4-BE49-F238E27FC236}">
                <a16:creationId xmlns:a16="http://schemas.microsoft.com/office/drawing/2014/main" id="{EF0AC716-A195-1E4F-3FF8-99DF68016BA8}"/>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31331"/>
          <a:stretch/>
        </p:blipFill>
        <p:spPr>
          <a:xfrm>
            <a:off x="9348394" y="416892"/>
            <a:ext cx="2625014" cy="5397500"/>
          </a:xfrm>
          <a:prstGeom prst="rect">
            <a:avLst/>
          </a:prstGeom>
        </p:spPr>
      </p:pic>
      <p:sp>
        <p:nvSpPr>
          <p:cNvPr id="5" name="TextBox 4">
            <a:extLst>
              <a:ext uri="{FF2B5EF4-FFF2-40B4-BE49-F238E27FC236}">
                <a16:creationId xmlns:a16="http://schemas.microsoft.com/office/drawing/2014/main" id="{7636E1F5-B69F-7543-E521-650D14983C29}"/>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292353341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21_Custom Layou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2082987-A0A7-9749-A6CE-497C17CC2329}"/>
              </a:ext>
            </a:extLst>
          </p:cNvPr>
          <p:cNvSpPr/>
          <p:nvPr userDrawn="1"/>
        </p:nvSpPr>
        <p:spPr>
          <a:xfrm>
            <a:off x="0" y="0"/>
            <a:ext cx="12192000" cy="629602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sp>
        <p:nvSpPr>
          <p:cNvPr id="13" name="Content Placeholder 2">
            <a:extLst>
              <a:ext uri="{FF2B5EF4-FFF2-40B4-BE49-F238E27FC236}">
                <a16:creationId xmlns:a16="http://schemas.microsoft.com/office/drawing/2014/main" id="{7E0E5A85-C763-3B47-9BD8-87C2C063DA4B}"/>
              </a:ext>
            </a:extLst>
          </p:cNvPr>
          <p:cNvSpPr>
            <a:spLocks noGrp="1"/>
          </p:cNvSpPr>
          <p:nvPr>
            <p:ph sz="half" idx="1" hasCustomPrompt="1"/>
          </p:nvPr>
        </p:nvSpPr>
        <p:spPr>
          <a:xfrm>
            <a:off x="399737" y="1439113"/>
            <a:ext cx="11414992" cy="4455366"/>
          </a:xfrm>
        </p:spPr>
        <p:txBody>
          <a:bodyPr/>
          <a:lstStyle>
            <a:lvl1pPr>
              <a:buClr>
                <a:schemeClr val="accent1"/>
              </a:buClr>
              <a:defRPr>
                <a:solidFill>
                  <a:schemeClr val="tx1"/>
                </a:solidFill>
              </a:defRPr>
            </a:lvl1pPr>
            <a:lvl2pPr>
              <a:buClr>
                <a:schemeClr val="accent1"/>
              </a:buClr>
              <a:defRPr>
                <a:solidFill>
                  <a:schemeClr val="tx1"/>
                </a:solidFill>
              </a:defRPr>
            </a:lvl2pPr>
            <a:lvl3pPr>
              <a:buClr>
                <a:schemeClr val="accent1"/>
              </a:buClr>
              <a:defRPr>
                <a:solidFill>
                  <a:schemeClr val="tx1"/>
                </a:solidFill>
              </a:defRPr>
            </a:lvl3pPr>
            <a:lvl4pPr>
              <a:buClr>
                <a:schemeClr val="accent1"/>
              </a:buClr>
              <a:defRPr>
                <a:solidFill>
                  <a:schemeClr val="tx1"/>
                </a:solidFill>
              </a:defRPr>
            </a:lvl4pPr>
            <a:lvl5pPr>
              <a:buClr>
                <a:schemeClr val="accent1"/>
              </a:buClr>
              <a:defRPr>
                <a:solidFill>
                  <a:schemeClr val="tx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2" name="Rectangle 11">
            <a:extLst>
              <a:ext uri="{FF2B5EF4-FFF2-40B4-BE49-F238E27FC236}">
                <a16:creationId xmlns:a16="http://schemas.microsoft.com/office/drawing/2014/main" id="{BDE50E3A-8C49-3246-A2B4-DBFA9E75E882}"/>
              </a:ext>
            </a:extLst>
          </p:cNvPr>
          <p:cNvSpPr/>
          <p:nvPr userDrawn="1"/>
        </p:nvSpPr>
        <p:spPr>
          <a:xfrm>
            <a:off x="0" y="6231470"/>
            <a:ext cx="12192000" cy="6265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0" name="Picture 9">
            <a:extLst>
              <a:ext uri="{FF2B5EF4-FFF2-40B4-BE49-F238E27FC236}">
                <a16:creationId xmlns:a16="http://schemas.microsoft.com/office/drawing/2014/main" id="{BD3D1167-3A5B-3540-AF3B-AE48F5C0768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2" name="TextBox 1">
            <a:extLst>
              <a:ext uri="{FF2B5EF4-FFF2-40B4-BE49-F238E27FC236}">
                <a16:creationId xmlns:a16="http://schemas.microsoft.com/office/drawing/2014/main" id="{625F3D20-44B0-012A-11E3-B845C1454DCC}"/>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4" name="Straight Connector 3">
            <a:extLst>
              <a:ext uri="{FF2B5EF4-FFF2-40B4-BE49-F238E27FC236}">
                <a16:creationId xmlns:a16="http://schemas.microsoft.com/office/drawing/2014/main" id="{2342E279-61ED-DC45-F3AE-4AD2BC534055}"/>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8" name="Footer Placeholder 4">
            <a:extLst>
              <a:ext uri="{FF2B5EF4-FFF2-40B4-BE49-F238E27FC236}">
                <a16:creationId xmlns:a16="http://schemas.microsoft.com/office/drawing/2014/main" id="{8BD8578A-DB80-E679-2DA7-6C3D97BF9092}"/>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1" name="Title Placeholder 1">
            <a:extLst>
              <a:ext uri="{FF2B5EF4-FFF2-40B4-BE49-F238E27FC236}">
                <a16:creationId xmlns:a16="http://schemas.microsoft.com/office/drawing/2014/main" id="{6215E171-94D6-C64B-704F-702DDFC7D04E}"/>
              </a:ext>
            </a:extLst>
          </p:cNvPr>
          <p:cNvSpPr>
            <a:spLocks noGrp="1"/>
          </p:cNvSpPr>
          <p:nvPr>
            <p:ph type="title"/>
          </p:nvPr>
        </p:nvSpPr>
        <p:spPr>
          <a:xfrm>
            <a:off x="399738" y="343837"/>
            <a:ext cx="8577208" cy="443198"/>
          </a:xfrm>
          <a:prstGeom prst="rect">
            <a:avLst/>
          </a:prstGeom>
        </p:spPr>
        <p:txBody>
          <a:bodyPr vert="horz" wrap="square" lIns="0" tIns="0" rIns="0" bIns="0" rtlCol="0" anchor="t" anchorCtr="0">
            <a:spAutoFit/>
          </a:bodyPr>
          <a:lstStyle/>
          <a:p>
            <a:r>
              <a:rPr lang="en-US"/>
              <a:t>Click to edit Master title style</a:t>
            </a:r>
            <a:endParaRPr lang="en-US" dirty="0"/>
          </a:p>
        </p:txBody>
      </p:sp>
      <p:sp>
        <p:nvSpPr>
          <p:cNvPr id="3" name="TextBox 2">
            <a:extLst>
              <a:ext uri="{FF2B5EF4-FFF2-40B4-BE49-F238E27FC236}">
                <a16:creationId xmlns:a16="http://schemas.microsoft.com/office/drawing/2014/main" id="{73218746-4DC1-957D-5822-F6CC0D79F4DB}"/>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74328416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2082987-A0A7-9749-A6CE-497C17CC2329}"/>
              </a:ext>
            </a:extLst>
          </p:cNvPr>
          <p:cNvSpPr/>
          <p:nvPr userDrawn="1"/>
        </p:nvSpPr>
        <p:spPr>
          <a:xfrm>
            <a:off x="0" y="3"/>
            <a:ext cx="12192000" cy="629602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sp>
        <p:nvSpPr>
          <p:cNvPr id="2" name="Title 1">
            <a:extLst>
              <a:ext uri="{FF2B5EF4-FFF2-40B4-BE49-F238E27FC236}">
                <a16:creationId xmlns:a16="http://schemas.microsoft.com/office/drawing/2014/main" id="{BF2CC4BB-8F07-EA46-BCC7-E476F54716A2}"/>
              </a:ext>
            </a:extLst>
          </p:cNvPr>
          <p:cNvSpPr>
            <a:spLocks noGrp="1"/>
          </p:cNvSpPr>
          <p:nvPr>
            <p:ph type="title" hasCustomPrompt="1"/>
          </p:nvPr>
        </p:nvSpPr>
        <p:spPr>
          <a:xfrm>
            <a:off x="399735" y="345416"/>
            <a:ext cx="8055778" cy="515901"/>
          </a:xfrm>
        </p:spPr>
        <p:txBody>
          <a:bodyPr/>
          <a:lstStyle>
            <a:lvl1pPr>
              <a:defRPr>
                <a:solidFill>
                  <a:schemeClr val="bg1"/>
                </a:solidFill>
              </a:defRPr>
            </a:lvl1pPr>
          </a:lstStyle>
          <a:p>
            <a:r>
              <a:rPr lang="en-GB" dirty="0"/>
              <a:t>Click to edit master title style</a:t>
            </a:r>
            <a:endParaRPr lang="en-US" dirty="0"/>
          </a:p>
        </p:txBody>
      </p:sp>
      <p:sp>
        <p:nvSpPr>
          <p:cNvPr id="13" name="Content Placeholder 2">
            <a:extLst>
              <a:ext uri="{FF2B5EF4-FFF2-40B4-BE49-F238E27FC236}">
                <a16:creationId xmlns:a16="http://schemas.microsoft.com/office/drawing/2014/main" id="{7E0E5A85-C763-3B47-9BD8-87C2C063DA4B}"/>
              </a:ext>
            </a:extLst>
          </p:cNvPr>
          <p:cNvSpPr>
            <a:spLocks noGrp="1"/>
          </p:cNvSpPr>
          <p:nvPr>
            <p:ph sz="half" idx="1" hasCustomPrompt="1"/>
          </p:nvPr>
        </p:nvSpPr>
        <p:spPr>
          <a:xfrm>
            <a:off x="399735" y="1451501"/>
            <a:ext cx="8055778" cy="4367371"/>
          </a:xfrm>
        </p:spPr>
        <p:txBody>
          <a:bodyPr/>
          <a:lstStyle>
            <a:lvl1pPr>
              <a:buClr>
                <a:schemeClr val="bg1"/>
              </a:buClr>
              <a:defRPr>
                <a:solidFill>
                  <a:schemeClr val="bg1"/>
                </a:solidFill>
              </a:defRPr>
            </a:lvl1pPr>
            <a:lvl2pPr>
              <a:buClr>
                <a:schemeClr val="accent1"/>
              </a:buClr>
              <a:defRPr>
                <a:solidFill>
                  <a:schemeClr val="accent1"/>
                </a:solidFill>
              </a:defRPr>
            </a:lvl2pPr>
            <a:lvl3pPr>
              <a:buClr>
                <a:schemeClr val="accent1"/>
              </a:buClr>
              <a:defRPr>
                <a:solidFill>
                  <a:schemeClr val="accent1"/>
                </a:solidFill>
              </a:defRPr>
            </a:lvl3pPr>
            <a:lvl4pPr>
              <a:buClr>
                <a:schemeClr val="bg1"/>
              </a:buClr>
              <a:defRPr>
                <a:solidFill>
                  <a:schemeClr val="bg1"/>
                </a:solidFill>
              </a:defRPr>
            </a:lvl4pPr>
            <a:lvl5pPr>
              <a:buClr>
                <a:schemeClr val="bg1"/>
              </a:buClr>
              <a:defRPr>
                <a:solidFill>
                  <a:schemeClr val="bg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2" name="Rectangle 11">
            <a:extLst>
              <a:ext uri="{FF2B5EF4-FFF2-40B4-BE49-F238E27FC236}">
                <a16:creationId xmlns:a16="http://schemas.microsoft.com/office/drawing/2014/main" id="{C4E7C2E4-01F1-E442-B8C8-0DF81347D091}"/>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1" name="Picture 10">
            <a:extLst>
              <a:ext uri="{FF2B5EF4-FFF2-40B4-BE49-F238E27FC236}">
                <a16:creationId xmlns:a16="http://schemas.microsoft.com/office/drawing/2014/main" id="{6488F74A-3BB3-7641-8E75-F37B03910AD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4" name="TextBox 3">
            <a:extLst>
              <a:ext uri="{FF2B5EF4-FFF2-40B4-BE49-F238E27FC236}">
                <a16:creationId xmlns:a16="http://schemas.microsoft.com/office/drawing/2014/main" id="{B216D54C-F1E6-7181-3C06-FED98DBA8A09}"/>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8" name="Straight Connector 7">
            <a:extLst>
              <a:ext uri="{FF2B5EF4-FFF2-40B4-BE49-F238E27FC236}">
                <a16:creationId xmlns:a16="http://schemas.microsoft.com/office/drawing/2014/main" id="{10B60624-9DD9-B79A-4AF9-B891924086AD}"/>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Footer Placeholder 4">
            <a:extLst>
              <a:ext uri="{FF2B5EF4-FFF2-40B4-BE49-F238E27FC236}">
                <a16:creationId xmlns:a16="http://schemas.microsoft.com/office/drawing/2014/main" id="{7B4537AC-52F4-6FDB-19F6-68BD45F92A11}"/>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pic>
        <p:nvPicPr>
          <p:cNvPr id="3" name="Picture 2" descr="A picture containing screenshot, pattern, symmetry, black&#10;&#10;Description automatically generated">
            <a:extLst>
              <a:ext uri="{FF2B5EF4-FFF2-40B4-BE49-F238E27FC236}">
                <a16:creationId xmlns:a16="http://schemas.microsoft.com/office/drawing/2014/main" id="{33D01D56-89FF-1FD8-C139-0ABC70DDD3CE}"/>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29080"/>
          <a:stretch/>
        </p:blipFill>
        <p:spPr>
          <a:xfrm>
            <a:off x="9262334" y="416892"/>
            <a:ext cx="2711074" cy="5397500"/>
          </a:xfrm>
          <a:prstGeom prst="rect">
            <a:avLst/>
          </a:prstGeom>
        </p:spPr>
      </p:pic>
      <p:sp>
        <p:nvSpPr>
          <p:cNvPr id="5" name="TextBox 4">
            <a:extLst>
              <a:ext uri="{FF2B5EF4-FFF2-40B4-BE49-F238E27FC236}">
                <a16:creationId xmlns:a16="http://schemas.microsoft.com/office/drawing/2014/main" id="{AE538175-A7CA-18FD-1439-5CD11A4805E5}"/>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303778032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_Title Slide">
    <p:bg>
      <p:bgPr>
        <a:solidFill>
          <a:schemeClr val="accent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12FD3FEC-F3E9-864F-A930-BADE18735718}"/>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568"/>
          <a:stretch/>
        </p:blipFill>
        <p:spPr>
          <a:xfrm>
            <a:off x="5899319" y="0"/>
            <a:ext cx="2196000" cy="5070984"/>
          </a:xfrm>
          <a:prstGeom prst="rect">
            <a:avLst/>
          </a:prstGeom>
        </p:spPr>
      </p:pic>
      <p:pic>
        <p:nvPicPr>
          <p:cNvPr id="9" name="Picture 8">
            <a:extLst>
              <a:ext uri="{FF2B5EF4-FFF2-40B4-BE49-F238E27FC236}">
                <a16:creationId xmlns:a16="http://schemas.microsoft.com/office/drawing/2014/main" id="{695EBA51-6387-4C4C-81D6-6B59BC0903D4}"/>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293" r="-293" b="15968"/>
          <a:stretch/>
        </p:blipFill>
        <p:spPr>
          <a:xfrm>
            <a:off x="7908000" y="0"/>
            <a:ext cx="4284000" cy="5070984"/>
          </a:xfrm>
          <a:prstGeom prst="rect">
            <a:avLst/>
          </a:prstGeom>
        </p:spPr>
      </p:pic>
      <p:pic>
        <p:nvPicPr>
          <p:cNvPr id="12" name="Picture 11">
            <a:extLst>
              <a:ext uri="{FF2B5EF4-FFF2-40B4-BE49-F238E27FC236}">
                <a16:creationId xmlns:a16="http://schemas.microsoft.com/office/drawing/2014/main" id="{6F10BBFD-B3A4-5D47-9E65-C7EFA466431B}"/>
              </a:ext>
            </a:extLst>
          </p:cNvPr>
          <p:cNvPicPr>
            <a:picLocks noChangeAspect="1"/>
          </p:cNvPicPr>
          <p:nvPr userDrawn="1"/>
        </p:nvPicPr>
        <p:blipFill>
          <a:blip r:embed="rId4" cstate="screen">
            <a:extLst>
              <a:ext uri="{28A0092B-C50C-407E-A947-70E740481C1C}">
                <a14:useLocalDpi xmlns:a14="http://schemas.microsoft.com/office/drawing/2010/main"/>
              </a:ext>
            </a:extLst>
          </a:blip>
          <a:srcRect/>
          <a:stretch/>
        </p:blipFill>
        <p:spPr>
          <a:xfrm>
            <a:off x="342253" y="5116341"/>
            <a:ext cx="3097618" cy="1425800"/>
          </a:xfrm>
          <a:prstGeom prst="rect">
            <a:avLst/>
          </a:prstGeom>
        </p:spPr>
      </p:pic>
      <p:sp>
        <p:nvSpPr>
          <p:cNvPr id="2" name="Title 1">
            <a:extLst>
              <a:ext uri="{FF2B5EF4-FFF2-40B4-BE49-F238E27FC236}">
                <a16:creationId xmlns:a16="http://schemas.microsoft.com/office/drawing/2014/main" id="{33B2095B-3738-14BB-59F0-FBF3EA2EEB4A}"/>
              </a:ext>
            </a:extLst>
          </p:cNvPr>
          <p:cNvSpPr>
            <a:spLocks noGrp="1"/>
          </p:cNvSpPr>
          <p:nvPr>
            <p:ph type="ctrTitle" idx="4294967295" hasCustomPrompt="1"/>
          </p:nvPr>
        </p:nvSpPr>
        <p:spPr>
          <a:xfrm>
            <a:off x="603860" y="2137502"/>
            <a:ext cx="5077440" cy="1291498"/>
          </a:xfrm>
        </p:spPr>
        <p:txBody>
          <a:bodyPr anchor="ctr" anchorCtr="0"/>
          <a:lstStyle>
            <a:lvl1pPr>
              <a:spcBef>
                <a:spcPts val="1600"/>
              </a:spcBef>
              <a:spcAft>
                <a:spcPts val="2400"/>
              </a:spcAft>
              <a:defRPr sz="4400">
                <a:solidFill>
                  <a:schemeClr val="tx1"/>
                </a:solidFill>
              </a:defRPr>
            </a:lvl1pPr>
          </a:lstStyle>
          <a:p>
            <a:pPr>
              <a:spcBef>
                <a:spcPts val="1200"/>
              </a:spcBef>
              <a:spcAft>
                <a:spcPts val="1800"/>
              </a:spcAft>
            </a:pPr>
            <a:r>
              <a:rPr lang="en-GB" dirty="0"/>
              <a:t>Click to edit master title style</a:t>
            </a:r>
            <a:endParaRPr lang="en-US" sz="3600" b="0" dirty="0"/>
          </a:p>
        </p:txBody>
      </p:sp>
      <p:pic>
        <p:nvPicPr>
          <p:cNvPr id="3" name="Picture 2" descr="A picture containing pattern, symmetry, black, darkness&#10;&#10;Description automatically generated">
            <a:extLst>
              <a:ext uri="{FF2B5EF4-FFF2-40B4-BE49-F238E27FC236}">
                <a16:creationId xmlns:a16="http://schemas.microsoft.com/office/drawing/2014/main" id="{0B3F2832-7570-4705-05E1-C4D00F3039B5}"/>
              </a:ext>
            </a:extLst>
          </p:cNvPr>
          <p:cNvPicPr>
            <a:picLocks noChangeAspect="1"/>
          </p:cNvPicPr>
          <p:nvPr userDrawn="1"/>
        </p:nvPicPr>
        <p:blipFill rotWithShape="1">
          <a:blip r:embed="rId5" cstate="screen">
            <a:extLst>
              <a:ext uri="{28A0092B-C50C-407E-A947-70E740481C1C}">
                <a14:useLocalDpi xmlns:a14="http://schemas.microsoft.com/office/drawing/2010/main"/>
              </a:ext>
            </a:extLst>
          </a:blip>
          <a:srcRect l="4254"/>
          <a:stretch/>
        </p:blipFill>
        <p:spPr>
          <a:xfrm>
            <a:off x="8313338" y="416892"/>
            <a:ext cx="3660070" cy="5397500"/>
          </a:xfrm>
          <a:prstGeom prst="rect">
            <a:avLst/>
          </a:prstGeom>
        </p:spPr>
      </p:pic>
      <p:sp>
        <p:nvSpPr>
          <p:cNvPr id="5" name="TextBox 4">
            <a:extLst>
              <a:ext uri="{FF2B5EF4-FFF2-40B4-BE49-F238E27FC236}">
                <a16:creationId xmlns:a16="http://schemas.microsoft.com/office/drawing/2014/main" id="{11793F8E-D348-C752-2686-405F4EDCC514}"/>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tx1">
                    <a:lumMod val="65000"/>
                    <a:lumOff val="35000"/>
                  </a:schemeClr>
                </a:solidFill>
                <a:effectLst/>
                <a:latin typeface="Helvetica Neue" panose="02000503000000020004" pitchFamily="2" charset="0"/>
              </a:rPr>
              <a:t>©</a:t>
            </a:r>
            <a:r>
              <a:rPr lang="en-AU" sz="800" dirty="0">
                <a:solidFill>
                  <a:schemeClr val="tx1">
                    <a:lumMod val="65000"/>
                    <a:lumOff val="35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122280688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2_Title Slide">
    <p:bg>
      <p:bgPr>
        <a:solidFill>
          <a:schemeClr val="tx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70AE4D03-A620-D14C-BD5A-2A350807216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342253" y="5108785"/>
            <a:ext cx="3097618" cy="1425798"/>
          </a:xfrm>
          <a:prstGeom prst="rect">
            <a:avLst/>
          </a:prstGeom>
        </p:spPr>
      </p:pic>
      <p:sp>
        <p:nvSpPr>
          <p:cNvPr id="3" name="Title 1">
            <a:extLst>
              <a:ext uri="{FF2B5EF4-FFF2-40B4-BE49-F238E27FC236}">
                <a16:creationId xmlns:a16="http://schemas.microsoft.com/office/drawing/2014/main" id="{B6BBAC78-63F0-46DE-3550-3E04975BEB10}"/>
              </a:ext>
            </a:extLst>
          </p:cNvPr>
          <p:cNvSpPr>
            <a:spLocks noGrp="1"/>
          </p:cNvSpPr>
          <p:nvPr>
            <p:ph type="ctrTitle" idx="4294967295" hasCustomPrompt="1"/>
          </p:nvPr>
        </p:nvSpPr>
        <p:spPr>
          <a:xfrm>
            <a:off x="603860" y="2173853"/>
            <a:ext cx="5077440" cy="1218795"/>
          </a:xfrm>
        </p:spPr>
        <p:txBody>
          <a:bodyPr anchor="ctr" anchorCtr="0"/>
          <a:lstStyle>
            <a:lvl1pPr>
              <a:spcBef>
                <a:spcPts val="1600"/>
              </a:spcBef>
              <a:spcAft>
                <a:spcPts val="2400"/>
              </a:spcAft>
              <a:defRPr sz="4400">
                <a:solidFill>
                  <a:schemeClr val="bg1"/>
                </a:solidFill>
              </a:defRPr>
            </a:lvl1pPr>
          </a:lstStyle>
          <a:p>
            <a:pPr>
              <a:spcBef>
                <a:spcPts val="1200"/>
              </a:spcBef>
              <a:spcAft>
                <a:spcPts val="1800"/>
              </a:spcAft>
            </a:pPr>
            <a:r>
              <a:rPr lang="en-GB" dirty="0"/>
              <a:t>Click to edit master title style</a:t>
            </a:r>
            <a:endParaRPr lang="en-US" sz="3600" b="0" dirty="0"/>
          </a:p>
        </p:txBody>
      </p:sp>
      <p:pic>
        <p:nvPicPr>
          <p:cNvPr id="4" name="Picture 3" descr="A picture containing screenshot, pattern, symmetry, black&#10;&#10;Description automatically generated">
            <a:extLst>
              <a:ext uri="{FF2B5EF4-FFF2-40B4-BE49-F238E27FC236}">
                <a16:creationId xmlns:a16="http://schemas.microsoft.com/office/drawing/2014/main" id="{050392FE-8149-4829-F2B5-10E8A5D47E6B}"/>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4639" r="1"/>
          <a:stretch/>
        </p:blipFill>
        <p:spPr>
          <a:xfrm>
            <a:off x="8328074" y="416892"/>
            <a:ext cx="3645334" cy="5397500"/>
          </a:xfrm>
          <a:prstGeom prst="rect">
            <a:avLst/>
          </a:prstGeom>
        </p:spPr>
      </p:pic>
      <p:sp>
        <p:nvSpPr>
          <p:cNvPr id="2" name="TextBox 1">
            <a:extLst>
              <a:ext uri="{FF2B5EF4-FFF2-40B4-BE49-F238E27FC236}">
                <a16:creationId xmlns:a16="http://schemas.microsoft.com/office/drawing/2014/main" id="{4D2F848E-F372-1363-36F4-3378179C61FE}"/>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solidFill>
                <a:effectLst/>
                <a:latin typeface="Helvetica Neue" panose="02000503000000020004" pitchFamily="2" charset="0"/>
              </a:rPr>
              <a:t>©</a:t>
            </a:r>
            <a:r>
              <a:rPr lang="en-AU" sz="800" dirty="0">
                <a:solidFill>
                  <a:schemeClr val="bg1"/>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168014264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3_Title Slide">
    <p:bg>
      <p:bgPr>
        <a:solidFill>
          <a:srgbClr val="ECECEC"/>
        </a:solid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8E8522B1-D663-0841-86D8-80D681225302}"/>
              </a:ext>
            </a:extLst>
          </p:cNvPr>
          <p:cNvSpPr>
            <a:spLocks noGrp="1"/>
          </p:cNvSpPr>
          <p:nvPr>
            <p:ph type="ctrTitle" idx="4294967295" hasCustomPrompt="1"/>
          </p:nvPr>
        </p:nvSpPr>
        <p:spPr>
          <a:xfrm>
            <a:off x="603860" y="2137502"/>
            <a:ext cx="5077440" cy="1291498"/>
          </a:xfrm>
        </p:spPr>
        <p:txBody>
          <a:bodyPr anchor="ctr" anchorCtr="0"/>
          <a:lstStyle>
            <a:lvl1pPr>
              <a:spcBef>
                <a:spcPts val="1600"/>
              </a:spcBef>
              <a:spcAft>
                <a:spcPts val="2400"/>
              </a:spcAft>
              <a:defRPr sz="4400">
                <a:solidFill>
                  <a:schemeClr val="tx1"/>
                </a:solidFill>
              </a:defRPr>
            </a:lvl1pPr>
          </a:lstStyle>
          <a:p>
            <a:pPr>
              <a:spcBef>
                <a:spcPts val="1200"/>
              </a:spcBef>
              <a:spcAft>
                <a:spcPts val="1800"/>
              </a:spcAft>
            </a:pPr>
            <a:r>
              <a:rPr lang="en-GB" dirty="0"/>
              <a:t>Click to edit master title style</a:t>
            </a:r>
            <a:endParaRPr lang="en-US" sz="3600" b="0" dirty="0"/>
          </a:p>
        </p:txBody>
      </p:sp>
      <p:pic>
        <p:nvPicPr>
          <p:cNvPr id="6" name="Picture 5">
            <a:extLst>
              <a:ext uri="{FF2B5EF4-FFF2-40B4-BE49-F238E27FC236}">
                <a16:creationId xmlns:a16="http://schemas.microsoft.com/office/drawing/2014/main" id="{A6E1F9C1-B904-C64A-9353-68E1CCDB98D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342253" y="5116341"/>
            <a:ext cx="3097618" cy="1425800"/>
          </a:xfrm>
          <a:prstGeom prst="rect">
            <a:avLst/>
          </a:prstGeom>
        </p:spPr>
      </p:pic>
      <p:pic>
        <p:nvPicPr>
          <p:cNvPr id="2" name="Picture 1" descr="A picture containing screenshot, pattern, symmetry, black&#10;&#10;Description automatically generated">
            <a:extLst>
              <a:ext uri="{FF2B5EF4-FFF2-40B4-BE49-F238E27FC236}">
                <a16:creationId xmlns:a16="http://schemas.microsoft.com/office/drawing/2014/main" id="{D4637D6B-3535-21BB-F5A3-4CEB19DD3088}"/>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4639" r="1"/>
          <a:stretch/>
        </p:blipFill>
        <p:spPr>
          <a:xfrm>
            <a:off x="8328074" y="416892"/>
            <a:ext cx="3645334" cy="5397500"/>
          </a:xfrm>
          <a:prstGeom prst="rect">
            <a:avLst/>
          </a:prstGeom>
        </p:spPr>
      </p:pic>
      <p:sp>
        <p:nvSpPr>
          <p:cNvPr id="4" name="TextBox 3">
            <a:extLst>
              <a:ext uri="{FF2B5EF4-FFF2-40B4-BE49-F238E27FC236}">
                <a16:creationId xmlns:a16="http://schemas.microsoft.com/office/drawing/2014/main" id="{05EF8265-7BE8-7D30-63D9-3B73F577D4E8}"/>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241292541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4_Title Slide">
    <p:bg>
      <p:bgPr>
        <a:solidFill>
          <a:srgbClr val="ECECEC"/>
        </a:solidFill>
        <a:effectLst/>
      </p:bgPr>
    </p:bg>
    <p:spTree>
      <p:nvGrpSpPr>
        <p:cNvPr id="1" name=""/>
        <p:cNvGrpSpPr/>
        <p:nvPr/>
      </p:nvGrpSpPr>
      <p:grpSpPr>
        <a:xfrm>
          <a:off x="0" y="0"/>
          <a:ext cx="0" cy="0"/>
          <a:chOff x="0" y="0"/>
          <a:chExt cx="0" cy="0"/>
        </a:xfrm>
      </p:grpSpPr>
      <p:pic>
        <p:nvPicPr>
          <p:cNvPr id="5" name="Picture 4" descr="A large building&#10;&#10;Description automatically generated">
            <a:extLst>
              <a:ext uri="{FF2B5EF4-FFF2-40B4-BE49-F238E27FC236}">
                <a16:creationId xmlns:a16="http://schemas.microsoft.com/office/drawing/2014/main" id="{44BB9AD5-5855-D74E-8009-AB00B987C4E0}"/>
              </a:ext>
            </a:extLst>
          </p:cNvPr>
          <p:cNvPicPr>
            <a:picLocks noChangeAspect="1"/>
          </p:cNvPicPr>
          <p:nvPr userDrawn="1"/>
        </p:nvPicPr>
        <p:blipFill>
          <a:blip r:embed="rId2"/>
          <a:stretch>
            <a:fillRect/>
          </a:stretch>
        </p:blipFill>
        <p:spPr>
          <a:xfrm>
            <a:off x="0" y="0"/>
            <a:ext cx="12192000" cy="6858000"/>
          </a:xfrm>
          <a:prstGeom prst="rect">
            <a:avLst/>
          </a:prstGeom>
        </p:spPr>
      </p:pic>
      <p:pic>
        <p:nvPicPr>
          <p:cNvPr id="6" name="Picture 5">
            <a:extLst>
              <a:ext uri="{FF2B5EF4-FFF2-40B4-BE49-F238E27FC236}">
                <a16:creationId xmlns:a16="http://schemas.microsoft.com/office/drawing/2014/main" id="{05A239C4-066B-F74E-82A2-FE2AA5E70B19}"/>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297803" y="5191335"/>
            <a:ext cx="3097618" cy="1425798"/>
          </a:xfrm>
          <a:prstGeom prst="rect">
            <a:avLst/>
          </a:prstGeom>
        </p:spPr>
      </p:pic>
      <p:sp>
        <p:nvSpPr>
          <p:cNvPr id="3" name="Title 1">
            <a:extLst>
              <a:ext uri="{FF2B5EF4-FFF2-40B4-BE49-F238E27FC236}">
                <a16:creationId xmlns:a16="http://schemas.microsoft.com/office/drawing/2014/main" id="{641518E3-3AA8-F6D3-CBEF-2EB3AEFFBBE0}"/>
              </a:ext>
            </a:extLst>
          </p:cNvPr>
          <p:cNvSpPr>
            <a:spLocks noGrp="1"/>
          </p:cNvSpPr>
          <p:nvPr>
            <p:ph type="ctrTitle" idx="4294967295" hasCustomPrompt="1"/>
          </p:nvPr>
        </p:nvSpPr>
        <p:spPr>
          <a:xfrm>
            <a:off x="563897" y="1194792"/>
            <a:ext cx="5077440" cy="1218795"/>
          </a:xfrm>
        </p:spPr>
        <p:txBody>
          <a:bodyPr anchor="ctr" anchorCtr="0"/>
          <a:lstStyle>
            <a:lvl1pPr>
              <a:spcBef>
                <a:spcPts val="1600"/>
              </a:spcBef>
              <a:spcAft>
                <a:spcPts val="2400"/>
              </a:spcAft>
              <a:defRPr sz="4400">
                <a:solidFill>
                  <a:schemeClr val="tx1"/>
                </a:solidFill>
              </a:defRPr>
            </a:lvl1pPr>
          </a:lstStyle>
          <a:p>
            <a:pPr>
              <a:spcBef>
                <a:spcPts val="1200"/>
              </a:spcBef>
              <a:spcAft>
                <a:spcPts val="1800"/>
              </a:spcAft>
            </a:pPr>
            <a:r>
              <a:rPr lang="en-GB" dirty="0"/>
              <a:t>Click to edit master title style</a:t>
            </a:r>
            <a:endParaRPr lang="en-US" sz="3600" b="0" dirty="0"/>
          </a:p>
        </p:txBody>
      </p:sp>
      <p:sp>
        <p:nvSpPr>
          <p:cNvPr id="2" name="TextBox 1">
            <a:extLst>
              <a:ext uri="{FF2B5EF4-FFF2-40B4-BE49-F238E27FC236}">
                <a16:creationId xmlns:a16="http://schemas.microsoft.com/office/drawing/2014/main" id="{AB47E340-2F7D-8151-66B7-D638258C842A}"/>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solidFill>
                <a:effectLst/>
                <a:latin typeface="Helvetica Neue" panose="02000503000000020004" pitchFamily="2" charset="0"/>
              </a:rPr>
              <a:t>©</a:t>
            </a:r>
            <a:r>
              <a:rPr lang="en-AU" sz="800" dirty="0">
                <a:solidFill>
                  <a:schemeClr val="bg1"/>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216600941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5_Title Slide">
    <p:bg>
      <p:bgPr>
        <a:solidFill>
          <a:srgbClr val="ECECEC"/>
        </a:solidFill>
        <a:effectLst/>
      </p:bgPr>
    </p:bg>
    <p:spTree>
      <p:nvGrpSpPr>
        <p:cNvPr id="1" name=""/>
        <p:cNvGrpSpPr/>
        <p:nvPr/>
      </p:nvGrpSpPr>
      <p:grpSpPr>
        <a:xfrm>
          <a:off x="0" y="0"/>
          <a:ext cx="0" cy="0"/>
          <a:chOff x="0" y="0"/>
          <a:chExt cx="0" cy="0"/>
        </a:xfrm>
      </p:grpSpPr>
      <p:pic>
        <p:nvPicPr>
          <p:cNvPr id="5" name="Picture 4" descr="A picture containing outdoor, cloud, sky, tree&#10;&#10;Description automatically generated">
            <a:extLst>
              <a:ext uri="{FF2B5EF4-FFF2-40B4-BE49-F238E27FC236}">
                <a16:creationId xmlns:a16="http://schemas.microsoft.com/office/drawing/2014/main" id="{1BE27CF4-73CF-CF33-B948-C4085B2E3F0D}"/>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12304842" cy="6946899"/>
          </a:xfrm>
          <a:prstGeom prst="rect">
            <a:avLst/>
          </a:prstGeom>
        </p:spPr>
      </p:pic>
      <p:sp>
        <p:nvSpPr>
          <p:cNvPr id="8" name="Title 1">
            <a:extLst>
              <a:ext uri="{FF2B5EF4-FFF2-40B4-BE49-F238E27FC236}">
                <a16:creationId xmlns:a16="http://schemas.microsoft.com/office/drawing/2014/main" id="{3D1D3796-7D4F-154E-A210-F58938F3E69C}"/>
              </a:ext>
            </a:extLst>
          </p:cNvPr>
          <p:cNvSpPr>
            <a:spLocks noGrp="1"/>
          </p:cNvSpPr>
          <p:nvPr>
            <p:ph type="ctrTitle" idx="4294967295" hasCustomPrompt="1"/>
          </p:nvPr>
        </p:nvSpPr>
        <p:spPr>
          <a:xfrm>
            <a:off x="563897" y="1672318"/>
            <a:ext cx="5077440" cy="1291498"/>
          </a:xfrm>
        </p:spPr>
        <p:txBody>
          <a:bodyPr anchor="ctr" anchorCtr="0"/>
          <a:lstStyle>
            <a:lvl1pPr>
              <a:spcBef>
                <a:spcPts val="1600"/>
              </a:spcBef>
              <a:spcAft>
                <a:spcPts val="2400"/>
              </a:spcAft>
              <a:defRPr sz="4400">
                <a:solidFill>
                  <a:schemeClr val="bg1"/>
                </a:solidFill>
              </a:defRPr>
            </a:lvl1pPr>
          </a:lstStyle>
          <a:p>
            <a:pPr>
              <a:spcBef>
                <a:spcPts val="1200"/>
              </a:spcBef>
              <a:spcAft>
                <a:spcPts val="1800"/>
              </a:spcAft>
            </a:pPr>
            <a:r>
              <a:rPr lang="en-GB" dirty="0"/>
              <a:t>Click to edit master title style</a:t>
            </a:r>
            <a:endParaRPr lang="en-US" sz="3600" b="0" dirty="0"/>
          </a:p>
        </p:txBody>
      </p:sp>
      <p:pic>
        <p:nvPicPr>
          <p:cNvPr id="7" name="Picture 6">
            <a:extLst>
              <a:ext uri="{FF2B5EF4-FFF2-40B4-BE49-F238E27FC236}">
                <a16:creationId xmlns:a16="http://schemas.microsoft.com/office/drawing/2014/main" id="{B38D0EC0-A17F-A048-AB05-F1B8F237A153}"/>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297803" y="5191335"/>
            <a:ext cx="3097618" cy="1425798"/>
          </a:xfrm>
          <a:prstGeom prst="rect">
            <a:avLst/>
          </a:prstGeom>
        </p:spPr>
      </p:pic>
      <p:sp>
        <p:nvSpPr>
          <p:cNvPr id="4" name="TextBox 3">
            <a:extLst>
              <a:ext uri="{FF2B5EF4-FFF2-40B4-BE49-F238E27FC236}">
                <a16:creationId xmlns:a16="http://schemas.microsoft.com/office/drawing/2014/main" id="{BC9A4477-F31B-0306-040E-CDEC1DD0B3C6}"/>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solidFill>
                <a:effectLst/>
                <a:latin typeface="Helvetica Neue" panose="02000503000000020004" pitchFamily="2" charset="0"/>
              </a:rPr>
              <a:t>©</a:t>
            </a:r>
            <a:r>
              <a:rPr lang="en-AU" sz="800" dirty="0">
                <a:solidFill>
                  <a:schemeClr val="bg1"/>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119715499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8_Title Slide">
    <p:bg>
      <p:bgPr>
        <a:solidFill>
          <a:srgbClr val="ECECEC"/>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BB3C75B-2CDB-B3A7-76D3-8B38035E190F}"/>
              </a:ext>
            </a:extLst>
          </p:cNvPr>
          <p:cNvPicPr>
            <a:picLocks noChangeAspect="1"/>
          </p:cNvPicPr>
          <p:nvPr userDrawn="1"/>
        </p:nvPicPr>
        <p:blipFill>
          <a:blip r:embed="rId2"/>
          <a:srcRect/>
          <a:stretch/>
        </p:blipFill>
        <p:spPr>
          <a:xfrm>
            <a:off x="0" y="0"/>
            <a:ext cx="12192000" cy="6858000"/>
          </a:xfrm>
          <a:prstGeom prst="rect">
            <a:avLst/>
          </a:prstGeom>
        </p:spPr>
      </p:pic>
      <p:sp>
        <p:nvSpPr>
          <p:cNvPr id="9" name="Rectangle 8">
            <a:extLst>
              <a:ext uri="{FF2B5EF4-FFF2-40B4-BE49-F238E27FC236}">
                <a16:creationId xmlns:a16="http://schemas.microsoft.com/office/drawing/2014/main" id="{526AB0C6-18A8-A690-7B2C-80947655F75E}"/>
              </a:ext>
            </a:extLst>
          </p:cNvPr>
          <p:cNvSpPr/>
          <p:nvPr userDrawn="1"/>
        </p:nvSpPr>
        <p:spPr>
          <a:xfrm>
            <a:off x="0" y="5354320"/>
            <a:ext cx="12191999" cy="1503680"/>
          </a:xfrm>
          <a:prstGeom prst="rect">
            <a:avLst/>
          </a:prstGeom>
          <a:gradFill>
            <a:gsLst>
              <a:gs pos="0">
                <a:schemeClr val="accent1">
                  <a:lumMod val="5000"/>
                  <a:lumOff val="95000"/>
                  <a:alpha val="0"/>
                </a:schemeClr>
              </a:gs>
              <a:gs pos="25000">
                <a:schemeClr val="tx1">
                  <a:alpha val="57854"/>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1">
            <a:extLst>
              <a:ext uri="{FF2B5EF4-FFF2-40B4-BE49-F238E27FC236}">
                <a16:creationId xmlns:a16="http://schemas.microsoft.com/office/drawing/2014/main" id="{3D1D3796-7D4F-154E-A210-F58938F3E69C}"/>
              </a:ext>
            </a:extLst>
          </p:cNvPr>
          <p:cNvSpPr>
            <a:spLocks noGrp="1"/>
          </p:cNvSpPr>
          <p:nvPr>
            <p:ph type="ctrTitle" idx="4294967295" hasCustomPrompt="1"/>
          </p:nvPr>
        </p:nvSpPr>
        <p:spPr>
          <a:xfrm>
            <a:off x="563897" y="1672318"/>
            <a:ext cx="5077440" cy="1291498"/>
          </a:xfrm>
        </p:spPr>
        <p:txBody>
          <a:bodyPr anchor="ctr" anchorCtr="0"/>
          <a:lstStyle>
            <a:lvl1pPr>
              <a:spcBef>
                <a:spcPts val="1600"/>
              </a:spcBef>
              <a:spcAft>
                <a:spcPts val="2400"/>
              </a:spcAft>
              <a:defRPr sz="4400">
                <a:solidFill>
                  <a:schemeClr val="bg1"/>
                </a:solidFill>
              </a:defRPr>
            </a:lvl1pPr>
          </a:lstStyle>
          <a:p>
            <a:pPr>
              <a:spcBef>
                <a:spcPts val="1200"/>
              </a:spcBef>
              <a:spcAft>
                <a:spcPts val="1800"/>
              </a:spcAft>
            </a:pPr>
            <a:r>
              <a:rPr lang="en-GB" dirty="0"/>
              <a:t>Click to edit master title style</a:t>
            </a:r>
            <a:endParaRPr lang="en-US" sz="3600" b="0" dirty="0"/>
          </a:p>
        </p:txBody>
      </p:sp>
      <p:sp>
        <p:nvSpPr>
          <p:cNvPr id="4" name="TextBox 3">
            <a:extLst>
              <a:ext uri="{FF2B5EF4-FFF2-40B4-BE49-F238E27FC236}">
                <a16:creationId xmlns:a16="http://schemas.microsoft.com/office/drawing/2014/main" id="{BC9A4477-F31B-0306-040E-CDEC1DD0B3C6}"/>
              </a:ext>
            </a:extLst>
          </p:cNvPr>
          <p:cNvSpPr txBox="1"/>
          <p:nvPr userDrawn="1"/>
        </p:nvSpPr>
        <p:spPr>
          <a:xfrm>
            <a:off x="3341038" y="6708625"/>
            <a:ext cx="8473691" cy="149374"/>
          </a:xfrm>
          <a:prstGeom prst="rect">
            <a:avLst/>
          </a:prstGeom>
          <a:noFill/>
        </p:spPr>
        <p:txBody>
          <a:bodyPr wrap="square" lIns="0" tIns="0" rIns="0" bIns="36000" rtlCol="0">
            <a:noAutofit/>
          </a:bodyPr>
          <a:lstStyle/>
          <a:p>
            <a:pPr algn="r"/>
            <a:r>
              <a:rPr lang="en-AU" sz="800" b="0" i="0" u="none" strike="noStrike" dirty="0">
                <a:solidFill>
                  <a:schemeClr val="bg1"/>
                </a:solidFill>
                <a:effectLst/>
                <a:latin typeface="Helvetica Neue" panose="02000503000000020004" pitchFamily="2" charset="0"/>
              </a:rPr>
              <a:t>©</a:t>
            </a:r>
            <a:r>
              <a:rPr lang="en-AU" sz="800" dirty="0">
                <a:solidFill>
                  <a:schemeClr val="bg1"/>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pic>
        <p:nvPicPr>
          <p:cNvPr id="10" name="Picture 9">
            <a:extLst>
              <a:ext uri="{FF2B5EF4-FFF2-40B4-BE49-F238E27FC236}">
                <a16:creationId xmlns:a16="http://schemas.microsoft.com/office/drawing/2014/main" id="{D12ED99E-6B9D-7AEA-3698-4DD759E3B9B7}"/>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297803" y="5191335"/>
            <a:ext cx="3097618" cy="1425798"/>
          </a:xfrm>
          <a:prstGeom prst="rect">
            <a:avLst/>
          </a:prstGeom>
        </p:spPr>
      </p:pic>
    </p:spTree>
    <p:extLst>
      <p:ext uri="{BB962C8B-B14F-4D97-AF65-F5344CB8AC3E}">
        <p14:creationId xmlns:p14="http://schemas.microsoft.com/office/powerpoint/2010/main" val="277457624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9_Title Slide">
    <p:bg>
      <p:bgPr>
        <a:solidFill>
          <a:srgbClr val="ECECEC"/>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E066CA2-5C58-5921-60E9-D28ADA36826A}"/>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5" name="Rectangle 4">
            <a:extLst>
              <a:ext uri="{FF2B5EF4-FFF2-40B4-BE49-F238E27FC236}">
                <a16:creationId xmlns:a16="http://schemas.microsoft.com/office/drawing/2014/main" id="{41B693D0-9E80-C772-133E-7B4CB57CE3B3}"/>
              </a:ext>
            </a:extLst>
          </p:cNvPr>
          <p:cNvSpPr/>
          <p:nvPr userDrawn="1"/>
        </p:nvSpPr>
        <p:spPr>
          <a:xfrm>
            <a:off x="0" y="5354320"/>
            <a:ext cx="12191999" cy="1503680"/>
          </a:xfrm>
          <a:prstGeom prst="rect">
            <a:avLst/>
          </a:prstGeom>
          <a:gradFill>
            <a:gsLst>
              <a:gs pos="0">
                <a:schemeClr val="accent1">
                  <a:lumMod val="5000"/>
                  <a:lumOff val="95000"/>
                  <a:alpha val="0"/>
                </a:schemeClr>
              </a:gs>
              <a:gs pos="25000">
                <a:schemeClr val="tx1">
                  <a:alpha val="57854"/>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BC9A4477-F31B-0306-040E-CDEC1DD0B3C6}"/>
              </a:ext>
            </a:extLst>
          </p:cNvPr>
          <p:cNvSpPr txBox="1"/>
          <p:nvPr userDrawn="1"/>
        </p:nvSpPr>
        <p:spPr>
          <a:xfrm>
            <a:off x="3341038" y="6708625"/>
            <a:ext cx="8473691" cy="149374"/>
          </a:xfrm>
          <a:prstGeom prst="rect">
            <a:avLst/>
          </a:prstGeom>
          <a:noFill/>
        </p:spPr>
        <p:txBody>
          <a:bodyPr wrap="square" lIns="0" tIns="0" rIns="0" bIns="36000" rtlCol="0">
            <a:noAutofit/>
          </a:bodyPr>
          <a:lstStyle/>
          <a:p>
            <a:pPr algn="r"/>
            <a:r>
              <a:rPr lang="en-AU" sz="800" b="0" i="0" u="none" strike="noStrike" dirty="0">
                <a:solidFill>
                  <a:schemeClr val="bg1"/>
                </a:solidFill>
                <a:effectLst/>
                <a:latin typeface="Helvetica Neue" panose="02000503000000020004" pitchFamily="2" charset="0"/>
              </a:rPr>
              <a:t>©</a:t>
            </a:r>
            <a:r>
              <a:rPr lang="en-AU" sz="800" dirty="0">
                <a:solidFill>
                  <a:schemeClr val="bg1"/>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pic>
        <p:nvPicPr>
          <p:cNvPr id="7" name="Picture 6">
            <a:extLst>
              <a:ext uri="{FF2B5EF4-FFF2-40B4-BE49-F238E27FC236}">
                <a16:creationId xmlns:a16="http://schemas.microsoft.com/office/drawing/2014/main" id="{FC76220B-EB3D-736A-703B-9D5C9AC0506B}"/>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297803" y="5191335"/>
            <a:ext cx="3097618" cy="1425798"/>
          </a:xfrm>
          <a:prstGeom prst="rect">
            <a:avLst/>
          </a:prstGeom>
        </p:spPr>
      </p:pic>
      <p:sp>
        <p:nvSpPr>
          <p:cNvPr id="2" name="Rectangle 1">
            <a:extLst>
              <a:ext uri="{FF2B5EF4-FFF2-40B4-BE49-F238E27FC236}">
                <a16:creationId xmlns:a16="http://schemas.microsoft.com/office/drawing/2014/main" id="{EEB389DE-8018-324D-9427-78B74469B8FA}"/>
              </a:ext>
            </a:extLst>
          </p:cNvPr>
          <p:cNvSpPr/>
          <p:nvPr userDrawn="1"/>
        </p:nvSpPr>
        <p:spPr>
          <a:xfrm rot="10800000">
            <a:off x="0" y="0"/>
            <a:ext cx="12191999" cy="2769326"/>
          </a:xfrm>
          <a:prstGeom prst="rect">
            <a:avLst/>
          </a:prstGeom>
          <a:gradFill>
            <a:gsLst>
              <a:gs pos="0">
                <a:schemeClr val="accent1">
                  <a:lumMod val="5000"/>
                  <a:lumOff val="95000"/>
                  <a:alpha val="0"/>
                </a:schemeClr>
              </a:gs>
              <a:gs pos="25000">
                <a:schemeClr val="tx1">
                  <a:alpha val="2174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95445728"/>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
  <p:cSld name="4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1C700-9762-1F2D-024B-3BEDF2C0407D}"/>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6E1C435B-EF0E-549F-F3C1-DC7ADC87082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0D60A567-44E3-152A-D89C-E3F15C9F018C}"/>
              </a:ext>
            </a:extLst>
          </p:cNvPr>
          <p:cNvSpPr>
            <a:spLocks noGrp="1"/>
          </p:cNvSpPr>
          <p:nvPr>
            <p:ph type="dt" sz="half" idx="10"/>
          </p:nvPr>
        </p:nvSpPr>
        <p:spPr/>
        <p:txBody>
          <a:bodyPr/>
          <a:lstStyle/>
          <a:p>
            <a:fld id="{ED234C24-2802-435D-B0D6-EC6D9A9B979C}" type="datetimeFigureOut">
              <a:rPr lang="en-AU" smtClean="0"/>
              <a:t>31/01/2025</a:t>
            </a:fld>
            <a:endParaRPr lang="en-AU"/>
          </a:p>
        </p:txBody>
      </p:sp>
      <p:sp>
        <p:nvSpPr>
          <p:cNvPr id="5" name="Footer Placeholder 4">
            <a:extLst>
              <a:ext uri="{FF2B5EF4-FFF2-40B4-BE49-F238E27FC236}">
                <a16:creationId xmlns:a16="http://schemas.microsoft.com/office/drawing/2014/main" id="{254E9005-9D77-A377-3C7F-3C89D7CF0F6F}"/>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0BE0EF2F-571D-BB01-C211-A7DA8BB0A922}"/>
              </a:ext>
            </a:extLst>
          </p:cNvPr>
          <p:cNvSpPr>
            <a:spLocks noGrp="1"/>
          </p:cNvSpPr>
          <p:nvPr>
            <p:ph type="sldNum" sz="quarter" idx="12"/>
          </p:nvPr>
        </p:nvSpPr>
        <p:spPr/>
        <p:txBody>
          <a:bodyPr/>
          <a:lstStyle/>
          <a:p>
            <a:fld id="{D0658A3E-A8D7-455D-901E-BA82E52465A0}" type="slidenum">
              <a:rPr lang="en-AU" smtClean="0"/>
              <a:t>‹#›</a:t>
            </a:fld>
            <a:endParaRPr lang="en-AU"/>
          </a:p>
        </p:txBody>
      </p:sp>
    </p:spTree>
    <p:extLst>
      <p:ext uri="{BB962C8B-B14F-4D97-AF65-F5344CB8AC3E}">
        <p14:creationId xmlns:p14="http://schemas.microsoft.com/office/powerpoint/2010/main" val="1465305732"/>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theme" Target="../theme/theme1.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2F4FD54-D143-8544-8A0E-C449B851C5F4}"/>
              </a:ext>
            </a:extLst>
          </p:cNvPr>
          <p:cNvSpPr>
            <a:spLocks noGrp="1"/>
          </p:cNvSpPr>
          <p:nvPr>
            <p:ph type="title"/>
          </p:nvPr>
        </p:nvSpPr>
        <p:spPr>
          <a:xfrm>
            <a:off x="365760" y="350838"/>
            <a:ext cx="11436772" cy="443198"/>
          </a:xfrm>
          <a:prstGeom prst="rect">
            <a:avLst/>
          </a:prstGeom>
        </p:spPr>
        <p:txBody>
          <a:bodyPr vert="horz" wrap="square" lIns="0" tIns="0" rIns="0" bIns="0" rtlCol="0" anchor="t" anchorCtr="0">
            <a:sp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876B6D7-1BFF-2D47-9B38-9CF11F641FED}"/>
              </a:ext>
            </a:extLst>
          </p:cNvPr>
          <p:cNvSpPr>
            <a:spLocks noGrp="1"/>
          </p:cNvSpPr>
          <p:nvPr>
            <p:ph type="body" idx="1"/>
          </p:nvPr>
        </p:nvSpPr>
        <p:spPr>
          <a:xfrm>
            <a:off x="365759" y="1393825"/>
            <a:ext cx="11436773" cy="4575175"/>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32817484"/>
      </p:ext>
    </p:extLst>
  </p:cSld>
  <p:clrMap bg1="lt1" tx1="dk1" bg2="lt2" tx2="dk2" accent1="accent1" accent2="accent2" accent3="accent3" accent4="accent4" accent5="accent5" accent6="accent6" hlink="hlink" folHlink="folHlink"/>
  <p:sldLayoutIdLst>
    <p:sldLayoutId id="2147483649" r:id="rId1"/>
    <p:sldLayoutId id="2147483705" r:id="rId2"/>
    <p:sldLayoutId id="2147483706" r:id="rId3"/>
    <p:sldLayoutId id="2147483650" r:id="rId4"/>
    <p:sldLayoutId id="2147483710" r:id="rId5"/>
    <p:sldLayoutId id="2147483702" r:id="rId6"/>
    <p:sldLayoutId id="2147483709" r:id="rId7"/>
    <p:sldLayoutId id="2147483658" r:id="rId8"/>
    <p:sldLayoutId id="2147483693" r:id="rId9"/>
    <p:sldLayoutId id="2147483694" r:id="rId10"/>
    <p:sldLayoutId id="2147483692" r:id="rId11"/>
    <p:sldLayoutId id="2147483686" r:id="rId12"/>
    <p:sldLayoutId id="2147483667" r:id="rId13"/>
    <p:sldLayoutId id="2147483652" r:id="rId14"/>
    <p:sldLayoutId id="2147483698" r:id="rId15"/>
    <p:sldLayoutId id="2147483695" r:id="rId16"/>
    <p:sldLayoutId id="2147483696" r:id="rId17"/>
    <p:sldLayoutId id="2147483680" r:id="rId18"/>
    <p:sldLayoutId id="2147483656" r:id="rId19"/>
    <p:sldLayoutId id="2147483657" r:id="rId20"/>
    <p:sldLayoutId id="2147483681" r:id="rId21"/>
    <p:sldLayoutId id="2147483653" r:id="rId22"/>
    <p:sldLayoutId id="2147483682" r:id="rId23"/>
    <p:sldLayoutId id="2147483676" r:id="rId24"/>
    <p:sldLayoutId id="2147483666" r:id="rId25"/>
    <p:sldLayoutId id="2147483708" r:id="rId26"/>
    <p:sldLayoutId id="2147483683" r:id="rId27"/>
    <p:sldLayoutId id="2147483707" r:id="rId28"/>
    <p:sldLayoutId id="2147483663" r:id="rId29"/>
    <p:sldLayoutId id="2147483700" r:id="rId30"/>
    <p:sldLayoutId id="2147483697" r:id="rId31"/>
    <p:sldLayoutId id="2147483699" r:id="rId32"/>
    <p:sldLayoutId id="2147483701" r:id="rId33"/>
    <p:sldLayoutId id="2147483661" r:id="rId34"/>
    <p:sldLayoutId id="2147483669" r:id="rId35"/>
    <p:sldLayoutId id="2147483690" r:id="rId36"/>
    <p:sldLayoutId id="2147483691" r:id="rId37"/>
    <p:sldLayoutId id="2147483703" r:id="rId38"/>
    <p:sldLayoutId id="2147483704" r:id="rId39"/>
    <p:sldLayoutId id="2147483711" r:id="rId40"/>
    <p:sldLayoutId id="2147483712" r:id="rId41"/>
    <p:sldLayoutId id="2147483713" r:id="rId42"/>
  </p:sldLayoutIdLst>
  <p:hf sldNum="0" hdr="0" dt="0"/>
  <p:txStyles>
    <p:titleStyle>
      <a:lvl1pPr algn="l" defTabSz="914354" rtl="0" eaLnBrk="1" latinLnBrk="0" hangingPunct="1">
        <a:lnSpc>
          <a:spcPct val="90000"/>
        </a:lnSpc>
        <a:spcBef>
          <a:spcPct val="0"/>
        </a:spcBef>
        <a:buNone/>
        <a:defRPr sz="3200" b="1" i="0" kern="1200">
          <a:solidFill>
            <a:schemeClr val="tx1"/>
          </a:solidFill>
          <a:latin typeface="Arial" panose="020B0604020202020204" pitchFamily="34" charset="0"/>
          <a:ea typeface="+mj-ea"/>
          <a:cs typeface="Arial" panose="020B0604020202020204" pitchFamily="34" charset="0"/>
        </a:defRPr>
      </a:lvl1pPr>
    </p:titleStyle>
    <p:bodyStyle>
      <a:lvl1pPr marL="287986" indent="-287986" algn="l" defTabSz="914354" rtl="0" eaLnBrk="1" latinLnBrk="0" hangingPunct="1">
        <a:lnSpc>
          <a:spcPct val="100000"/>
        </a:lnSpc>
        <a:spcBef>
          <a:spcPts val="600"/>
        </a:spcBef>
        <a:spcAft>
          <a:spcPts val="600"/>
        </a:spcAft>
        <a:buClr>
          <a:schemeClr val="accent1"/>
        </a:buClr>
        <a:buSzPct val="60000"/>
        <a:buFont typeface=".Lucida Grande UI Regular"/>
        <a:buChar char="◆"/>
        <a:defRPr sz="2000" b="1" i="0" kern="1200">
          <a:solidFill>
            <a:schemeClr val="tx1"/>
          </a:solidFill>
          <a:latin typeface="Arial" panose="020B0604020202020204" pitchFamily="34" charset="0"/>
          <a:ea typeface="+mn-ea"/>
          <a:cs typeface="Arial" panose="020B0604020202020204" pitchFamily="34" charset="0"/>
        </a:defRPr>
      </a:lvl1pPr>
      <a:lvl2pPr marL="575972" indent="-287986" algn="l" defTabSz="914354" rtl="0" eaLnBrk="1" latinLnBrk="0" hangingPunct="1">
        <a:lnSpc>
          <a:spcPct val="100000"/>
        </a:lnSpc>
        <a:spcBef>
          <a:spcPts val="600"/>
        </a:spcBef>
        <a:spcAft>
          <a:spcPts val="600"/>
        </a:spcAft>
        <a:buClr>
          <a:schemeClr val="accent1"/>
        </a:buClr>
        <a:buSzPct val="60000"/>
        <a:buFont typeface=".Lucida Grande UI Regular"/>
        <a:buChar char="◆"/>
        <a:defRPr sz="1800" b="0" i="0" kern="1200">
          <a:solidFill>
            <a:schemeClr val="tx1"/>
          </a:solidFill>
          <a:latin typeface="Arial" panose="020B0604020202020204" pitchFamily="34" charset="0"/>
          <a:ea typeface="+mn-ea"/>
          <a:cs typeface="Arial" panose="020B0604020202020204" pitchFamily="34" charset="0"/>
        </a:defRPr>
      </a:lvl2pPr>
      <a:lvl3pPr marL="863957" indent="-287986" algn="l" defTabSz="914354" rtl="0" eaLnBrk="1" latinLnBrk="0" hangingPunct="1">
        <a:lnSpc>
          <a:spcPct val="100000"/>
        </a:lnSpc>
        <a:spcBef>
          <a:spcPts val="600"/>
        </a:spcBef>
        <a:spcAft>
          <a:spcPts val="600"/>
        </a:spcAft>
        <a:buClr>
          <a:schemeClr val="accent1"/>
        </a:buClr>
        <a:buSzPct val="60000"/>
        <a:buFont typeface=".Lucida Grande UI Regular"/>
        <a:buChar char="◆"/>
        <a:defRPr sz="1600" b="1" i="0" kern="1200">
          <a:solidFill>
            <a:schemeClr val="tx1"/>
          </a:solidFill>
          <a:latin typeface="Arial" panose="020B0604020202020204" pitchFamily="34" charset="0"/>
          <a:ea typeface="+mn-ea"/>
          <a:cs typeface="Arial" panose="020B0604020202020204" pitchFamily="34" charset="0"/>
        </a:defRPr>
      </a:lvl3pPr>
      <a:lvl4pPr marL="1151942" indent="-287986" algn="l" defTabSz="914354" rtl="0" eaLnBrk="1" latinLnBrk="0" hangingPunct="1">
        <a:lnSpc>
          <a:spcPct val="100000"/>
        </a:lnSpc>
        <a:spcBef>
          <a:spcPts val="600"/>
        </a:spcBef>
        <a:spcAft>
          <a:spcPts val="600"/>
        </a:spcAft>
        <a:buClr>
          <a:schemeClr val="accent1"/>
        </a:buClr>
        <a:buSzPct val="60000"/>
        <a:buFont typeface=".Lucida Grande UI Regular"/>
        <a:buChar char="◆"/>
        <a:defRPr sz="1400" b="0" i="0" kern="1200">
          <a:solidFill>
            <a:schemeClr val="tx1"/>
          </a:solidFill>
          <a:latin typeface="Arial" panose="020B0604020202020204" pitchFamily="34" charset="0"/>
          <a:ea typeface="+mn-ea"/>
          <a:cs typeface="Arial" panose="020B0604020202020204" pitchFamily="34" charset="0"/>
        </a:defRPr>
      </a:lvl4pPr>
      <a:lvl5pPr marL="1439928" indent="-287986" algn="l" defTabSz="914354" rtl="0" eaLnBrk="1" latinLnBrk="0" hangingPunct="1">
        <a:lnSpc>
          <a:spcPct val="100000"/>
        </a:lnSpc>
        <a:spcBef>
          <a:spcPts val="600"/>
        </a:spcBef>
        <a:spcAft>
          <a:spcPts val="600"/>
        </a:spcAft>
        <a:buClr>
          <a:schemeClr val="accent1"/>
        </a:buClr>
        <a:buSzPct val="60000"/>
        <a:buFont typeface=".Lucida Grande UI Regular"/>
        <a:buChar char="◆"/>
        <a:defRPr sz="1200" b="1" i="0" kern="1200">
          <a:solidFill>
            <a:schemeClr val="tx1"/>
          </a:solidFill>
          <a:latin typeface="Arial" panose="020B0604020202020204" pitchFamily="34" charset="0"/>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hyperlink" Target="https://www.archdaily.com/939530/site-analysis" TargetMode="External"/><Relationship Id="rId1" Type="http://schemas.openxmlformats.org/officeDocument/2006/relationships/slideLayout" Target="../slideLayouts/slideLayout16.xml"/></Relationships>
</file>

<file path=ppt/slides/_rels/slide4.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image" Target="../media/image22.png"/><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42.xml"/></Relationships>
</file>

<file path=ppt/slides/_rels/slide6.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image" Target="../media/image25.jpg"/><Relationship Id="rId1" Type="http://schemas.openxmlformats.org/officeDocument/2006/relationships/slideLayout" Target="../slideLayouts/slideLayout16.xml"/><Relationship Id="rId4" Type="http://schemas.openxmlformats.org/officeDocument/2006/relationships/image" Target="../media/image27.jpg"/></Relationships>
</file>

<file path=ppt/slides/_rels/slide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1.xml.rels><?xml version="1.0" encoding="UTF-8" standalone="yes"?>
<Relationships xmlns="http://schemas.openxmlformats.org/package/2006/relationships"><Relationship Id="rId3" Type="http://schemas.openxmlformats.org/officeDocument/2006/relationships/image" Target="../media/image32.jpg"/><Relationship Id="rId2" Type="http://schemas.openxmlformats.org/officeDocument/2006/relationships/image" Target="../media/image31.jpg"/><Relationship Id="rId1" Type="http://schemas.openxmlformats.org/officeDocument/2006/relationships/slideLayout" Target="../slideLayouts/slideLayout1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7.xml.rels><?xml version="1.0" encoding="UTF-8" standalone="yes"?>
<Relationships xmlns="http://schemas.openxmlformats.org/package/2006/relationships"><Relationship Id="rId3" Type="http://schemas.openxmlformats.org/officeDocument/2006/relationships/image" Target="../media/image34.jpg"/><Relationship Id="rId2" Type="http://schemas.openxmlformats.org/officeDocument/2006/relationships/image" Target="../media/image33.jpg"/><Relationship Id="rId1" Type="http://schemas.openxmlformats.org/officeDocument/2006/relationships/slideLayout" Target="../slideLayouts/slideLayout42.xml"/></Relationships>
</file>

<file path=ppt/slides/_rels/slide18.xml.rels><?xml version="1.0" encoding="UTF-8" standalone="yes"?>
<Relationships xmlns="http://schemas.openxmlformats.org/package/2006/relationships"><Relationship Id="rId3" Type="http://schemas.openxmlformats.org/officeDocument/2006/relationships/image" Target="../media/image36.jpg"/><Relationship Id="rId2" Type="http://schemas.openxmlformats.org/officeDocument/2006/relationships/image" Target="../media/image35.jpg"/><Relationship Id="rId1" Type="http://schemas.openxmlformats.org/officeDocument/2006/relationships/slideLayout" Target="../slideLayouts/slideLayout42.xml"/></Relationships>
</file>

<file path=ppt/slides/_rels/slide1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jpg"/><Relationship Id="rId1" Type="http://schemas.openxmlformats.org/officeDocument/2006/relationships/slideLayout" Target="../slideLayouts/slideLayout42.xml"/></Relationships>
</file>

<file path=ppt/slides/_rels/slide20.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hyperlink" Target="https://www.melbourne.vic.gov.au/applying-planning-permit" TargetMode="External"/><Relationship Id="rId1" Type="http://schemas.openxmlformats.org/officeDocument/2006/relationships/slideLayout" Target="../slideLayouts/slideLayout1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16.xml"/></Relationships>
</file>

<file path=ppt/slides/_rels/slide2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hyperlink" Target="https://www.melbourne.vic.gov.au/applying-planning-permit" TargetMode="External"/><Relationship Id="rId1" Type="http://schemas.openxmlformats.org/officeDocument/2006/relationships/slideLayout" Target="../slideLayouts/slideLayout16.xml"/></Relationships>
</file>

<file path=ppt/slides/_rels/slide2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hyperlink" Target="https://www.planning.vic.gov.au/guides-and-resources/guides/planning-practice-notes/understanding-the-residential-development-provisions" TargetMode="External"/><Relationship Id="rId1" Type="http://schemas.openxmlformats.org/officeDocument/2006/relationships/slideLayout" Target="../slideLayouts/slideLayout16.xml"/></Relationships>
</file>

<file path=ppt/slides/_rels/slide24.xml.rels><?xml version="1.0" encoding="UTF-8" standalone="yes"?>
<Relationships xmlns="http://schemas.openxmlformats.org/package/2006/relationships"><Relationship Id="rId3" Type="http://schemas.openxmlformats.org/officeDocument/2006/relationships/image" Target="../media/image43.jpg"/><Relationship Id="rId2" Type="http://schemas.openxmlformats.org/officeDocument/2006/relationships/hyperlink" Target="https://www.planning.vic.gov.au/guides-and-resources/guides/planning-practice-notes/understanding-the-residential-development-provisions" TargetMode="External"/><Relationship Id="rId1" Type="http://schemas.openxmlformats.org/officeDocument/2006/relationships/slideLayout" Target="../slideLayouts/slideLayout16.xml"/><Relationship Id="rId4" Type="http://schemas.openxmlformats.org/officeDocument/2006/relationships/image" Target="../media/image44.jpg"/></Relationships>
</file>

<file path=ppt/slides/_rels/slide25.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16.xml"/><Relationship Id="rId4" Type="http://schemas.openxmlformats.org/officeDocument/2006/relationships/image" Target="../media/image47.png"/></Relationships>
</file>

<file path=ppt/slides/_rels/slide26.xml.rels><?xml version="1.0" encoding="UTF-8" standalone="yes"?>
<Relationships xmlns="http://schemas.openxmlformats.org/package/2006/relationships"><Relationship Id="rId3" Type="http://schemas.openxmlformats.org/officeDocument/2006/relationships/image" Target="../media/image49.emf"/><Relationship Id="rId2" Type="http://schemas.openxmlformats.org/officeDocument/2006/relationships/image" Target="../media/image48.emf"/><Relationship Id="rId1" Type="http://schemas.openxmlformats.org/officeDocument/2006/relationships/slideLayout" Target="../slideLayouts/slideLayout16.xml"/><Relationship Id="rId4" Type="http://schemas.openxmlformats.org/officeDocument/2006/relationships/image" Target="../media/image50.png"/></Relationships>
</file>

<file path=ppt/slides/_rels/slide27.xml.rels><?xml version="1.0" encoding="UTF-8" standalone="yes"?>
<Relationships xmlns="http://schemas.openxmlformats.org/package/2006/relationships"><Relationship Id="rId3" Type="http://schemas.openxmlformats.org/officeDocument/2006/relationships/image" Target="../media/image52.jpg"/><Relationship Id="rId2" Type="http://schemas.openxmlformats.org/officeDocument/2006/relationships/image" Target="../media/image51.jpg"/><Relationship Id="rId1" Type="http://schemas.openxmlformats.org/officeDocument/2006/relationships/slideLayout" Target="../slideLayouts/slideLayout4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9.xml.rels><?xml version="1.0" encoding="UTF-8" standalone="yes"?>
<Relationships xmlns="http://schemas.openxmlformats.org/package/2006/relationships"><Relationship Id="rId3" Type="http://schemas.openxmlformats.org/officeDocument/2006/relationships/image" Target="../media/image54.jpg"/><Relationship Id="rId2" Type="http://schemas.openxmlformats.org/officeDocument/2006/relationships/image" Target="../media/image53.jpg"/><Relationship Id="rId1" Type="http://schemas.openxmlformats.org/officeDocument/2006/relationships/slideLayout" Target="../slideLayouts/slideLayout16.xml"/></Relationships>
</file>

<file path=ppt/slides/_rels/slide30.xml.rels><?xml version="1.0" encoding="UTF-8" standalone="yes"?>
<Relationships xmlns="http://schemas.openxmlformats.org/package/2006/relationships"><Relationship Id="rId3" Type="http://schemas.openxmlformats.org/officeDocument/2006/relationships/image" Target="../media/image56.jpg"/><Relationship Id="rId2" Type="http://schemas.openxmlformats.org/officeDocument/2006/relationships/image" Target="../media/image55.jpg"/><Relationship Id="rId1" Type="http://schemas.openxmlformats.org/officeDocument/2006/relationships/slideLayout" Target="../slideLayouts/slideLayout16.xml"/></Relationships>
</file>

<file path=ppt/slides/_rels/slide31.xml.rels><?xml version="1.0" encoding="UTF-8" standalone="yes"?>
<Relationships xmlns="http://schemas.openxmlformats.org/package/2006/relationships"><Relationship Id="rId3" Type="http://schemas.openxmlformats.org/officeDocument/2006/relationships/image" Target="../media/image58.jpg"/><Relationship Id="rId2" Type="http://schemas.openxmlformats.org/officeDocument/2006/relationships/image" Target="../media/image57.jpg"/><Relationship Id="rId1" Type="http://schemas.openxmlformats.org/officeDocument/2006/relationships/slideLayout" Target="../slideLayouts/slideLayout16.xml"/></Relationships>
</file>

<file path=ppt/slides/_rels/slide32.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jpg"/><Relationship Id="rId1" Type="http://schemas.openxmlformats.org/officeDocument/2006/relationships/slideLayout" Target="../slideLayouts/slideLayout1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34.xml.rels><?xml version="1.0" encoding="UTF-8" standalone="yes"?>
<Relationships xmlns="http://schemas.openxmlformats.org/package/2006/relationships"><Relationship Id="rId3" Type="http://schemas.openxmlformats.org/officeDocument/2006/relationships/hyperlink" Target="https://www.pinterest.com/" TargetMode="External"/><Relationship Id="rId2" Type="http://schemas.openxmlformats.org/officeDocument/2006/relationships/hyperlink" Target="https://www.archdaily.com/" TargetMode="External"/><Relationship Id="rId1" Type="http://schemas.openxmlformats.org/officeDocument/2006/relationships/slideLayout" Target="../slideLayouts/slideLayout16.xml"/><Relationship Id="rId5" Type="http://schemas.openxmlformats.org/officeDocument/2006/relationships/hyperlink" Target="https://www.planning.vic.gov.au/guides-and-resources/guides/planning-practice-notes/understanding-the-residential-development-provisions" TargetMode="External"/><Relationship Id="rId4" Type="http://schemas.openxmlformats.org/officeDocument/2006/relationships/hyperlink" Target="https://www.zaha-hadid.com/archive/?type=architecture"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2037F766-F5AA-C743-82FA-9221F693F5C7}"/>
              </a:ext>
            </a:extLst>
          </p:cNvPr>
          <p:cNvSpPr>
            <a:spLocks noGrp="1"/>
          </p:cNvSpPr>
          <p:nvPr>
            <p:ph type="ctrTitle"/>
          </p:nvPr>
        </p:nvSpPr>
        <p:spPr>
          <a:xfrm>
            <a:off x="599440" y="1832433"/>
            <a:ext cx="6291512" cy="1479648"/>
          </a:xfrm>
        </p:spPr>
        <p:txBody>
          <a:bodyPr lIns="0" tIns="0" rIns="0" bIns="0"/>
          <a:lstStyle/>
          <a:p>
            <a:r>
              <a:rPr lang="en-US" dirty="0"/>
              <a:t>Session 3</a:t>
            </a:r>
          </a:p>
        </p:txBody>
      </p:sp>
      <p:sp>
        <p:nvSpPr>
          <p:cNvPr id="10" name="Subtitle 2">
            <a:extLst>
              <a:ext uri="{FF2B5EF4-FFF2-40B4-BE49-F238E27FC236}">
                <a16:creationId xmlns:a16="http://schemas.microsoft.com/office/drawing/2014/main" id="{2122BAEA-8E13-DA41-A1A3-099D1631A6AE}"/>
              </a:ext>
            </a:extLst>
          </p:cNvPr>
          <p:cNvSpPr>
            <a:spLocks noGrp="1"/>
          </p:cNvSpPr>
          <p:nvPr>
            <p:ph type="subTitle" idx="1"/>
          </p:nvPr>
        </p:nvSpPr>
        <p:spPr>
          <a:xfrm>
            <a:off x="599441" y="3184432"/>
            <a:ext cx="5069840" cy="990115"/>
          </a:xfrm>
        </p:spPr>
        <p:txBody>
          <a:bodyPr lIns="0" tIns="0" rIns="0" bIns="0"/>
          <a:lstStyle/>
          <a:p>
            <a:r>
              <a:rPr lang="en-US" dirty="0"/>
              <a:t>NAD1001: INTRODUCTION TO ARCHITECTURAL DESIGN</a:t>
            </a:r>
          </a:p>
        </p:txBody>
      </p:sp>
    </p:spTree>
    <p:extLst>
      <p:ext uri="{BB962C8B-B14F-4D97-AF65-F5344CB8AC3E}">
        <p14:creationId xmlns:p14="http://schemas.microsoft.com/office/powerpoint/2010/main" val="26932544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2867848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9596B88-7810-8A9D-742E-7E9ABB3DF209}"/>
              </a:ext>
            </a:extLst>
          </p:cNvPr>
          <p:cNvSpPr>
            <a:spLocks noGrp="1"/>
          </p:cNvSpPr>
          <p:nvPr>
            <p:ph type="body" sz="half" idx="2"/>
          </p:nvPr>
        </p:nvSpPr>
        <p:spPr>
          <a:xfrm>
            <a:off x="399737" y="1503307"/>
            <a:ext cx="3923407" cy="4359270"/>
          </a:xfrm>
        </p:spPr>
        <p:txBody>
          <a:bodyPr>
            <a:normAutofit/>
          </a:bodyPr>
          <a:lstStyle/>
          <a:p>
            <a:pPr marL="285750" indent="-285750">
              <a:lnSpc>
                <a:spcPct val="120000"/>
              </a:lnSpc>
              <a:buFont typeface="Arial" panose="020B0604020202020204" pitchFamily="34" charset="0"/>
              <a:buChar char="•"/>
            </a:pPr>
            <a:r>
              <a:rPr lang="en-US" sz="1400" dirty="0"/>
              <a:t>Site analysis in architectural design is the process of evaluating the physical, environmental, and regulatory characteristics of a site to </a:t>
            </a:r>
            <a:r>
              <a:rPr lang="en-US" sz="1400" b="1" dirty="0"/>
              <a:t>inform and </a:t>
            </a:r>
            <a:r>
              <a:rPr lang="en-US" sz="1400" b="1" dirty="0" err="1"/>
              <a:t>optimise</a:t>
            </a:r>
            <a:r>
              <a:rPr lang="en-US" sz="1400" b="1" dirty="0"/>
              <a:t> design decisions</a:t>
            </a:r>
          </a:p>
          <a:p>
            <a:pPr marL="285750" indent="-285750">
              <a:lnSpc>
                <a:spcPct val="120000"/>
              </a:lnSpc>
              <a:buFont typeface="Arial" panose="020B0604020202020204" pitchFamily="34" charset="0"/>
              <a:buChar char="•"/>
            </a:pPr>
            <a:r>
              <a:rPr lang="en-US" sz="1400" dirty="0"/>
              <a:t>It aims to ensure </a:t>
            </a:r>
            <a:r>
              <a:rPr lang="en-US" sz="1400" b="1" dirty="0"/>
              <a:t>compliance with legal constraints, </a:t>
            </a:r>
            <a:r>
              <a:rPr lang="en-US" sz="1400" b="1" dirty="0" err="1"/>
              <a:t>maximise</a:t>
            </a:r>
            <a:r>
              <a:rPr lang="en-US" sz="1400" b="1" dirty="0"/>
              <a:t> the site’s potential, and integrate the project sensitively</a:t>
            </a:r>
            <a:r>
              <a:rPr lang="en-US" sz="1400" dirty="0"/>
              <a:t> into its context</a:t>
            </a:r>
          </a:p>
          <a:p>
            <a:pPr marL="285750" indent="-285750">
              <a:lnSpc>
                <a:spcPct val="120000"/>
              </a:lnSpc>
              <a:buFont typeface="Arial" panose="020B0604020202020204" pitchFamily="34" charset="0"/>
              <a:buChar char="•"/>
            </a:pPr>
            <a:r>
              <a:rPr lang="en-US" sz="1400" dirty="0"/>
              <a:t>Overall, site analysis is </a:t>
            </a:r>
            <a:r>
              <a:rPr lang="en-US" sz="1400" b="1" dirty="0"/>
              <a:t>a foundational step in the architectural design process</a:t>
            </a:r>
            <a:r>
              <a:rPr lang="en-US" sz="1400" dirty="0"/>
              <a:t> that ensures the proposed project is viable, contextually appropriate, and sustainable</a:t>
            </a:r>
          </a:p>
          <a:p>
            <a:pPr marL="285750" indent="-285750">
              <a:lnSpc>
                <a:spcPct val="120000"/>
              </a:lnSpc>
              <a:buFont typeface="Arial" panose="020B0604020202020204" pitchFamily="34" charset="0"/>
              <a:buChar char="•"/>
            </a:pPr>
            <a:r>
              <a:rPr lang="en-AU" sz="1400" dirty="0">
                <a:hlinkClick r:id="rId2"/>
              </a:rPr>
              <a:t>https://www.archdaily.com/939530/site-analysis</a:t>
            </a:r>
            <a:endParaRPr lang="en-AU" sz="1400" dirty="0"/>
          </a:p>
        </p:txBody>
      </p:sp>
      <p:sp>
        <p:nvSpPr>
          <p:cNvPr id="2" name="Title 1">
            <a:extLst>
              <a:ext uri="{FF2B5EF4-FFF2-40B4-BE49-F238E27FC236}">
                <a16:creationId xmlns:a16="http://schemas.microsoft.com/office/drawing/2014/main" id="{D7C6E458-DDDA-63A8-7A12-D1299EA953EA}"/>
              </a:ext>
            </a:extLst>
          </p:cNvPr>
          <p:cNvSpPr>
            <a:spLocks noGrp="1"/>
          </p:cNvSpPr>
          <p:nvPr>
            <p:ph type="title"/>
          </p:nvPr>
        </p:nvSpPr>
        <p:spPr/>
        <p:txBody>
          <a:bodyPr/>
          <a:lstStyle/>
          <a:p>
            <a:r>
              <a:rPr lang="en-AU" dirty="0"/>
              <a:t>Introduction to Site Analysis</a:t>
            </a:r>
          </a:p>
        </p:txBody>
      </p:sp>
      <p:pic>
        <p:nvPicPr>
          <p:cNvPr id="5" name="Picture 4">
            <a:extLst>
              <a:ext uri="{FF2B5EF4-FFF2-40B4-BE49-F238E27FC236}">
                <a16:creationId xmlns:a16="http://schemas.microsoft.com/office/drawing/2014/main" id="{C92DC09D-35A0-9ADA-53B2-2587C82096CA}"/>
              </a:ext>
            </a:extLst>
          </p:cNvPr>
          <p:cNvPicPr>
            <a:picLocks noChangeAspect="1"/>
          </p:cNvPicPr>
          <p:nvPr/>
        </p:nvPicPr>
        <p:blipFill>
          <a:blip r:embed="rId3"/>
          <a:stretch>
            <a:fillRect/>
          </a:stretch>
        </p:blipFill>
        <p:spPr>
          <a:xfrm>
            <a:off x="4752068" y="918822"/>
            <a:ext cx="7257291" cy="5020355"/>
          </a:xfrm>
          <a:prstGeom prst="rect">
            <a:avLst/>
          </a:prstGeom>
        </p:spPr>
      </p:pic>
      <p:sp>
        <p:nvSpPr>
          <p:cNvPr id="6" name="TextBox 5">
            <a:extLst>
              <a:ext uri="{FF2B5EF4-FFF2-40B4-BE49-F238E27FC236}">
                <a16:creationId xmlns:a16="http://schemas.microsoft.com/office/drawing/2014/main" id="{45B581EA-4404-70E9-918F-9B9CE266DB7B}"/>
              </a:ext>
            </a:extLst>
          </p:cNvPr>
          <p:cNvSpPr txBox="1"/>
          <p:nvPr/>
        </p:nvSpPr>
        <p:spPr>
          <a:xfrm>
            <a:off x="9306689" y="5932464"/>
            <a:ext cx="2291806" cy="276999"/>
          </a:xfrm>
          <a:prstGeom prst="rect">
            <a:avLst/>
          </a:prstGeom>
          <a:noFill/>
        </p:spPr>
        <p:txBody>
          <a:bodyPr wrap="square">
            <a:spAutoFit/>
          </a:bodyPr>
          <a:lstStyle/>
          <a:p>
            <a:r>
              <a:rPr lang="en-AU" sz="1200" dirty="0"/>
              <a:t>Source: </a:t>
            </a:r>
            <a:r>
              <a:rPr lang="en-AU" sz="1200" dirty="0" err="1"/>
              <a:t>ArchDaily</a:t>
            </a:r>
            <a:endParaRPr lang="en-AU" sz="1200" dirty="0"/>
          </a:p>
        </p:txBody>
      </p:sp>
    </p:spTree>
    <p:extLst>
      <p:ext uri="{BB962C8B-B14F-4D97-AF65-F5344CB8AC3E}">
        <p14:creationId xmlns:p14="http://schemas.microsoft.com/office/powerpoint/2010/main" val="30393783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3AA235F-8455-F77C-55C9-E014ED269E2B}"/>
              </a:ext>
            </a:extLst>
          </p:cNvPr>
          <p:cNvSpPr>
            <a:spLocks noGrp="1"/>
          </p:cNvSpPr>
          <p:nvPr>
            <p:ph type="body" sz="half" idx="2"/>
          </p:nvPr>
        </p:nvSpPr>
        <p:spPr>
          <a:xfrm>
            <a:off x="399737" y="1069522"/>
            <a:ext cx="4715584" cy="887462"/>
          </a:xfrm>
        </p:spPr>
        <p:txBody>
          <a:bodyPr>
            <a:normAutofit/>
          </a:bodyPr>
          <a:lstStyle/>
          <a:p>
            <a:r>
              <a:rPr lang="en-US" dirty="0"/>
              <a:t>Overview of key elements involved in site analysis: topography, climate, context, and legal considerations</a:t>
            </a:r>
            <a:endParaRPr lang="en-AU" dirty="0"/>
          </a:p>
        </p:txBody>
      </p:sp>
      <p:sp>
        <p:nvSpPr>
          <p:cNvPr id="2" name="Title 1">
            <a:extLst>
              <a:ext uri="{FF2B5EF4-FFF2-40B4-BE49-F238E27FC236}">
                <a16:creationId xmlns:a16="http://schemas.microsoft.com/office/drawing/2014/main" id="{43B3B156-AC76-25F3-0CDE-5FC7D24119FF}"/>
              </a:ext>
            </a:extLst>
          </p:cNvPr>
          <p:cNvSpPr>
            <a:spLocks noGrp="1"/>
          </p:cNvSpPr>
          <p:nvPr>
            <p:ph type="title"/>
          </p:nvPr>
        </p:nvSpPr>
        <p:spPr/>
        <p:txBody>
          <a:bodyPr/>
          <a:lstStyle/>
          <a:p>
            <a:r>
              <a:rPr lang="en-AU" dirty="0"/>
              <a:t>Elements of Site Analysis</a:t>
            </a:r>
          </a:p>
        </p:txBody>
      </p:sp>
      <p:pic>
        <p:nvPicPr>
          <p:cNvPr id="5" name="Picture 4">
            <a:extLst>
              <a:ext uri="{FF2B5EF4-FFF2-40B4-BE49-F238E27FC236}">
                <a16:creationId xmlns:a16="http://schemas.microsoft.com/office/drawing/2014/main" id="{3C7AA530-0034-46DD-DE5D-60548CAB13C2}"/>
              </a:ext>
            </a:extLst>
          </p:cNvPr>
          <p:cNvPicPr>
            <a:picLocks noChangeAspect="1"/>
          </p:cNvPicPr>
          <p:nvPr/>
        </p:nvPicPr>
        <p:blipFill>
          <a:blip r:embed="rId2"/>
          <a:srcRect t="369"/>
          <a:stretch/>
        </p:blipFill>
        <p:spPr>
          <a:xfrm>
            <a:off x="6493998" y="226626"/>
            <a:ext cx="4512221" cy="5895424"/>
          </a:xfrm>
          <a:prstGeom prst="rect">
            <a:avLst/>
          </a:prstGeom>
        </p:spPr>
      </p:pic>
      <p:pic>
        <p:nvPicPr>
          <p:cNvPr id="7" name="Picture 6">
            <a:extLst>
              <a:ext uri="{FF2B5EF4-FFF2-40B4-BE49-F238E27FC236}">
                <a16:creationId xmlns:a16="http://schemas.microsoft.com/office/drawing/2014/main" id="{BF222039-4FD8-9EEB-2AFA-9D79D7D0B9B5}"/>
              </a:ext>
            </a:extLst>
          </p:cNvPr>
          <p:cNvPicPr>
            <a:picLocks noChangeAspect="1"/>
          </p:cNvPicPr>
          <p:nvPr/>
        </p:nvPicPr>
        <p:blipFill>
          <a:blip r:embed="rId3">
            <a:extLst>
              <a:ext uri="{28A0092B-C50C-407E-A947-70E740481C1C}">
                <a14:useLocalDpi xmlns:a14="http://schemas.microsoft.com/office/drawing/2010/main" val="0"/>
              </a:ext>
            </a:extLst>
          </a:blip>
          <a:srcRect t="15714" b="15952"/>
          <a:stretch/>
        </p:blipFill>
        <p:spPr>
          <a:xfrm>
            <a:off x="931302" y="2239471"/>
            <a:ext cx="4604655" cy="3146514"/>
          </a:xfrm>
          <a:prstGeom prst="rect">
            <a:avLst/>
          </a:prstGeom>
        </p:spPr>
      </p:pic>
      <p:sp>
        <p:nvSpPr>
          <p:cNvPr id="4" name="TextBox 3">
            <a:extLst>
              <a:ext uri="{FF2B5EF4-FFF2-40B4-BE49-F238E27FC236}">
                <a16:creationId xmlns:a16="http://schemas.microsoft.com/office/drawing/2014/main" id="{B3EB81B0-B10F-C1C4-F420-48C021C78F56}"/>
              </a:ext>
            </a:extLst>
          </p:cNvPr>
          <p:cNvSpPr txBox="1"/>
          <p:nvPr/>
        </p:nvSpPr>
        <p:spPr>
          <a:xfrm>
            <a:off x="4202192" y="5391473"/>
            <a:ext cx="2291806" cy="276999"/>
          </a:xfrm>
          <a:prstGeom prst="rect">
            <a:avLst/>
          </a:prstGeom>
          <a:noFill/>
        </p:spPr>
        <p:txBody>
          <a:bodyPr wrap="square">
            <a:spAutoFit/>
          </a:bodyPr>
          <a:lstStyle/>
          <a:p>
            <a:r>
              <a:rPr lang="en-AU" sz="1200" dirty="0"/>
              <a:t>Source: </a:t>
            </a:r>
            <a:r>
              <a:rPr lang="en-AU" sz="1200" dirty="0" err="1"/>
              <a:t>ArchDaily</a:t>
            </a:r>
            <a:endParaRPr lang="en-AU" sz="1200" dirty="0"/>
          </a:p>
        </p:txBody>
      </p:sp>
    </p:spTree>
    <p:extLst>
      <p:ext uri="{BB962C8B-B14F-4D97-AF65-F5344CB8AC3E}">
        <p14:creationId xmlns:p14="http://schemas.microsoft.com/office/powerpoint/2010/main" val="11639834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CCCBC0-9245-6475-46C7-D71B3136C6B3}"/>
              </a:ext>
            </a:extLst>
          </p:cNvPr>
          <p:cNvSpPr>
            <a:spLocks noGrp="1"/>
          </p:cNvSpPr>
          <p:nvPr>
            <p:ph type="title"/>
          </p:nvPr>
        </p:nvSpPr>
        <p:spPr>
          <a:xfrm>
            <a:off x="304800" y="365125"/>
            <a:ext cx="2199310" cy="1325563"/>
          </a:xfrm>
        </p:spPr>
        <p:txBody>
          <a:bodyPr>
            <a:normAutofit/>
          </a:bodyPr>
          <a:lstStyle/>
          <a:p>
            <a:r>
              <a:rPr lang="en-AU" dirty="0"/>
              <a:t>Site Position/Locality</a:t>
            </a:r>
          </a:p>
        </p:txBody>
      </p:sp>
      <p:pic>
        <p:nvPicPr>
          <p:cNvPr id="5" name="Content Placeholder 4">
            <a:extLst>
              <a:ext uri="{FF2B5EF4-FFF2-40B4-BE49-F238E27FC236}">
                <a16:creationId xmlns:a16="http://schemas.microsoft.com/office/drawing/2014/main" id="{8C9FBB11-0A5F-E29A-09BF-D8ACD3D135A1}"/>
              </a:ext>
            </a:extLst>
          </p:cNvPr>
          <p:cNvPicPr>
            <a:picLocks noGrp="1" noChangeAspect="1"/>
          </p:cNvPicPr>
          <p:nvPr>
            <p:ph idx="1"/>
          </p:nvPr>
        </p:nvPicPr>
        <p:blipFill>
          <a:blip r:embed="rId2"/>
          <a:stretch>
            <a:fillRect/>
          </a:stretch>
        </p:blipFill>
        <p:spPr>
          <a:xfrm>
            <a:off x="3037510" y="299923"/>
            <a:ext cx="9154489" cy="6258154"/>
          </a:xfrm>
        </p:spPr>
      </p:pic>
      <p:sp>
        <p:nvSpPr>
          <p:cNvPr id="3" name="TextBox 2">
            <a:extLst>
              <a:ext uri="{FF2B5EF4-FFF2-40B4-BE49-F238E27FC236}">
                <a16:creationId xmlns:a16="http://schemas.microsoft.com/office/drawing/2014/main" id="{92BBE584-2570-B455-2647-1ED04A37DD97}"/>
              </a:ext>
            </a:extLst>
          </p:cNvPr>
          <p:cNvSpPr txBox="1"/>
          <p:nvPr/>
        </p:nvSpPr>
        <p:spPr>
          <a:xfrm>
            <a:off x="8932334" y="6558077"/>
            <a:ext cx="2291806" cy="276999"/>
          </a:xfrm>
          <a:prstGeom prst="rect">
            <a:avLst/>
          </a:prstGeom>
          <a:noFill/>
        </p:spPr>
        <p:txBody>
          <a:bodyPr wrap="square">
            <a:spAutoFit/>
          </a:bodyPr>
          <a:lstStyle/>
          <a:p>
            <a:r>
              <a:rPr lang="en-AU" sz="1200" dirty="0"/>
              <a:t>Source: </a:t>
            </a:r>
            <a:r>
              <a:rPr lang="en-AU" sz="1200" dirty="0" err="1"/>
              <a:t>ArchDaily</a:t>
            </a:r>
            <a:endParaRPr lang="en-AU" sz="1200" dirty="0"/>
          </a:p>
        </p:txBody>
      </p:sp>
    </p:spTree>
    <p:extLst>
      <p:ext uri="{BB962C8B-B14F-4D97-AF65-F5344CB8AC3E}">
        <p14:creationId xmlns:p14="http://schemas.microsoft.com/office/powerpoint/2010/main" val="24878681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50785B3-0169-370B-8C08-8C4B7B22A309}"/>
              </a:ext>
            </a:extLst>
          </p:cNvPr>
          <p:cNvSpPr>
            <a:spLocks noGrp="1"/>
          </p:cNvSpPr>
          <p:nvPr>
            <p:ph type="body" sz="half" idx="2"/>
          </p:nvPr>
        </p:nvSpPr>
        <p:spPr>
          <a:xfrm>
            <a:off x="461147" y="1503306"/>
            <a:ext cx="5300795" cy="1326703"/>
          </a:xfrm>
        </p:spPr>
        <p:txBody>
          <a:bodyPr/>
          <a:lstStyle/>
          <a:p>
            <a:r>
              <a:rPr lang="en-US" dirty="0"/>
              <a:t>Examining the physical features of the site, including elevation, slope, and drainage</a:t>
            </a:r>
            <a:endParaRPr lang="en-AU" dirty="0"/>
          </a:p>
        </p:txBody>
      </p:sp>
      <p:sp>
        <p:nvSpPr>
          <p:cNvPr id="2" name="Title 1">
            <a:extLst>
              <a:ext uri="{FF2B5EF4-FFF2-40B4-BE49-F238E27FC236}">
                <a16:creationId xmlns:a16="http://schemas.microsoft.com/office/drawing/2014/main" id="{56A38A57-4AE4-425B-4045-BA2E1CE52920}"/>
              </a:ext>
            </a:extLst>
          </p:cNvPr>
          <p:cNvSpPr>
            <a:spLocks noGrp="1"/>
          </p:cNvSpPr>
          <p:nvPr>
            <p:ph type="title"/>
          </p:nvPr>
        </p:nvSpPr>
        <p:spPr/>
        <p:txBody>
          <a:bodyPr/>
          <a:lstStyle/>
          <a:p>
            <a:r>
              <a:rPr lang="en-AU" dirty="0"/>
              <a:t>Topography</a:t>
            </a:r>
          </a:p>
        </p:txBody>
      </p:sp>
      <p:pic>
        <p:nvPicPr>
          <p:cNvPr id="5" name="Picture 4">
            <a:extLst>
              <a:ext uri="{FF2B5EF4-FFF2-40B4-BE49-F238E27FC236}">
                <a16:creationId xmlns:a16="http://schemas.microsoft.com/office/drawing/2014/main" id="{661AFADA-B8A6-CE0B-1FBE-7606FCDA462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76450" y="2422213"/>
            <a:ext cx="2245424" cy="3651864"/>
          </a:xfrm>
          <a:prstGeom prst="rect">
            <a:avLst/>
          </a:prstGeom>
        </p:spPr>
      </p:pic>
      <p:pic>
        <p:nvPicPr>
          <p:cNvPr id="7" name="Picture 6">
            <a:extLst>
              <a:ext uri="{FF2B5EF4-FFF2-40B4-BE49-F238E27FC236}">
                <a16:creationId xmlns:a16="http://schemas.microsoft.com/office/drawing/2014/main" id="{ADDBD4F6-EB48-FF7F-EE73-8CC29892B975}"/>
              </a:ext>
            </a:extLst>
          </p:cNvPr>
          <p:cNvPicPr>
            <a:picLocks noChangeAspect="1"/>
          </p:cNvPicPr>
          <p:nvPr/>
        </p:nvPicPr>
        <p:blipFill>
          <a:blip r:embed="rId3">
            <a:extLst>
              <a:ext uri="{28A0092B-C50C-407E-A947-70E740481C1C}">
                <a14:useLocalDpi xmlns:a14="http://schemas.microsoft.com/office/drawing/2010/main" val="0"/>
              </a:ext>
            </a:extLst>
          </a:blip>
          <a:srcRect l="6797" r="6258"/>
          <a:stretch/>
        </p:blipFill>
        <p:spPr>
          <a:xfrm>
            <a:off x="6563427" y="0"/>
            <a:ext cx="5362205" cy="6167392"/>
          </a:xfrm>
          <a:prstGeom prst="rect">
            <a:avLst/>
          </a:prstGeom>
        </p:spPr>
      </p:pic>
      <p:pic>
        <p:nvPicPr>
          <p:cNvPr id="9" name="Picture 8">
            <a:extLst>
              <a:ext uri="{FF2B5EF4-FFF2-40B4-BE49-F238E27FC236}">
                <a16:creationId xmlns:a16="http://schemas.microsoft.com/office/drawing/2014/main" id="{D2FB6288-B33E-C69E-CB70-945D4695F91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2005" y="3154338"/>
            <a:ext cx="3488626" cy="2640169"/>
          </a:xfrm>
          <a:prstGeom prst="rect">
            <a:avLst/>
          </a:prstGeom>
        </p:spPr>
      </p:pic>
      <p:sp>
        <p:nvSpPr>
          <p:cNvPr id="4" name="TextBox 3">
            <a:extLst>
              <a:ext uri="{FF2B5EF4-FFF2-40B4-BE49-F238E27FC236}">
                <a16:creationId xmlns:a16="http://schemas.microsoft.com/office/drawing/2014/main" id="{ED453E0A-E63E-2569-6641-2DE68D3C3D7C}"/>
              </a:ext>
            </a:extLst>
          </p:cNvPr>
          <p:cNvSpPr txBox="1"/>
          <p:nvPr/>
        </p:nvSpPr>
        <p:spPr>
          <a:xfrm>
            <a:off x="8879776" y="6509970"/>
            <a:ext cx="2291806" cy="276999"/>
          </a:xfrm>
          <a:prstGeom prst="rect">
            <a:avLst/>
          </a:prstGeom>
          <a:noFill/>
        </p:spPr>
        <p:txBody>
          <a:bodyPr wrap="square">
            <a:spAutoFit/>
          </a:bodyPr>
          <a:lstStyle/>
          <a:p>
            <a:r>
              <a:rPr lang="en-AU" sz="1200" dirty="0"/>
              <a:t>Source: Pinterest</a:t>
            </a:r>
          </a:p>
        </p:txBody>
      </p:sp>
    </p:spTree>
    <p:extLst>
      <p:ext uri="{BB962C8B-B14F-4D97-AF65-F5344CB8AC3E}">
        <p14:creationId xmlns:p14="http://schemas.microsoft.com/office/powerpoint/2010/main" val="5443012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11379AF-E55D-C615-A448-5CC484AD06C6}"/>
              </a:ext>
            </a:extLst>
          </p:cNvPr>
          <p:cNvSpPr>
            <a:spLocks noGrp="1"/>
          </p:cNvSpPr>
          <p:nvPr>
            <p:ph type="body" sz="half" idx="2"/>
          </p:nvPr>
        </p:nvSpPr>
        <p:spPr>
          <a:xfrm>
            <a:off x="399737" y="1503307"/>
            <a:ext cx="3037944" cy="1459812"/>
          </a:xfrm>
        </p:spPr>
        <p:txBody>
          <a:bodyPr/>
          <a:lstStyle/>
          <a:p>
            <a:r>
              <a:rPr lang="en-US" dirty="0"/>
              <a:t>Assessing climate factors: sunlight, wind patterns, rainfall, and how they influence design</a:t>
            </a:r>
            <a:endParaRPr lang="en-AU" dirty="0"/>
          </a:p>
        </p:txBody>
      </p:sp>
      <p:sp>
        <p:nvSpPr>
          <p:cNvPr id="2" name="Title 1">
            <a:extLst>
              <a:ext uri="{FF2B5EF4-FFF2-40B4-BE49-F238E27FC236}">
                <a16:creationId xmlns:a16="http://schemas.microsoft.com/office/drawing/2014/main" id="{BD6C6420-2116-A5BB-2BD7-D6208BB361BD}"/>
              </a:ext>
            </a:extLst>
          </p:cNvPr>
          <p:cNvSpPr>
            <a:spLocks noGrp="1"/>
          </p:cNvSpPr>
          <p:nvPr>
            <p:ph type="title"/>
          </p:nvPr>
        </p:nvSpPr>
        <p:spPr/>
        <p:txBody>
          <a:bodyPr/>
          <a:lstStyle/>
          <a:p>
            <a:r>
              <a:rPr lang="en-AU" dirty="0"/>
              <a:t>Climate</a:t>
            </a:r>
          </a:p>
        </p:txBody>
      </p:sp>
      <p:pic>
        <p:nvPicPr>
          <p:cNvPr id="5" name="Picture 4">
            <a:extLst>
              <a:ext uri="{FF2B5EF4-FFF2-40B4-BE49-F238E27FC236}">
                <a16:creationId xmlns:a16="http://schemas.microsoft.com/office/drawing/2014/main" id="{F1B218CB-F4A5-1B0F-F2FC-DAF1C04A55FC}"/>
              </a:ext>
            </a:extLst>
          </p:cNvPr>
          <p:cNvPicPr>
            <a:picLocks noChangeAspect="1"/>
          </p:cNvPicPr>
          <p:nvPr/>
        </p:nvPicPr>
        <p:blipFill>
          <a:blip r:embed="rId2"/>
          <a:stretch>
            <a:fillRect/>
          </a:stretch>
        </p:blipFill>
        <p:spPr>
          <a:xfrm>
            <a:off x="3700007" y="208625"/>
            <a:ext cx="8491993" cy="5812971"/>
          </a:xfrm>
          <a:prstGeom prst="rect">
            <a:avLst/>
          </a:prstGeom>
        </p:spPr>
      </p:pic>
      <p:sp>
        <p:nvSpPr>
          <p:cNvPr id="4" name="TextBox 3">
            <a:extLst>
              <a:ext uri="{FF2B5EF4-FFF2-40B4-BE49-F238E27FC236}">
                <a16:creationId xmlns:a16="http://schemas.microsoft.com/office/drawing/2014/main" id="{0AD21FF2-3733-2E7F-4901-50494375C764}"/>
              </a:ext>
            </a:extLst>
          </p:cNvPr>
          <p:cNvSpPr txBox="1"/>
          <p:nvPr/>
        </p:nvSpPr>
        <p:spPr>
          <a:xfrm>
            <a:off x="9900194" y="5993682"/>
            <a:ext cx="2291806" cy="276999"/>
          </a:xfrm>
          <a:prstGeom prst="rect">
            <a:avLst/>
          </a:prstGeom>
          <a:noFill/>
        </p:spPr>
        <p:txBody>
          <a:bodyPr wrap="square">
            <a:spAutoFit/>
          </a:bodyPr>
          <a:lstStyle/>
          <a:p>
            <a:r>
              <a:rPr lang="en-AU" sz="1200" dirty="0"/>
              <a:t>Source: </a:t>
            </a:r>
            <a:r>
              <a:rPr lang="en-AU" sz="1200" dirty="0" err="1"/>
              <a:t>ArchDaily</a:t>
            </a:r>
            <a:endParaRPr lang="en-AU" sz="1200" dirty="0"/>
          </a:p>
        </p:txBody>
      </p:sp>
    </p:spTree>
    <p:extLst>
      <p:ext uri="{BB962C8B-B14F-4D97-AF65-F5344CB8AC3E}">
        <p14:creationId xmlns:p14="http://schemas.microsoft.com/office/powerpoint/2010/main" val="34849607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0D18560-0628-5C4F-1223-85929C171E08}"/>
              </a:ext>
            </a:extLst>
          </p:cNvPr>
          <p:cNvSpPr>
            <a:spLocks noGrp="1"/>
          </p:cNvSpPr>
          <p:nvPr>
            <p:ph type="body" sz="half" idx="2"/>
          </p:nvPr>
        </p:nvSpPr>
        <p:spPr>
          <a:xfrm>
            <a:off x="399737" y="1503307"/>
            <a:ext cx="3460420" cy="2588344"/>
          </a:xfrm>
        </p:spPr>
        <p:txBody>
          <a:bodyPr>
            <a:normAutofit/>
          </a:bodyPr>
          <a:lstStyle/>
          <a:p>
            <a:r>
              <a:rPr lang="en-US" dirty="0" err="1"/>
              <a:t>Analysing</a:t>
            </a:r>
            <a:r>
              <a:rPr lang="en-US" dirty="0"/>
              <a:t> the site’s cultural, historical, and social context and its impact on the design</a:t>
            </a:r>
            <a:endParaRPr lang="en-AU" dirty="0"/>
          </a:p>
        </p:txBody>
      </p:sp>
      <p:sp>
        <p:nvSpPr>
          <p:cNvPr id="2" name="Title 1">
            <a:extLst>
              <a:ext uri="{FF2B5EF4-FFF2-40B4-BE49-F238E27FC236}">
                <a16:creationId xmlns:a16="http://schemas.microsoft.com/office/drawing/2014/main" id="{531A0EB6-9845-E674-D173-774BB7577C1D}"/>
              </a:ext>
            </a:extLst>
          </p:cNvPr>
          <p:cNvSpPr>
            <a:spLocks noGrp="1"/>
          </p:cNvSpPr>
          <p:nvPr>
            <p:ph type="title"/>
          </p:nvPr>
        </p:nvSpPr>
        <p:spPr>
          <a:xfrm>
            <a:off x="399737" y="239665"/>
            <a:ext cx="11459535" cy="443198"/>
          </a:xfrm>
        </p:spPr>
        <p:txBody>
          <a:bodyPr/>
          <a:lstStyle/>
          <a:p>
            <a:r>
              <a:rPr lang="en-AU" dirty="0"/>
              <a:t>Contextual and Cultural Considerations</a:t>
            </a:r>
          </a:p>
        </p:txBody>
      </p:sp>
      <p:pic>
        <p:nvPicPr>
          <p:cNvPr id="5" name="Picture 4">
            <a:extLst>
              <a:ext uri="{FF2B5EF4-FFF2-40B4-BE49-F238E27FC236}">
                <a16:creationId xmlns:a16="http://schemas.microsoft.com/office/drawing/2014/main" id="{EC84FBBD-F833-B069-C202-9C9F7B8858E2}"/>
              </a:ext>
            </a:extLst>
          </p:cNvPr>
          <p:cNvPicPr>
            <a:picLocks noChangeAspect="1"/>
          </p:cNvPicPr>
          <p:nvPr/>
        </p:nvPicPr>
        <p:blipFill>
          <a:blip r:embed="rId2"/>
          <a:stretch>
            <a:fillRect/>
          </a:stretch>
        </p:blipFill>
        <p:spPr>
          <a:xfrm>
            <a:off x="4639385" y="834726"/>
            <a:ext cx="7552615" cy="5152832"/>
          </a:xfrm>
          <a:prstGeom prst="rect">
            <a:avLst/>
          </a:prstGeom>
        </p:spPr>
      </p:pic>
      <p:sp>
        <p:nvSpPr>
          <p:cNvPr id="4" name="TextBox 3">
            <a:extLst>
              <a:ext uri="{FF2B5EF4-FFF2-40B4-BE49-F238E27FC236}">
                <a16:creationId xmlns:a16="http://schemas.microsoft.com/office/drawing/2014/main" id="{84E8E120-39F8-5543-86E3-954C3E1EAA11}"/>
              </a:ext>
            </a:extLst>
          </p:cNvPr>
          <p:cNvSpPr txBox="1"/>
          <p:nvPr/>
        </p:nvSpPr>
        <p:spPr>
          <a:xfrm>
            <a:off x="9567466" y="5987558"/>
            <a:ext cx="2291806" cy="276999"/>
          </a:xfrm>
          <a:prstGeom prst="rect">
            <a:avLst/>
          </a:prstGeom>
          <a:noFill/>
        </p:spPr>
        <p:txBody>
          <a:bodyPr wrap="square">
            <a:spAutoFit/>
          </a:bodyPr>
          <a:lstStyle/>
          <a:p>
            <a:r>
              <a:rPr lang="en-AU" sz="1200" dirty="0"/>
              <a:t>Source: </a:t>
            </a:r>
            <a:r>
              <a:rPr lang="en-AU" sz="1200" dirty="0" err="1"/>
              <a:t>ArchDaily</a:t>
            </a:r>
            <a:endParaRPr lang="en-AU" sz="1200" dirty="0"/>
          </a:p>
        </p:txBody>
      </p:sp>
    </p:spTree>
    <p:extLst>
      <p:ext uri="{BB962C8B-B14F-4D97-AF65-F5344CB8AC3E}">
        <p14:creationId xmlns:p14="http://schemas.microsoft.com/office/powerpoint/2010/main" val="26052214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E468374-CDE4-796B-2F7A-953C18482C75}"/>
              </a:ext>
            </a:extLst>
          </p:cNvPr>
          <p:cNvSpPr>
            <a:spLocks noGrp="1"/>
          </p:cNvSpPr>
          <p:nvPr>
            <p:ph type="body" sz="half" idx="2"/>
          </p:nvPr>
        </p:nvSpPr>
        <p:spPr>
          <a:xfrm>
            <a:off x="503908" y="1051895"/>
            <a:ext cx="2852749" cy="3062906"/>
          </a:xfrm>
        </p:spPr>
        <p:txBody>
          <a:bodyPr>
            <a:normAutofit/>
          </a:bodyPr>
          <a:lstStyle/>
          <a:p>
            <a:r>
              <a:rPr lang="en-US" dirty="0"/>
              <a:t>Identifying potential environmental impacts and sustainable design opportunities.</a:t>
            </a:r>
            <a:endParaRPr lang="en-AU" dirty="0"/>
          </a:p>
        </p:txBody>
      </p:sp>
      <p:sp>
        <p:nvSpPr>
          <p:cNvPr id="2" name="Title 1">
            <a:extLst>
              <a:ext uri="{FF2B5EF4-FFF2-40B4-BE49-F238E27FC236}">
                <a16:creationId xmlns:a16="http://schemas.microsoft.com/office/drawing/2014/main" id="{BC21F7EB-AA68-FAD9-BB82-1F4D74AD41BA}"/>
              </a:ext>
            </a:extLst>
          </p:cNvPr>
          <p:cNvSpPr>
            <a:spLocks noGrp="1"/>
          </p:cNvSpPr>
          <p:nvPr>
            <p:ph type="title"/>
          </p:nvPr>
        </p:nvSpPr>
        <p:spPr>
          <a:xfrm>
            <a:off x="399737" y="189615"/>
            <a:ext cx="11459535" cy="443198"/>
          </a:xfrm>
        </p:spPr>
        <p:txBody>
          <a:bodyPr/>
          <a:lstStyle/>
          <a:p>
            <a:r>
              <a:rPr lang="en-AU" dirty="0"/>
              <a:t>Environmental Impact </a:t>
            </a:r>
          </a:p>
        </p:txBody>
      </p:sp>
      <p:pic>
        <p:nvPicPr>
          <p:cNvPr id="5" name="Picture 4">
            <a:extLst>
              <a:ext uri="{FF2B5EF4-FFF2-40B4-BE49-F238E27FC236}">
                <a16:creationId xmlns:a16="http://schemas.microsoft.com/office/drawing/2014/main" id="{B784A1DB-0735-48AA-78E2-76CE23944883}"/>
              </a:ext>
            </a:extLst>
          </p:cNvPr>
          <p:cNvPicPr>
            <a:picLocks noChangeAspect="1"/>
          </p:cNvPicPr>
          <p:nvPr/>
        </p:nvPicPr>
        <p:blipFill>
          <a:blip r:embed="rId2"/>
          <a:stretch>
            <a:fillRect/>
          </a:stretch>
        </p:blipFill>
        <p:spPr>
          <a:xfrm>
            <a:off x="4254419" y="787035"/>
            <a:ext cx="7734613" cy="5177353"/>
          </a:xfrm>
          <a:prstGeom prst="rect">
            <a:avLst/>
          </a:prstGeom>
        </p:spPr>
      </p:pic>
      <p:sp>
        <p:nvSpPr>
          <p:cNvPr id="4" name="TextBox 3">
            <a:extLst>
              <a:ext uri="{FF2B5EF4-FFF2-40B4-BE49-F238E27FC236}">
                <a16:creationId xmlns:a16="http://schemas.microsoft.com/office/drawing/2014/main" id="{6BCFCCBA-F66B-62BA-DD25-F3F1AB2F473A}"/>
              </a:ext>
            </a:extLst>
          </p:cNvPr>
          <p:cNvSpPr txBox="1"/>
          <p:nvPr/>
        </p:nvSpPr>
        <p:spPr>
          <a:xfrm>
            <a:off x="10305622" y="5962147"/>
            <a:ext cx="2291806" cy="276999"/>
          </a:xfrm>
          <a:prstGeom prst="rect">
            <a:avLst/>
          </a:prstGeom>
          <a:noFill/>
        </p:spPr>
        <p:txBody>
          <a:bodyPr wrap="square">
            <a:spAutoFit/>
          </a:bodyPr>
          <a:lstStyle/>
          <a:p>
            <a:r>
              <a:rPr lang="en-AU" sz="1200" dirty="0"/>
              <a:t>Source: </a:t>
            </a:r>
            <a:r>
              <a:rPr lang="en-AU" sz="1200" dirty="0" err="1"/>
              <a:t>ArchDaily</a:t>
            </a:r>
            <a:endParaRPr lang="en-AU" sz="1200" dirty="0"/>
          </a:p>
        </p:txBody>
      </p:sp>
    </p:spTree>
    <p:extLst>
      <p:ext uri="{BB962C8B-B14F-4D97-AF65-F5344CB8AC3E}">
        <p14:creationId xmlns:p14="http://schemas.microsoft.com/office/powerpoint/2010/main" val="29905046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169F29-3CC4-0D75-9E35-4EE69B9C0325}"/>
            </a:ext>
          </a:extLst>
        </p:cNvPr>
        <p:cNvGrpSpPr/>
        <p:nvPr/>
      </p:nvGrpSpPr>
      <p:grpSpPr>
        <a:xfrm>
          <a:off x="0" y="0"/>
          <a:ext cx="0" cy="0"/>
          <a:chOff x="0" y="0"/>
          <a:chExt cx="0" cy="0"/>
        </a:xfrm>
      </p:grpSpPr>
      <p:sp>
        <p:nvSpPr>
          <p:cNvPr id="7" name="Title 5">
            <a:extLst>
              <a:ext uri="{FF2B5EF4-FFF2-40B4-BE49-F238E27FC236}">
                <a16:creationId xmlns:a16="http://schemas.microsoft.com/office/drawing/2014/main" id="{2359E6DA-D404-4C39-8739-E088457C5A6C}"/>
              </a:ext>
            </a:extLst>
          </p:cNvPr>
          <p:cNvSpPr txBox="1">
            <a:spLocks/>
          </p:cNvSpPr>
          <p:nvPr/>
        </p:nvSpPr>
        <p:spPr>
          <a:xfrm>
            <a:off x="303513" y="2789945"/>
            <a:ext cx="10515600" cy="443198"/>
          </a:xfrm>
          <a:prstGeom prst="rect">
            <a:avLst/>
          </a:prstGeom>
        </p:spPr>
        <p:txBody>
          <a:bodyPr vert="horz" wrap="square" lIns="0" tIns="0" rIns="0" bIns="0" rtlCol="0" anchor="t" anchorCtr="0">
            <a:spAutoFit/>
          </a:bodyPr>
          <a:lstStyle>
            <a:lvl1pPr algn="l" defTabSz="914354" rtl="0" eaLnBrk="1" latinLnBrk="0" hangingPunct="1">
              <a:lnSpc>
                <a:spcPct val="90000"/>
              </a:lnSpc>
              <a:spcBef>
                <a:spcPct val="0"/>
              </a:spcBef>
              <a:buNone/>
              <a:defRPr sz="3200" b="1" i="0" kern="1200">
                <a:solidFill>
                  <a:schemeClr val="tx1"/>
                </a:solidFill>
                <a:latin typeface="Arial" panose="020B0604020202020204" pitchFamily="34" charset="0"/>
                <a:ea typeface="+mj-ea"/>
                <a:cs typeface="Arial" panose="020B0604020202020204" pitchFamily="34" charset="0"/>
              </a:defRPr>
            </a:lvl1pPr>
          </a:lstStyle>
          <a:p>
            <a:r>
              <a:rPr lang="en-US" dirty="0"/>
              <a:t>Activity 1: Legal and Regulatory Framework</a:t>
            </a:r>
          </a:p>
        </p:txBody>
      </p:sp>
    </p:spTree>
    <p:extLst>
      <p:ext uri="{BB962C8B-B14F-4D97-AF65-F5344CB8AC3E}">
        <p14:creationId xmlns:p14="http://schemas.microsoft.com/office/powerpoint/2010/main" val="39133387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A8AF7F8-F44C-0F63-4072-33974305D8B5}"/>
              </a:ext>
            </a:extLst>
          </p:cNvPr>
          <p:cNvSpPr>
            <a:spLocks noGrp="1"/>
          </p:cNvSpPr>
          <p:nvPr>
            <p:ph type="body" sz="half" idx="2"/>
          </p:nvPr>
        </p:nvSpPr>
        <p:spPr>
          <a:xfrm>
            <a:off x="399738" y="1503306"/>
            <a:ext cx="3617278" cy="2009609"/>
          </a:xfrm>
        </p:spPr>
        <p:txBody>
          <a:bodyPr/>
          <a:lstStyle/>
          <a:p>
            <a:r>
              <a:rPr lang="en-US" dirty="0"/>
              <a:t>Evaluating access to the site for construction and future use, including transportation links and entry points</a:t>
            </a:r>
            <a:endParaRPr lang="en-AU" dirty="0"/>
          </a:p>
        </p:txBody>
      </p:sp>
      <p:sp>
        <p:nvSpPr>
          <p:cNvPr id="2" name="Title 1">
            <a:extLst>
              <a:ext uri="{FF2B5EF4-FFF2-40B4-BE49-F238E27FC236}">
                <a16:creationId xmlns:a16="http://schemas.microsoft.com/office/drawing/2014/main" id="{B22F47C4-9CC4-9E22-7AF7-DC66D73DAB18}"/>
              </a:ext>
            </a:extLst>
          </p:cNvPr>
          <p:cNvSpPr>
            <a:spLocks noGrp="1"/>
          </p:cNvSpPr>
          <p:nvPr>
            <p:ph type="title"/>
          </p:nvPr>
        </p:nvSpPr>
        <p:spPr/>
        <p:txBody>
          <a:bodyPr/>
          <a:lstStyle/>
          <a:p>
            <a:r>
              <a:rPr lang="en-AU" dirty="0"/>
              <a:t>Site Accessibility</a:t>
            </a:r>
          </a:p>
        </p:txBody>
      </p:sp>
      <p:pic>
        <p:nvPicPr>
          <p:cNvPr id="5" name="Picture 4">
            <a:extLst>
              <a:ext uri="{FF2B5EF4-FFF2-40B4-BE49-F238E27FC236}">
                <a16:creationId xmlns:a16="http://schemas.microsoft.com/office/drawing/2014/main" id="{B522464D-94A0-A969-312A-CB3849611C2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85849" y="901827"/>
            <a:ext cx="3573423" cy="5054346"/>
          </a:xfrm>
          <a:prstGeom prst="rect">
            <a:avLst/>
          </a:prstGeom>
          <a:ln>
            <a:solidFill>
              <a:schemeClr val="tx1"/>
            </a:solidFill>
          </a:ln>
        </p:spPr>
      </p:pic>
      <p:pic>
        <p:nvPicPr>
          <p:cNvPr id="7" name="Picture 6">
            <a:extLst>
              <a:ext uri="{FF2B5EF4-FFF2-40B4-BE49-F238E27FC236}">
                <a16:creationId xmlns:a16="http://schemas.microsoft.com/office/drawing/2014/main" id="{9B2D51E6-84E5-483F-7066-137C66CE6C3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87361" y="901827"/>
            <a:ext cx="3617278" cy="5054346"/>
          </a:xfrm>
          <a:prstGeom prst="rect">
            <a:avLst/>
          </a:prstGeom>
          <a:ln>
            <a:solidFill>
              <a:schemeClr val="tx1"/>
            </a:solidFill>
          </a:ln>
        </p:spPr>
      </p:pic>
      <p:sp>
        <p:nvSpPr>
          <p:cNvPr id="4" name="TextBox 3">
            <a:extLst>
              <a:ext uri="{FF2B5EF4-FFF2-40B4-BE49-F238E27FC236}">
                <a16:creationId xmlns:a16="http://schemas.microsoft.com/office/drawing/2014/main" id="{34E0E079-74D3-C6A2-F693-24F9A49A3284}"/>
              </a:ext>
            </a:extLst>
          </p:cNvPr>
          <p:cNvSpPr txBox="1"/>
          <p:nvPr/>
        </p:nvSpPr>
        <p:spPr>
          <a:xfrm>
            <a:off x="7341415" y="5956173"/>
            <a:ext cx="2291806" cy="276999"/>
          </a:xfrm>
          <a:prstGeom prst="rect">
            <a:avLst/>
          </a:prstGeom>
          <a:noFill/>
        </p:spPr>
        <p:txBody>
          <a:bodyPr wrap="square">
            <a:spAutoFit/>
          </a:bodyPr>
          <a:lstStyle/>
          <a:p>
            <a:r>
              <a:rPr lang="en-AU" sz="1200" dirty="0"/>
              <a:t>Source: Pinterest</a:t>
            </a:r>
          </a:p>
        </p:txBody>
      </p:sp>
    </p:spTree>
    <p:extLst>
      <p:ext uri="{BB962C8B-B14F-4D97-AF65-F5344CB8AC3E}">
        <p14:creationId xmlns:p14="http://schemas.microsoft.com/office/powerpoint/2010/main" val="26680840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C002F7A-08D3-1D62-F9EC-A356F8CE13E6}"/>
              </a:ext>
            </a:extLst>
          </p:cNvPr>
          <p:cNvSpPr>
            <a:spLocks noGrp="1"/>
          </p:cNvSpPr>
          <p:nvPr>
            <p:ph type="body" sz="half" idx="2"/>
          </p:nvPr>
        </p:nvSpPr>
        <p:spPr/>
        <p:txBody>
          <a:bodyPr>
            <a:normAutofit/>
          </a:bodyPr>
          <a:lstStyle/>
          <a:p>
            <a:r>
              <a:rPr lang="en-US" dirty="0"/>
              <a:t>Traditional tools: </a:t>
            </a:r>
          </a:p>
          <a:p>
            <a:pPr marL="342900" indent="-342900">
              <a:buFont typeface="Arial" panose="020B0604020202020204" pitchFamily="34" charset="0"/>
              <a:buChar char="•"/>
            </a:pPr>
            <a:r>
              <a:rPr lang="en-US" dirty="0"/>
              <a:t>Surveying Instruments: Transit Level, Theodolite, Tape Measures</a:t>
            </a:r>
          </a:p>
          <a:p>
            <a:pPr marL="342900" indent="-342900">
              <a:buFont typeface="Arial" panose="020B0604020202020204" pitchFamily="34" charset="0"/>
              <a:buChar char="•"/>
            </a:pPr>
            <a:r>
              <a:rPr lang="en-US" dirty="0"/>
              <a:t>Environmental Analysis Tools: Sun Charts and Solar Pathfinders, Wind Vanes, Anemometers</a:t>
            </a:r>
          </a:p>
          <a:p>
            <a:pPr marL="342900" indent="-342900">
              <a:buFont typeface="Arial" panose="020B0604020202020204" pitchFamily="34" charset="0"/>
              <a:buChar char="•"/>
            </a:pPr>
            <a:r>
              <a:rPr lang="en-US" dirty="0"/>
              <a:t>Soil Testing Kits: Soil Composition Testers, pH Level Testers</a:t>
            </a:r>
          </a:p>
          <a:p>
            <a:pPr marL="342900" indent="-342900">
              <a:buFont typeface="Arial" panose="020B0604020202020204" pitchFamily="34" charset="0"/>
              <a:buChar char="•"/>
            </a:pPr>
            <a:r>
              <a:rPr lang="en-US" dirty="0"/>
              <a:t>Documentation Tools: Sketch Pad, Camera</a:t>
            </a:r>
          </a:p>
          <a:p>
            <a:pPr marL="342900" indent="-342900">
              <a:buFont typeface="Arial" panose="020B0604020202020204" pitchFamily="34" charset="0"/>
              <a:buChar char="•"/>
            </a:pPr>
            <a:r>
              <a:rPr lang="en-US" dirty="0"/>
              <a:t>Mapping Tools: Topographic Maps</a:t>
            </a:r>
            <a:r>
              <a:rPr lang="en-AU" dirty="0"/>
              <a:t>,</a:t>
            </a:r>
            <a:r>
              <a:rPr lang="zh-CN" altLang="en-US" dirty="0"/>
              <a:t> </a:t>
            </a:r>
            <a:r>
              <a:rPr lang="en-US" dirty="0"/>
              <a:t>Site Plans and Zoning Maps</a:t>
            </a:r>
          </a:p>
          <a:p>
            <a:pPr marL="342900" indent="-342900">
              <a:buFont typeface="Arial" panose="020B0604020202020204" pitchFamily="34" charset="0"/>
              <a:buChar char="•"/>
            </a:pPr>
            <a:r>
              <a:rPr lang="en-US" dirty="0"/>
              <a:t>Location Identification Tools: Handheld GPS Devices, </a:t>
            </a:r>
            <a:r>
              <a:rPr lang="en-US" altLang="zh-CN" dirty="0"/>
              <a:t>Google Map, Site Plan</a:t>
            </a:r>
          </a:p>
          <a:p>
            <a:pPr marL="342900" indent="-342900">
              <a:buFont typeface="Arial" panose="020B0604020202020204" pitchFamily="34" charset="0"/>
              <a:buChar char="•"/>
            </a:pPr>
            <a:r>
              <a:rPr lang="en-US" dirty="0"/>
              <a:t>Other Digital Tools: GIS, BIM, and drone surveys that aid in site analysis.</a:t>
            </a:r>
          </a:p>
          <a:p>
            <a:endParaRPr lang="en-AU" dirty="0"/>
          </a:p>
        </p:txBody>
      </p:sp>
      <p:sp>
        <p:nvSpPr>
          <p:cNvPr id="2" name="Title 1">
            <a:extLst>
              <a:ext uri="{FF2B5EF4-FFF2-40B4-BE49-F238E27FC236}">
                <a16:creationId xmlns:a16="http://schemas.microsoft.com/office/drawing/2014/main" id="{6B42E3EA-B8F4-EB46-EF98-EDF9E2ACFC16}"/>
              </a:ext>
            </a:extLst>
          </p:cNvPr>
          <p:cNvSpPr>
            <a:spLocks noGrp="1"/>
          </p:cNvSpPr>
          <p:nvPr>
            <p:ph type="title"/>
          </p:nvPr>
        </p:nvSpPr>
        <p:spPr/>
        <p:txBody>
          <a:bodyPr/>
          <a:lstStyle/>
          <a:p>
            <a:r>
              <a:rPr lang="en-AU" dirty="0"/>
              <a:t>Tools and Technologies for Site Analysis</a:t>
            </a:r>
          </a:p>
        </p:txBody>
      </p:sp>
    </p:spTree>
    <p:extLst>
      <p:ext uri="{BB962C8B-B14F-4D97-AF65-F5344CB8AC3E}">
        <p14:creationId xmlns:p14="http://schemas.microsoft.com/office/powerpoint/2010/main" val="30299545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5F4098-2B8B-71BB-D3FD-61C73B48474C}"/>
            </a:ext>
          </a:extLst>
        </p:cNvPr>
        <p:cNvGrpSpPr/>
        <p:nvPr/>
      </p:nvGrpSpPr>
      <p:grpSpPr>
        <a:xfrm>
          <a:off x="0" y="0"/>
          <a:ext cx="0" cy="0"/>
          <a:chOff x="0" y="0"/>
          <a:chExt cx="0" cy="0"/>
        </a:xfrm>
      </p:grpSpPr>
      <p:sp>
        <p:nvSpPr>
          <p:cNvPr id="7" name="Title 5">
            <a:extLst>
              <a:ext uri="{FF2B5EF4-FFF2-40B4-BE49-F238E27FC236}">
                <a16:creationId xmlns:a16="http://schemas.microsoft.com/office/drawing/2014/main" id="{6DD271A2-07B0-D80F-888A-296786A3489A}"/>
              </a:ext>
            </a:extLst>
          </p:cNvPr>
          <p:cNvSpPr txBox="1">
            <a:spLocks/>
          </p:cNvSpPr>
          <p:nvPr/>
        </p:nvSpPr>
        <p:spPr>
          <a:xfrm>
            <a:off x="1570940" y="2790391"/>
            <a:ext cx="10515600" cy="443198"/>
          </a:xfrm>
          <a:prstGeom prst="rect">
            <a:avLst/>
          </a:prstGeom>
        </p:spPr>
        <p:txBody>
          <a:bodyPr vert="horz" wrap="square" lIns="0" tIns="0" rIns="0" bIns="0" rtlCol="0" anchor="t" anchorCtr="0">
            <a:spAutoFit/>
          </a:bodyPr>
          <a:lstStyle>
            <a:lvl1pPr algn="l" defTabSz="914354" rtl="0" eaLnBrk="1" latinLnBrk="0" hangingPunct="1">
              <a:lnSpc>
                <a:spcPct val="90000"/>
              </a:lnSpc>
              <a:spcBef>
                <a:spcPct val="0"/>
              </a:spcBef>
              <a:buNone/>
              <a:defRPr sz="3200" b="1" i="0" kern="1200">
                <a:solidFill>
                  <a:schemeClr val="tx1"/>
                </a:solidFill>
                <a:latin typeface="Arial" panose="020B0604020202020204" pitchFamily="34" charset="0"/>
                <a:ea typeface="+mj-ea"/>
                <a:cs typeface="Arial" panose="020B0604020202020204" pitchFamily="34" charset="0"/>
              </a:defRPr>
            </a:lvl1pPr>
          </a:lstStyle>
          <a:p>
            <a:r>
              <a:rPr lang="en-US" dirty="0"/>
              <a:t>Activity 2: Site Analysis Visual</a:t>
            </a:r>
          </a:p>
        </p:txBody>
      </p:sp>
    </p:spTree>
    <p:extLst>
      <p:ext uri="{BB962C8B-B14F-4D97-AF65-F5344CB8AC3E}">
        <p14:creationId xmlns:p14="http://schemas.microsoft.com/office/powerpoint/2010/main" val="18205540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D55EB7-BE13-6AF6-84D5-51AE79177C4F}"/>
            </a:ext>
          </a:extLst>
        </p:cNvPr>
        <p:cNvGrpSpPr/>
        <p:nvPr/>
      </p:nvGrpSpPr>
      <p:grpSpPr>
        <a:xfrm>
          <a:off x="0" y="0"/>
          <a:ext cx="0" cy="0"/>
          <a:chOff x="0" y="0"/>
          <a:chExt cx="0" cy="0"/>
        </a:xfrm>
      </p:grpSpPr>
      <p:sp>
        <p:nvSpPr>
          <p:cNvPr id="7" name="Title 5">
            <a:extLst>
              <a:ext uri="{FF2B5EF4-FFF2-40B4-BE49-F238E27FC236}">
                <a16:creationId xmlns:a16="http://schemas.microsoft.com/office/drawing/2014/main" id="{39680482-3BDF-818F-B07A-82F211FFF44A}"/>
              </a:ext>
            </a:extLst>
          </p:cNvPr>
          <p:cNvSpPr txBox="1">
            <a:spLocks/>
          </p:cNvSpPr>
          <p:nvPr/>
        </p:nvSpPr>
        <p:spPr>
          <a:xfrm>
            <a:off x="1570940" y="2790391"/>
            <a:ext cx="10515600" cy="443198"/>
          </a:xfrm>
          <a:prstGeom prst="rect">
            <a:avLst/>
          </a:prstGeom>
        </p:spPr>
        <p:txBody>
          <a:bodyPr vert="horz" wrap="square" lIns="0" tIns="0" rIns="0" bIns="0" rtlCol="0" anchor="t" anchorCtr="0">
            <a:spAutoFit/>
          </a:bodyPr>
          <a:lstStyle>
            <a:lvl1pPr algn="l" defTabSz="914354" rtl="0" eaLnBrk="1" latinLnBrk="0" hangingPunct="1">
              <a:lnSpc>
                <a:spcPct val="90000"/>
              </a:lnSpc>
              <a:spcBef>
                <a:spcPct val="0"/>
              </a:spcBef>
              <a:buNone/>
              <a:defRPr sz="3200" b="1" i="0" kern="1200">
                <a:solidFill>
                  <a:schemeClr val="tx1"/>
                </a:solidFill>
                <a:latin typeface="Arial" panose="020B0604020202020204" pitchFamily="34" charset="0"/>
                <a:ea typeface="+mj-ea"/>
                <a:cs typeface="Arial" panose="020B0604020202020204" pitchFamily="34" charset="0"/>
              </a:defRPr>
            </a:lvl1pPr>
          </a:lstStyle>
          <a:p>
            <a:r>
              <a:rPr lang="en-US" dirty="0"/>
              <a:t>Activity 3: </a:t>
            </a:r>
            <a:r>
              <a:rPr lang="en-AU" dirty="0"/>
              <a:t>Site Analysis Practice</a:t>
            </a:r>
            <a:endParaRPr lang="en-US" dirty="0"/>
          </a:p>
        </p:txBody>
      </p:sp>
    </p:spTree>
    <p:extLst>
      <p:ext uri="{BB962C8B-B14F-4D97-AF65-F5344CB8AC3E}">
        <p14:creationId xmlns:p14="http://schemas.microsoft.com/office/powerpoint/2010/main" val="38236984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70B9D9-818C-4C27-0ADD-3D9D45CD70AE}"/>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8AE9DA0E-B255-040C-F585-844148DB7377}"/>
              </a:ext>
            </a:extLst>
          </p:cNvPr>
          <p:cNvSpPr>
            <a:spLocks noGrp="1"/>
          </p:cNvSpPr>
          <p:nvPr>
            <p:ph type="ctrTitle"/>
          </p:nvPr>
        </p:nvSpPr>
        <p:spPr>
          <a:xfrm>
            <a:off x="599440" y="1832433"/>
            <a:ext cx="6291512" cy="1479648"/>
          </a:xfrm>
        </p:spPr>
        <p:txBody>
          <a:bodyPr lIns="0" tIns="0" rIns="0" bIns="0"/>
          <a:lstStyle/>
          <a:p>
            <a:r>
              <a:rPr lang="en-US" dirty="0"/>
              <a:t>Session 3</a:t>
            </a:r>
          </a:p>
        </p:txBody>
      </p:sp>
      <p:sp>
        <p:nvSpPr>
          <p:cNvPr id="10" name="Subtitle 2">
            <a:extLst>
              <a:ext uri="{FF2B5EF4-FFF2-40B4-BE49-F238E27FC236}">
                <a16:creationId xmlns:a16="http://schemas.microsoft.com/office/drawing/2014/main" id="{E9A9B699-E67F-E763-C01D-EF7AA52132DA}"/>
              </a:ext>
            </a:extLst>
          </p:cNvPr>
          <p:cNvSpPr>
            <a:spLocks noGrp="1"/>
          </p:cNvSpPr>
          <p:nvPr>
            <p:ph type="subTitle" idx="1"/>
          </p:nvPr>
        </p:nvSpPr>
        <p:spPr>
          <a:xfrm>
            <a:off x="599441" y="3184432"/>
            <a:ext cx="5069840" cy="990115"/>
          </a:xfrm>
        </p:spPr>
        <p:txBody>
          <a:bodyPr lIns="0" tIns="0" rIns="0" bIns="0"/>
          <a:lstStyle/>
          <a:p>
            <a:r>
              <a:rPr lang="en-US" dirty="0"/>
              <a:t>Site Plan</a:t>
            </a:r>
          </a:p>
        </p:txBody>
      </p:sp>
    </p:spTree>
    <p:extLst>
      <p:ext uri="{BB962C8B-B14F-4D97-AF65-F5344CB8AC3E}">
        <p14:creationId xmlns:p14="http://schemas.microsoft.com/office/powerpoint/2010/main" val="41528016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F2C09BF6-B02F-BC4C-188F-853D7A01D96A}"/>
              </a:ext>
            </a:extLst>
          </p:cNvPr>
          <p:cNvSpPr>
            <a:spLocks noGrp="1"/>
          </p:cNvSpPr>
          <p:nvPr>
            <p:ph type="body" sz="half" idx="2"/>
          </p:nvPr>
        </p:nvSpPr>
        <p:spPr/>
        <p:txBody>
          <a:bodyPr>
            <a:normAutofit/>
          </a:bodyPr>
          <a:lstStyle/>
          <a:p>
            <a:pPr marL="342900" indent="-342900">
              <a:lnSpc>
                <a:spcPct val="120000"/>
              </a:lnSpc>
              <a:buFont typeface="Arial" panose="020B0604020202020204" pitchFamily="34" charset="0"/>
              <a:buChar char="•"/>
            </a:pPr>
            <a:r>
              <a:rPr lang="en-US" dirty="0"/>
              <a:t>A site plan is a detailed architectural drawing that illustrates the arrangement of buildings and other features on a property. It provides a bird's-eye view of the development that will occur on the site, including the placement of structures, roads, walkways, parking, landscaping, and any existing features that will be retained. The plan also often shows surrounding streets to provide context.</a:t>
            </a:r>
          </a:p>
          <a:p>
            <a:pPr marL="342900" indent="-342900">
              <a:lnSpc>
                <a:spcPct val="120000"/>
              </a:lnSpc>
              <a:buFont typeface="Arial" panose="020B0604020202020204" pitchFamily="34" charset="0"/>
              <a:buChar char="•"/>
            </a:pPr>
            <a:r>
              <a:rPr lang="en-US" dirty="0"/>
              <a:t>A typical site plan completely describes the site after all construction and adjustments to the site are finished.</a:t>
            </a:r>
          </a:p>
          <a:p>
            <a:pPr marL="342900" indent="-342900">
              <a:lnSpc>
                <a:spcPct val="120000"/>
              </a:lnSpc>
              <a:buFont typeface="Arial" panose="020B0604020202020204" pitchFamily="34" charset="0"/>
              <a:buChar char="•"/>
            </a:pPr>
            <a:r>
              <a:rPr lang="en-US" dirty="0"/>
              <a:t>A site plan should align with the clients needs, architect’s design ideas, site analysis, zoning and regulation requirements </a:t>
            </a:r>
            <a:r>
              <a:rPr lang="en-US" dirty="0" err="1"/>
              <a:t>etc</a:t>
            </a:r>
            <a:r>
              <a:rPr lang="en-US" dirty="0"/>
              <a:t>…  </a:t>
            </a:r>
          </a:p>
          <a:p>
            <a:pPr>
              <a:lnSpc>
                <a:spcPct val="120000"/>
              </a:lnSpc>
            </a:pPr>
            <a:endParaRPr lang="en-AU" dirty="0"/>
          </a:p>
        </p:txBody>
      </p:sp>
      <p:sp>
        <p:nvSpPr>
          <p:cNvPr id="2" name="Title 1">
            <a:extLst>
              <a:ext uri="{FF2B5EF4-FFF2-40B4-BE49-F238E27FC236}">
                <a16:creationId xmlns:a16="http://schemas.microsoft.com/office/drawing/2014/main" id="{3268C301-99B9-CF99-13F8-F49BC013BD52}"/>
              </a:ext>
            </a:extLst>
          </p:cNvPr>
          <p:cNvSpPr>
            <a:spLocks noGrp="1"/>
          </p:cNvSpPr>
          <p:nvPr>
            <p:ph type="title"/>
          </p:nvPr>
        </p:nvSpPr>
        <p:spPr/>
        <p:txBody>
          <a:bodyPr/>
          <a:lstStyle/>
          <a:p>
            <a:r>
              <a:rPr lang="en-AU" dirty="0"/>
              <a:t>Site Plan Introduction</a:t>
            </a:r>
          </a:p>
        </p:txBody>
      </p:sp>
    </p:spTree>
    <p:extLst>
      <p:ext uri="{BB962C8B-B14F-4D97-AF65-F5344CB8AC3E}">
        <p14:creationId xmlns:p14="http://schemas.microsoft.com/office/powerpoint/2010/main" val="18501895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99EAF3-3ADA-B79E-D555-5334F7A08B6D}"/>
              </a:ext>
            </a:extLst>
          </p:cNvPr>
          <p:cNvSpPr>
            <a:spLocks noGrp="1"/>
          </p:cNvSpPr>
          <p:nvPr>
            <p:ph type="title"/>
          </p:nvPr>
        </p:nvSpPr>
        <p:spPr>
          <a:xfrm>
            <a:off x="511626" y="4261756"/>
            <a:ext cx="5584373" cy="1870303"/>
          </a:xfrm>
        </p:spPr>
        <p:txBody>
          <a:bodyPr>
            <a:normAutofit/>
          </a:bodyPr>
          <a:lstStyle/>
          <a:p>
            <a:r>
              <a:rPr lang="en-US" altLang="zh-CN" sz="1800" dirty="0"/>
              <a:t>Illustrative Site Plan (no clear measurement/orientation)</a:t>
            </a:r>
            <a:br>
              <a:rPr lang="en-US" altLang="zh-CN" sz="1800" dirty="0"/>
            </a:br>
            <a:br>
              <a:rPr lang="en-US" altLang="zh-CN" sz="1800" dirty="0"/>
            </a:br>
            <a:r>
              <a:rPr lang="en-US" altLang="zh-CN" sz="1800" dirty="0" err="1"/>
              <a:t>Hoenheim</a:t>
            </a:r>
            <a:r>
              <a:rPr lang="en-US" altLang="zh-CN" sz="1800" dirty="0"/>
              <a:t>-Nord Terminus and Car Park</a:t>
            </a:r>
            <a:br>
              <a:rPr lang="en-US" altLang="zh-CN" sz="1800" dirty="0"/>
            </a:br>
            <a:br>
              <a:rPr lang="en-US" altLang="zh-CN" sz="1800" dirty="0"/>
            </a:br>
            <a:r>
              <a:rPr lang="en-US" altLang="zh-CN" sz="1800" dirty="0"/>
              <a:t>by Zaha Hadid</a:t>
            </a:r>
            <a:endParaRPr lang="en-AU" sz="1800" dirty="0"/>
          </a:p>
        </p:txBody>
      </p:sp>
      <p:pic>
        <p:nvPicPr>
          <p:cNvPr id="5" name="Content Placeholder 4">
            <a:extLst>
              <a:ext uri="{FF2B5EF4-FFF2-40B4-BE49-F238E27FC236}">
                <a16:creationId xmlns:a16="http://schemas.microsoft.com/office/drawing/2014/main" id="{B443610E-F9B6-1245-D6B0-0FE7359961A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999515" y="641"/>
            <a:ext cx="4844596" cy="6857359"/>
          </a:xfrm>
        </p:spPr>
      </p:pic>
      <p:pic>
        <p:nvPicPr>
          <p:cNvPr id="7" name="Picture 6">
            <a:extLst>
              <a:ext uri="{FF2B5EF4-FFF2-40B4-BE49-F238E27FC236}">
                <a16:creationId xmlns:a16="http://schemas.microsoft.com/office/drawing/2014/main" id="{EF1D5476-86C0-EA1A-21F0-302BC295B76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4486487" cy="3200400"/>
          </a:xfrm>
          <a:prstGeom prst="rect">
            <a:avLst/>
          </a:prstGeom>
        </p:spPr>
      </p:pic>
      <p:sp>
        <p:nvSpPr>
          <p:cNvPr id="3" name="TextBox 5">
            <a:extLst>
              <a:ext uri="{FF2B5EF4-FFF2-40B4-BE49-F238E27FC236}">
                <a16:creationId xmlns:a16="http://schemas.microsoft.com/office/drawing/2014/main" id="{45B581EA-4404-70E9-918F-9B9CE266DB7B}"/>
              </a:ext>
            </a:extLst>
          </p:cNvPr>
          <p:cNvSpPr txBox="1"/>
          <p:nvPr/>
        </p:nvSpPr>
        <p:spPr>
          <a:xfrm>
            <a:off x="511626" y="6219968"/>
            <a:ext cx="2291806" cy="276999"/>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AU" sz="1200" dirty="0"/>
              <a:t>Source: Zaha Hadid Architects</a:t>
            </a:r>
          </a:p>
        </p:txBody>
      </p:sp>
    </p:spTree>
    <p:extLst>
      <p:ext uri="{BB962C8B-B14F-4D97-AF65-F5344CB8AC3E}">
        <p14:creationId xmlns:p14="http://schemas.microsoft.com/office/powerpoint/2010/main" val="27749451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42AC2-6375-7926-3F94-E46991EB947D}"/>
            </a:ext>
          </a:extLst>
        </p:cNvPr>
        <p:cNvGrpSpPr/>
        <p:nvPr/>
      </p:nvGrpSpPr>
      <p:grpSpPr>
        <a:xfrm>
          <a:off x="0" y="0"/>
          <a:ext cx="0" cy="0"/>
          <a:chOff x="0" y="0"/>
          <a:chExt cx="0" cy="0"/>
        </a:xfrm>
      </p:grpSpPr>
      <p:pic>
        <p:nvPicPr>
          <p:cNvPr id="4" name="Picture 3" descr="A drawing of a complex&#10;&#10;Description automatically generated with medium confidence">
            <a:extLst>
              <a:ext uri="{FF2B5EF4-FFF2-40B4-BE49-F238E27FC236}">
                <a16:creationId xmlns:a16="http://schemas.microsoft.com/office/drawing/2014/main" id="{122B0254-C200-B512-453D-83FE2BF89E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32438" y="839724"/>
            <a:ext cx="7259562" cy="5178552"/>
          </a:xfrm>
          <a:prstGeom prst="rect">
            <a:avLst/>
          </a:prstGeom>
        </p:spPr>
      </p:pic>
      <p:sp>
        <p:nvSpPr>
          <p:cNvPr id="10" name="Title 1">
            <a:extLst>
              <a:ext uri="{FF2B5EF4-FFF2-40B4-BE49-F238E27FC236}">
                <a16:creationId xmlns:a16="http://schemas.microsoft.com/office/drawing/2014/main" id="{5DAAF02A-05D8-2F9A-457B-10661D3095C5}"/>
              </a:ext>
            </a:extLst>
          </p:cNvPr>
          <p:cNvSpPr>
            <a:spLocks noGrp="1"/>
          </p:cNvSpPr>
          <p:nvPr>
            <p:ph type="title"/>
          </p:nvPr>
        </p:nvSpPr>
        <p:spPr>
          <a:xfrm>
            <a:off x="511627" y="4261756"/>
            <a:ext cx="4430485" cy="1870303"/>
          </a:xfrm>
        </p:spPr>
        <p:txBody>
          <a:bodyPr>
            <a:normAutofit/>
          </a:bodyPr>
          <a:lstStyle/>
          <a:p>
            <a:r>
              <a:rPr lang="en-US" altLang="zh-CN" sz="1800" dirty="0"/>
              <a:t>Illustrative Site Plan (no measurement)</a:t>
            </a:r>
            <a:br>
              <a:rPr lang="en-US" altLang="zh-CN" sz="1800" dirty="0"/>
            </a:br>
            <a:br>
              <a:rPr lang="en-US" altLang="zh-CN" sz="1800" dirty="0"/>
            </a:br>
            <a:r>
              <a:rPr lang="en-US" altLang="zh-CN" sz="1800" dirty="0"/>
              <a:t>Galaxy soho</a:t>
            </a:r>
            <a:br>
              <a:rPr lang="en-US" altLang="zh-CN" sz="1800" dirty="0"/>
            </a:br>
            <a:br>
              <a:rPr lang="en-US" altLang="zh-CN" sz="1800" dirty="0"/>
            </a:br>
            <a:r>
              <a:rPr lang="en-US" altLang="zh-CN" sz="1800" dirty="0"/>
              <a:t>by Zaha Hadid</a:t>
            </a:r>
            <a:endParaRPr lang="en-AU" sz="1800" dirty="0"/>
          </a:p>
        </p:txBody>
      </p:sp>
      <p:pic>
        <p:nvPicPr>
          <p:cNvPr id="12" name="Picture 11" descr="A building with many windows&#10;&#10;Description automatically generated with medium confidence">
            <a:extLst>
              <a:ext uri="{FF2B5EF4-FFF2-40B4-BE49-F238E27FC236}">
                <a16:creationId xmlns:a16="http://schemas.microsoft.com/office/drawing/2014/main" id="{7E6BC874-2038-279C-5829-1FA2B172948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0"/>
            <a:ext cx="4555671" cy="3037114"/>
          </a:xfrm>
          <a:prstGeom prst="rect">
            <a:avLst/>
          </a:prstGeom>
        </p:spPr>
      </p:pic>
      <p:sp>
        <p:nvSpPr>
          <p:cNvPr id="2" name="TextBox 5">
            <a:extLst>
              <a:ext uri="{FF2B5EF4-FFF2-40B4-BE49-F238E27FC236}">
                <a16:creationId xmlns:a16="http://schemas.microsoft.com/office/drawing/2014/main" id="{0246B0BB-736A-E335-49CC-9CC02A8C5538}"/>
              </a:ext>
            </a:extLst>
          </p:cNvPr>
          <p:cNvSpPr txBox="1"/>
          <p:nvPr/>
        </p:nvSpPr>
        <p:spPr>
          <a:xfrm>
            <a:off x="511626" y="6219968"/>
            <a:ext cx="2291806" cy="276999"/>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AU" sz="1200" dirty="0"/>
              <a:t>Source: Zaha Hadid Architects</a:t>
            </a:r>
          </a:p>
        </p:txBody>
      </p:sp>
    </p:spTree>
    <p:extLst>
      <p:ext uri="{BB962C8B-B14F-4D97-AF65-F5344CB8AC3E}">
        <p14:creationId xmlns:p14="http://schemas.microsoft.com/office/powerpoint/2010/main" val="26347670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450EB1-EBB2-6562-A055-6EFE1A8544E0}"/>
            </a:ext>
          </a:extLst>
        </p:cNvPr>
        <p:cNvGrpSpPr/>
        <p:nvPr/>
      </p:nvGrpSpPr>
      <p:grpSpPr>
        <a:xfrm>
          <a:off x="0" y="0"/>
          <a:ext cx="0" cy="0"/>
          <a:chOff x="0" y="0"/>
          <a:chExt cx="0" cy="0"/>
        </a:xfrm>
      </p:grpSpPr>
      <p:pic>
        <p:nvPicPr>
          <p:cNvPr id="5" name="Picture 4" descr="A blueprint of a building&#10;&#10;Description automatically generated">
            <a:extLst>
              <a:ext uri="{FF2B5EF4-FFF2-40B4-BE49-F238E27FC236}">
                <a16:creationId xmlns:a16="http://schemas.microsoft.com/office/drawing/2014/main" id="{8D766451-E7C9-71CC-921A-1614A4C2A6B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54898" y="800100"/>
            <a:ext cx="7437102" cy="5257800"/>
          </a:xfrm>
          <a:prstGeom prst="rect">
            <a:avLst/>
          </a:prstGeom>
        </p:spPr>
      </p:pic>
      <p:sp>
        <p:nvSpPr>
          <p:cNvPr id="6" name="Title 1">
            <a:extLst>
              <a:ext uri="{FF2B5EF4-FFF2-40B4-BE49-F238E27FC236}">
                <a16:creationId xmlns:a16="http://schemas.microsoft.com/office/drawing/2014/main" id="{ECBF2E53-DD6A-1BD1-D2B7-C86D93C33A58}"/>
              </a:ext>
            </a:extLst>
          </p:cNvPr>
          <p:cNvSpPr txBox="1">
            <a:spLocks/>
          </p:cNvSpPr>
          <p:nvPr/>
        </p:nvSpPr>
        <p:spPr>
          <a:xfrm>
            <a:off x="342900" y="4187597"/>
            <a:ext cx="4430485" cy="187030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1800" dirty="0"/>
              <a:t>Site Plan and Ground Floor Plan Combined</a:t>
            </a:r>
            <a:br>
              <a:rPr lang="en-US" altLang="zh-CN" sz="1800" dirty="0"/>
            </a:br>
            <a:endParaRPr lang="en-US" altLang="zh-CN" sz="1800" dirty="0"/>
          </a:p>
          <a:p>
            <a:r>
              <a:rPr lang="en-US" altLang="zh-CN" sz="1800" dirty="0"/>
              <a:t>Guangzhou Opera House</a:t>
            </a:r>
            <a:br>
              <a:rPr lang="en-US" altLang="zh-CN" sz="1800" dirty="0"/>
            </a:br>
            <a:br>
              <a:rPr lang="en-US" altLang="zh-CN" sz="1800" dirty="0"/>
            </a:br>
            <a:r>
              <a:rPr lang="en-US" altLang="zh-CN" sz="1800" dirty="0"/>
              <a:t>by Zaha Hadid</a:t>
            </a:r>
            <a:endParaRPr lang="en-AU" sz="1800" dirty="0"/>
          </a:p>
        </p:txBody>
      </p:sp>
      <p:pic>
        <p:nvPicPr>
          <p:cNvPr id="10" name="Picture 9">
            <a:extLst>
              <a:ext uri="{FF2B5EF4-FFF2-40B4-BE49-F238E27FC236}">
                <a16:creationId xmlns:a16="http://schemas.microsoft.com/office/drawing/2014/main" id="{E1D39CB0-243A-68E9-EDEE-FE3397291A5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4460312" cy="3184071"/>
          </a:xfrm>
          <a:prstGeom prst="rect">
            <a:avLst/>
          </a:prstGeom>
        </p:spPr>
      </p:pic>
      <p:sp>
        <p:nvSpPr>
          <p:cNvPr id="2" name="TextBox 5">
            <a:extLst>
              <a:ext uri="{FF2B5EF4-FFF2-40B4-BE49-F238E27FC236}">
                <a16:creationId xmlns:a16="http://schemas.microsoft.com/office/drawing/2014/main" id="{7E25FBB4-CF4B-DAE7-F6A3-7582E8803E6D}"/>
              </a:ext>
            </a:extLst>
          </p:cNvPr>
          <p:cNvSpPr txBox="1"/>
          <p:nvPr/>
        </p:nvSpPr>
        <p:spPr>
          <a:xfrm>
            <a:off x="511626" y="6219968"/>
            <a:ext cx="2291806" cy="276999"/>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AU" sz="1200" dirty="0"/>
              <a:t>Source: Zaha Hadid Architects</a:t>
            </a:r>
          </a:p>
        </p:txBody>
      </p:sp>
    </p:spTree>
    <p:extLst>
      <p:ext uri="{BB962C8B-B14F-4D97-AF65-F5344CB8AC3E}">
        <p14:creationId xmlns:p14="http://schemas.microsoft.com/office/powerpoint/2010/main" val="10742900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5C81A6-DAAB-0DB0-CD7E-1D1FF96D630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3D9279B-85F2-D0A7-75B1-ED5380D6DD4F}"/>
              </a:ext>
            </a:extLst>
          </p:cNvPr>
          <p:cNvSpPr>
            <a:spLocks noGrp="1"/>
          </p:cNvSpPr>
          <p:nvPr>
            <p:ph type="body" sz="half" idx="2"/>
          </p:nvPr>
        </p:nvSpPr>
        <p:spPr>
          <a:xfrm>
            <a:off x="399738" y="1503307"/>
            <a:ext cx="5109812" cy="4608126"/>
          </a:xfrm>
        </p:spPr>
        <p:txBody>
          <a:bodyPr>
            <a:normAutofit/>
          </a:bodyPr>
          <a:lstStyle/>
          <a:p>
            <a:pPr marL="342900" indent="-342900">
              <a:buFont typeface="Arial" panose="020B0604020202020204" pitchFamily="34" charset="0"/>
              <a:buChar char="•"/>
            </a:pPr>
            <a:r>
              <a:rPr lang="en-AU" dirty="0">
                <a:hlinkClick r:id="rId2"/>
              </a:rPr>
              <a:t>https://www.melbourne.vic.gov.au/applying-planning-permit</a:t>
            </a:r>
            <a:endParaRPr lang="en-AU" dirty="0"/>
          </a:p>
          <a:p>
            <a:pPr marL="342900" indent="-342900">
              <a:buFont typeface="Arial" panose="020B0604020202020204" pitchFamily="34" charset="0"/>
              <a:buChar char="•"/>
            </a:pPr>
            <a:r>
              <a:rPr lang="en-AU" dirty="0"/>
              <a:t>Planning permit </a:t>
            </a:r>
            <a:r>
              <a:rPr lang="en-AU" dirty="0" err="1"/>
              <a:t>v.s</a:t>
            </a:r>
            <a:r>
              <a:rPr lang="en-AU" dirty="0"/>
              <a:t>. Building permit</a:t>
            </a:r>
          </a:p>
          <a:p>
            <a:pPr marL="342900" indent="-342900">
              <a:buFont typeface="Arial" panose="020B0604020202020204" pitchFamily="34" charset="0"/>
              <a:buChar char="•"/>
            </a:pPr>
            <a:r>
              <a:rPr lang="en-AU" dirty="0"/>
              <a:t>Steps of planning permit application </a:t>
            </a:r>
          </a:p>
          <a:p>
            <a:pPr marL="342900" indent="-342900">
              <a:buFont typeface="Arial" panose="020B0604020202020204" pitchFamily="34" charset="0"/>
              <a:buChar char="•"/>
            </a:pPr>
            <a:r>
              <a:rPr lang="en-AU" dirty="0"/>
              <a:t>Checklist of the application, including drawing types</a:t>
            </a:r>
          </a:p>
          <a:p>
            <a:pPr marL="342900" indent="-342900">
              <a:buFont typeface="Arial" panose="020B0604020202020204" pitchFamily="34" charset="0"/>
              <a:buChar char="•"/>
            </a:pPr>
            <a:r>
              <a:rPr lang="en-AU" dirty="0"/>
              <a:t>Use residential development as an example – </a:t>
            </a:r>
            <a:r>
              <a:rPr lang="en-AU" dirty="0" err="1"/>
              <a:t>ResCode</a:t>
            </a:r>
            <a:r>
              <a:rPr lang="en-AU" dirty="0"/>
              <a:t> (you can find these documents in today’s VUC)</a:t>
            </a:r>
          </a:p>
        </p:txBody>
      </p:sp>
      <p:sp>
        <p:nvSpPr>
          <p:cNvPr id="2" name="Title 1">
            <a:extLst>
              <a:ext uri="{FF2B5EF4-FFF2-40B4-BE49-F238E27FC236}">
                <a16:creationId xmlns:a16="http://schemas.microsoft.com/office/drawing/2014/main" id="{56E10865-C64F-FF65-36F5-FDD9A3EDDDF6}"/>
              </a:ext>
            </a:extLst>
          </p:cNvPr>
          <p:cNvSpPr>
            <a:spLocks noGrp="1"/>
          </p:cNvSpPr>
          <p:nvPr>
            <p:ph type="title"/>
          </p:nvPr>
        </p:nvSpPr>
        <p:spPr/>
        <p:txBody>
          <a:bodyPr/>
          <a:lstStyle/>
          <a:p>
            <a:r>
              <a:rPr lang="en-AU" dirty="0"/>
              <a:t>Site Plan for Permit Application in Victoria</a:t>
            </a:r>
          </a:p>
        </p:txBody>
      </p:sp>
      <p:graphicFrame>
        <p:nvGraphicFramePr>
          <p:cNvPr id="8" name="Diagram 7">
            <a:extLst>
              <a:ext uri="{FF2B5EF4-FFF2-40B4-BE49-F238E27FC236}">
                <a16:creationId xmlns:a16="http://schemas.microsoft.com/office/drawing/2014/main" id="{4DACB608-01E5-E7E3-D6B3-58D8FF30A664}"/>
              </a:ext>
            </a:extLst>
          </p:cNvPr>
          <p:cNvGraphicFramePr/>
          <p:nvPr>
            <p:extLst>
              <p:ext uri="{D42A27DB-BD31-4B8C-83A1-F6EECF244321}">
                <p14:modId xmlns:p14="http://schemas.microsoft.com/office/powerpoint/2010/main" val="1140721220"/>
              </p:ext>
            </p:extLst>
          </p:nvPr>
        </p:nvGraphicFramePr>
        <p:xfrm>
          <a:off x="5905018" y="1611493"/>
          <a:ext cx="5774871"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6339906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8ADB42C-943C-0B13-7357-0C07B527D52D}"/>
              </a:ext>
            </a:extLst>
          </p:cNvPr>
          <p:cNvSpPr>
            <a:spLocks noGrp="1"/>
          </p:cNvSpPr>
          <p:nvPr>
            <p:ph type="body" sz="half" idx="2"/>
          </p:nvPr>
        </p:nvSpPr>
        <p:spPr>
          <a:xfrm>
            <a:off x="399737" y="1210220"/>
            <a:ext cx="11459536" cy="4437560"/>
          </a:xfrm>
        </p:spPr>
        <p:txBody>
          <a:bodyPr>
            <a:normAutofit/>
          </a:bodyPr>
          <a:lstStyle/>
          <a:p>
            <a:pPr marL="342900" indent="-342900">
              <a:buFont typeface="Arial" panose="020B0604020202020204" pitchFamily="34" charset="0"/>
              <a:buChar char="•"/>
            </a:pPr>
            <a:r>
              <a:rPr lang="en-US" dirty="0"/>
              <a:t>Planning schemes are legal documents that set out policies and provisions for the use, development and protection of land.</a:t>
            </a:r>
          </a:p>
          <a:p>
            <a:pPr marL="342900" indent="-342900">
              <a:buFont typeface="Arial" panose="020B0604020202020204" pitchFamily="34" charset="0"/>
              <a:buChar char="•"/>
            </a:pPr>
            <a:r>
              <a:rPr lang="en-US" dirty="0"/>
              <a:t>Planning schemes refer to a large range of things, including limits for how tall a building can be, as well as ensuring orderly and sustainable use of land.</a:t>
            </a:r>
          </a:p>
          <a:p>
            <a:pPr marL="342900" indent="-342900">
              <a:buFont typeface="Arial" panose="020B0604020202020204" pitchFamily="34" charset="0"/>
              <a:buChar char="•"/>
            </a:pPr>
            <a:r>
              <a:rPr lang="en-AU" dirty="0"/>
              <a:t>Refer to Vic</a:t>
            </a:r>
            <a:r>
              <a:rPr lang="en-US" altLang="zh-CN" dirty="0"/>
              <a:t>plan for specific site zoning and respond to these requirement in the planning permit application as well as the overall design process. </a:t>
            </a:r>
            <a:endParaRPr lang="en-AU" dirty="0"/>
          </a:p>
        </p:txBody>
      </p:sp>
      <p:sp>
        <p:nvSpPr>
          <p:cNvPr id="2" name="Title 1">
            <a:extLst>
              <a:ext uri="{FF2B5EF4-FFF2-40B4-BE49-F238E27FC236}">
                <a16:creationId xmlns:a16="http://schemas.microsoft.com/office/drawing/2014/main" id="{29D50EC2-E492-E53B-886F-D4EDD4EE444B}"/>
              </a:ext>
            </a:extLst>
          </p:cNvPr>
          <p:cNvSpPr>
            <a:spLocks noGrp="1"/>
          </p:cNvSpPr>
          <p:nvPr>
            <p:ph type="title"/>
          </p:nvPr>
        </p:nvSpPr>
        <p:spPr/>
        <p:txBody>
          <a:bodyPr/>
          <a:lstStyle/>
          <a:p>
            <a:r>
              <a:rPr lang="en-AU" dirty="0"/>
              <a:t>Zoning and Regulatory Compliance</a:t>
            </a:r>
          </a:p>
        </p:txBody>
      </p:sp>
      <p:pic>
        <p:nvPicPr>
          <p:cNvPr id="5" name="Picture 4">
            <a:extLst>
              <a:ext uri="{FF2B5EF4-FFF2-40B4-BE49-F238E27FC236}">
                <a16:creationId xmlns:a16="http://schemas.microsoft.com/office/drawing/2014/main" id="{1476117C-A8AF-1D35-B759-A37BB667FC56}"/>
              </a:ext>
            </a:extLst>
          </p:cNvPr>
          <p:cNvPicPr>
            <a:picLocks noChangeAspect="1"/>
          </p:cNvPicPr>
          <p:nvPr/>
        </p:nvPicPr>
        <p:blipFill>
          <a:blip r:embed="rId2"/>
          <a:stretch>
            <a:fillRect/>
          </a:stretch>
        </p:blipFill>
        <p:spPr>
          <a:xfrm>
            <a:off x="6743142" y="3238019"/>
            <a:ext cx="5219984" cy="2939143"/>
          </a:xfrm>
          <a:prstGeom prst="rect">
            <a:avLst/>
          </a:prstGeom>
        </p:spPr>
      </p:pic>
      <p:pic>
        <p:nvPicPr>
          <p:cNvPr id="7" name="Picture 6">
            <a:extLst>
              <a:ext uri="{FF2B5EF4-FFF2-40B4-BE49-F238E27FC236}">
                <a16:creationId xmlns:a16="http://schemas.microsoft.com/office/drawing/2014/main" id="{313A2717-7DF7-2C30-F373-862BB22E1CE6}"/>
              </a:ext>
            </a:extLst>
          </p:cNvPr>
          <p:cNvPicPr>
            <a:picLocks noChangeAspect="1"/>
          </p:cNvPicPr>
          <p:nvPr/>
        </p:nvPicPr>
        <p:blipFill>
          <a:blip r:embed="rId3"/>
          <a:stretch>
            <a:fillRect/>
          </a:stretch>
        </p:blipFill>
        <p:spPr>
          <a:xfrm>
            <a:off x="261257" y="3238018"/>
            <a:ext cx="6343405" cy="2939144"/>
          </a:xfrm>
          <a:prstGeom prst="rect">
            <a:avLst/>
          </a:prstGeom>
        </p:spPr>
      </p:pic>
    </p:spTree>
    <p:extLst>
      <p:ext uri="{BB962C8B-B14F-4D97-AF65-F5344CB8AC3E}">
        <p14:creationId xmlns:p14="http://schemas.microsoft.com/office/powerpoint/2010/main" val="9094665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63FCE9-F854-015C-D8E5-A86849FFE83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CD332FF-27EA-1129-9BC1-70B170FCCF5F}"/>
              </a:ext>
            </a:extLst>
          </p:cNvPr>
          <p:cNvSpPr>
            <a:spLocks noGrp="1"/>
          </p:cNvSpPr>
          <p:nvPr>
            <p:ph type="body" sz="half" idx="2"/>
          </p:nvPr>
        </p:nvSpPr>
        <p:spPr>
          <a:xfrm>
            <a:off x="465680" y="1503307"/>
            <a:ext cx="4536866" cy="3780536"/>
          </a:xfrm>
        </p:spPr>
        <p:txBody>
          <a:bodyPr>
            <a:normAutofit/>
          </a:bodyPr>
          <a:lstStyle/>
          <a:p>
            <a:pPr marL="342900" indent="-342900">
              <a:buFont typeface="Arial" panose="020B0604020202020204" pitchFamily="34" charset="0"/>
              <a:buChar char="•"/>
            </a:pPr>
            <a:r>
              <a:rPr lang="en-AU" dirty="0">
                <a:hlinkClick r:id="rId2"/>
              </a:rPr>
              <a:t>https://www.melbourne.vic.gov.au/applying-planning-permit</a:t>
            </a:r>
            <a:endParaRPr lang="en-AU" dirty="0"/>
          </a:p>
          <a:p>
            <a:pPr marL="342900" indent="-342900">
              <a:buFont typeface="Arial" panose="020B0604020202020204" pitchFamily="34" charset="0"/>
              <a:buChar char="•"/>
            </a:pPr>
            <a:r>
              <a:rPr lang="en-AU" dirty="0"/>
              <a:t>Site Plan sample for permit application - </a:t>
            </a:r>
            <a:r>
              <a:rPr lang="en-US" altLang="zh-CN" dirty="0"/>
              <a:t>displayed on the right</a:t>
            </a:r>
            <a:r>
              <a:rPr lang="en-AU" dirty="0"/>
              <a:t>: difference between permit site plan and conceptual/illustrative site plan include scale, orientation and details</a:t>
            </a:r>
          </a:p>
        </p:txBody>
      </p:sp>
      <p:sp>
        <p:nvSpPr>
          <p:cNvPr id="2" name="Title 1">
            <a:extLst>
              <a:ext uri="{FF2B5EF4-FFF2-40B4-BE49-F238E27FC236}">
                <a16:creationId xmlns:a16="http://schemas.microsoft.com/office/drawing/2014/main" id="{AD1AF1E4-7795-5EDD-E50F-303A9C70C56D}"/>
              </a:ext>
            </a:extLst>
          </p:cNvPr>
          <p:cNvSpPr>
            <a:spLocks noGrp="1"/>
          </p:cNvSpPr>
          <p:nvPr>
            <p:ph type="title"/>
          </p:nvPr>
        </p:nvSpPr>
        <p:spPr/>
        <p:txBody>
          <a:bodyPr/>
          <a:lstStyle/>
          <a:p>
            <a:r>
              <a:rPr lang="en-AU" dirty="0"/>
              <a:t>Site Plan for Permit Application</a:t>
            </a:r>
          </a:p>
        </p:txBody>
      </p:sp>
      <p:pic>
        <p:nvPicPr>
          <p:cNvPr id="7" name="Picture 6">
            <a:extLst>
              <a:ext uri="{FF2B5EF4-FFF2-40B4-BE49-F238E27FC236}">
                <a16:creationId xmlns:a16="http://schemas.microsoft.com/office/drawing/2014/main" id="{91D5EEF9-0C72-7D2D-8DC6-3DBF1D748A3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42647" y="1337773"/>
            <a:ext cx="6535759" cy="4620986"/>
          </a:xfrm>
          <a:prstGeom prst="rect">
            <a:avLst/>
          </a:prstGeom>
        </p:spPr>
      </p:pic>
      <p:sp>
        <p:nvSpPr>
          <p:cNvPr id="4" name="TextBox 5">
            <a:extLst>
              <a:ext uri="{FF2B5EF4-FFF2-40B4-BE49-F238E27FC236}">
                <a16:creationId xmlns:a16="http://schemas.microsoft.com/office/drawing/2014/main" id="{45335822-8822-CA3D-2462-E02863BB4F3D}"/>
              </a:ext>
            </a:extLst>
          </p:cNvPr>
          <p:cNvSpPr txBox="1"/>
          <p:nvPr/>
        </p:nvSpPr>
        <p:spPr>
          <a:xfrm>
            <a:off x="7581278" y="5889311"/>
            <a:ext cx="4027716" cy="276999"/>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AU" sz="1200" dirty="0"/>
              <a:t>Source: Planning Practice Notes by Victoria Government</a:t>
            </a:r>
          </a:p>
        </p:txBody>
      </p:sp>
    </p:spTree>
    <p:extLst>
      <p:ext uri="{BB962C8B-B14F-4D97-AF65-F5344CB8AC3E}">
        <p14:creationId xmlns:p14="http://schemas.microsoft.com/office/powerpoint/2010/main" val="428127821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58F1301-79EB-45C9-6F05-232D0925173E}"/>
              </a:ext>
            </a:extLst>
          </p:cNvPr>
          <p:cNvSpPr>
            <a:spLocks noGrp="1"/>
          </p:cNvSpPr>
          <p:nvPr>
            <p:ph type="body" sz="half" idx="2"/>
          </p:nvPr>
        </p:nvSpPr>
        <p:spPr>
          <a:xfrm>
            <a:off x="399737" y="1503307"/>
            <a:ext cx="4444268" cy="4382420"/>
          </a:xfrm>
        </p:spPr>
        <p:txBody>
          <a:bodyPr>
            <a:normAutofit lnSpcReduction="10000"/>
          </a:bodyPr>
          <a:lstStyle/>
          <a:p>
            <a:pPr marL="0" indent="0" algn="l">
              <a:buNone/>
            </a:pPr>
            <a:r>
              <a:rPr lang="en-AU" sz="1900" b="0" i="0" u="none" strike="noStrike" baseline="0" dirty="0">
                <a:latin typeface="Calibri" panose="020F0502020204030204" pitchFamily="34" charset="0"/>
              </a:rPr>
              <a:t>Setback means</a:t>
            </a:r>
          </a:p>
          <a:p>
            <a:pPr marL="342900" indent="-342900" algn="l">
              <a:buFont typeface="Arial" panose="020B0604020202020204" pitchFamily="34" charset="0"/>
              <a:buChar char="•"/>
            </a:pPr>
            <a:r>
              <a:rPr lang="en-US" sz="1900" b="0" i="0" u="none" strike="noStrike" baseline="0" dirty="0">
                <a:latin typeface="Calibri" panose="020F0502020204030204" pitchFamily="34" charset="0"/>
              </a:rPr>
              <a:t>(a) for a building or structure other than a swimming pool, the shortest distance measured horizontally from the outermost projection of the building or structure to the vertical projection of the </a:t>
            </a:r>
            <a:r>
              <a:rPr lang="en-AU" sz="1900" b="0" i="0" u="none" strike="noStrike" baseline="0" dirty="0">
                <a:latin typeface="Calibri" panose="020F0502020204030204" pitchFamily="34" charset="0"/>
              </a:rPr>
              <a:t>boundary of the lot.</a:t>
            </a:r>
          </a:p>
          <a:p>
            <a:pPr marL="342900" indent="-342900" algn="l">
              <a:buFont typeface="Arial" panose="020B0604020202020204" pitchFamily="34" charset="0"/>
              <a:buChar char="•"/>
            </a:pPr>
            <a:r>
              <a:rPr lang="en-US" sz="1900" b="0" i="0" u="none" strike="noStrike" baseline="0" dirty="0">
                <a:latin typeface="Calibri" panose="020F0502020204030204" pitchFamily="34" charset="0"/>
              </a:rPr>
              <a:t>(b) for a swimming pool, the shortest distance measured horizontally from the water’s edge to the vertical projection of a boundary of the </a:t>
            </a:r>
            <a:r>
              <a:rPr lang="en-AU" sz="1900" b="0" i="0" u="none" strike="noStrike" baseline="0" dirty="0">
                <a:latin typeface="Calibri" panose="020F0502020204030204" pitchFamily="34" charset="0"/>
              </a:rPr>
              <a:t>lot.</a:t>
            </a:r>
          </a:p>
          <a:p>
            <a:pPr marL="342900" indent="-342900" algn="l">
              <a:buFont typeface="Arial" panose="020B0604020202020204" pitchFamily="34" charset="0"/>
              <a:buChar char="•"/>
            </a:pPr>
            <a:r>
              <a:rPr lang="en-AU" sz="1900" dirty="0">
                <a:hlinkClick r:id="rId2"/>
              </a:rPr>
              <a:t>https://www.planning.vic.gov.au/guides-and-resources/guides/planning-practice-notes/understanding-the-residential-development-provisions</a:t>
            </a:r>
            <a:endParaRPr lang="en-AU" sz="1900" dirty="0"/>
          </a:p>
          <a:p>
            <a:pPr marL="0" indent="0" algn="l">
              <a:buNone/>
            </a:pPr>
            <a:endParaRPr lang="en-AU" dirty="0"/>
          </a:p>
        </p:txBody>
      </p:sp>
      <p:sp>
        <p:nvSpPr>
          <p:cNvPr id="2" name="Title 1">
            <a:extLst>
              <a:ext uri="{FF2B5EF4-FFF2-40B4-BE49-F238E27FC236}">
                <a16:creationId xmlns:a16="http://schemas.microsoft.com/office/drawing/2014/main" id="{6C70AB10-2278-A7E9-8B68-6DBDC040DD71}"/>
              </a:ext>
            </a:extLst>
          </p:cNvPr>
          <p:cNvSpPr>
            <a:spLocks noGrp="1"/>
          </p:cNvSpPr>
          <p:nvPr>
            <p:ph type="title"/>
          </p:nvPr>
        </p:nvSpPr>
        <p:spPr/>
        <p:txBody>
          <a:bodyPr/>
          <a:lstStyle/>
          <a:p>
            <a:r>
              <a:rPr lang="en-AU" dirty="0"/>
              <a:t>Site Constraints</a:t>
            </a:r>
          </a:p>
        </p:txBody>
      </p:sp>
      <p:pic>
        <p:nvPicPr>
          <p:cNvPr id="5" name="Picture 4">
            <a:extLst>
              <a:ext uri="{FF2B5EF4-FFF2-40B4-BE49-F238E27FC236}">
                <a16:creationId xmlns:a16="http://schemas.microsoft.com/office/drawing/2014/main" id="{0A9E9C3D-B30D-702B-D5E4-29587136237D}"/>
              </a:ext>
            </a:extLst>
          </p:cNvPr>
          <p:cNvPicPr>
            <a:picLocks noChangeAspect="1"/>
          </p:cNvPicPr>
          <p:nvPr/>
        </p:nvPicPr>
        <p:blipFill>
          <a:blip r:embed="rId3"/>
          <a:stretch>
            <a:fillRect/>
          </a:stretch>
        </p:blipFill>
        <p:spPr>
          <a:xfrm>
            <a:off x="6096000" y="190983"/>
            <a:ext cx="5190751" cy="6013048"/>
          </a:xfrm>
          <a:prstGeom prst="rect">
            <a:avLst/>
          </a:prstGeom>
        </p:spPr>
      </p:pic>
      <p:sp>
        <p:nvSpPr>
          <p:cNvPr id="4" name="TextBox 5">
            <a:extLst>
              <a:ext uri="{FF2B5EF4-FFF2-40B4-BE49-F238E27FC236}">
                <a16:creationId xmlns:a16="http://schemas.microsoft.com/office/drawing/2014/main" id="{168849A1-A998-E2FD-FFE8-E61DC770D2A7}"/>
              </a:ext>
            </a:extLst>
          </p:cNvPr>
          <p:cNvSpPr txBox="1"/>
          <p:nvPr/>
        </p:nvSpPr>
        <p:spPr>
          <a:xfrm>
            <a:off x="1099455" y="6311787"/>
            <a:ext cx="4027716" cy="276999"/>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AU" sz="1200" dirty="0"/>
              <a:t>Source: Planning Practice Notes by Victoria Government</a:t>
            </a:r>
          </a:p>
        </p:txBody>
      </p:sp>
    </p:spTree>
    <p:extLst>
      <p:ext uri="{BB962C8B-B14F-4D97-AF65-F5344CB8AC3E}">
        <p14:creationId xmlns:p14="http://schemas.microsoft.com/office/powerpoint/2010/main" val="39949035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8D3600-9ACE-4378-6DA8-956C32AE903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92D131E-8FBF-F947-062D-673E698CEAD6}"/>
              </a:ext>
            </a:extLst>
          </p:cNvPr>
          <p:cNvSpPr>
            <a:spLocks noGrp="1"/>
          </p:cNvSpPr>
          <p:nvPr>
            <p:ph type="body" sz="half" idx="2"/>
          </p:nvPr>
        </p:nvSpPr>
        <p:spPr>
          <a:xfrm>
            <a:off x="278203" y="1306537"/>
            <a:ext cx="5266277" cy="4376632"/>
          </a:xfrm>
        </p:spPr>
        <p:txBody>
          <a:bodyPr>
            <a:normAutofit/>
          </a:bodyPr>
          <a:lstStyle/>
          <a:p>
            <a:pPr marL="342900" indent="-342900" algn="l">
              <a:buFont typeface="Arial" panose="020B0604020202020204" pitchFamily="34" charset="0"/>
              <a:buChar char="•"/>
            </a:pPr>
            <a:r>
              <a:rPr lang="en-US" sz="2000" b="0" i="0" dirty="0">
                <a:solidFill>
                  <a:srgbClr val="1F1F1F"/>
                </a:solidFill>
                <a:effectLst/>
                <a:latin typeface="VIC"/>
              </a:rPr>
              <a:t>Building height is an important aspect of both character and amenity in residential areas. The standard protects the amenity of properties near new development and ensures that excessive building height does not diminish the character of </a:t>
            </a:r>
            <a:r>
              <a:rPr lang="en-US" sz="2000" b="0" i="0" dirty="0" err="1">
                <a:solidFill>
                  <a:srgbClr val="1F1F1F"/>
                </a:solidFill>
                <a:effectLst/>
                <a:latin typeface="VIC"/>
              </a:rPr>
              <a:t>neighbourhoods</a:t>
            </a:r>
            <a:r>
              <a:rPr lang="en-US" sz="2000" b="0" i="0" dirty="0">
                <a:solidFill>
                  <a:srgbClr val="1F1F1F"/>
                </a:solidFill>
                <a:effectLst/>
                <a:latin typeface="VIC"/>
              </a:rPr>
              <a:t>.</a:t>
            </a:r>
          </a:p>
          <a:p>
            <a:pPr marL="342900" indent="-342900" algn="l">
              <a:buFont typeface="Arial" panose="020B0604020202020204" pitchFamily="34" charset="0"/>
              <a:buChar char="•"/>
            </a:pPr>
            <a:r>
              <a:rPr lang="en-US" sz="2000" dirty="0">
                <a:solidFill>
                  <a:srgbClr val="1F1F1F"/>
                </a:solidFill>
                <a:latin typeface="VIC"/>
                <a:hlinkClick r:id="rId2"/>
              </a:rPr>
              <a:t>Side and rear set back</a:t>
            </a:r>
            <a:endParaRPr lang="en-AU" dirty="0">
              <a:solidFill>
                <a:srgbClr val="1F1F1F"/>
              </a:solidFill>
              <a:latin typeface="VIC"/>
              <a:hlinkClick r:id="rId2"/>
            </a:endParaRPr>
          </a:p>
          <a:p>
            <a:pPr marL="342900" indent="-342900" algn="l">
              <a:buFont typeface="Arial" panose="020B0604020202020204" pitchFamily="34" charset="0"/>
              <a:buChar char="•"/>
            </a:pPr>
            <a:r>
              <a:rPr lang="en-AU" sz="2000" dirty="0">
                <a:hlinkClick r:id="rId2"/>
              </a:rPr>
              <a:t>https://www.planning.vic.gov.au/guides-and-resources/guides/planning-practice-notes/understanding-the-residential-development-provisions</a:t>
            </a:r>
            <a:endParaRPr lang="en-AU" sz="2000" dirty="0"/>
          </a:p>
          <a:p>
            <a:pPr marL="0" indent="0" algn="l">
              <a:buNone/>
            </a:pPr>
            <a:endParaRPr lang="en-AU" dirty="0"/>
          </a:p>
        </p:txBody>
      </p:sp>
      <p:sp>
        <p:nvSpPr>
          <p:cNvPr id="2" name="Title 1">
            <a:extLst>
              <a:ext uri="{FF2B5EF4-FFF2-40B4-BE49-F238E27FC236}">
                <a16:creationId xmlns:a16="http://schemas.microsoft.com/office/drawing/2014/main" id="{30F7C053-4A5D-7F94-3D62-B83B8E6E6DF3}"/>
              </a:ext>
            </a:extLst>
          </p:cNvPr>
          <p:cNvSpPr>
            <a:spLocks noGrp="1"/>
          </p:cNvSpPr>
          <p:nvPr>
            <p:ph type="title"/>
          </p:nvPr>
        </p:nvSpPr>
        <p:spPr/>
        <p:txBody>
          <a:bodyPr/>
          <a:lstStyle/>
          <a:p>
            <a:r>
              <a:rPr lang="en-AU" dirty="0"/>
              <a:t>Site Constraints</a:t>
            </a:r>
          </a:p>
        </p:txBody>
      </p:sp>
      <p:pic>
        <p:nvPicPr>
          <p:cNvPr id="6" name="Picture 5">
            <a:extLst>
              <a:ext uri="{FF2B5EF4-FFF2-40B4-BE49-F238E27FC236}">
                <a16:creationId xmlns:a16="http://schemas.microsoft.com/office/drawing/2014/main" id="{CCC020B4-8611-9AAA-FFB9-D0C3F1E76FF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15921" y="152364"/>
            <a:ext cx="5031834" cy="2000994"/>
          </a:xfrm>
          <a:prstGeom prst="rect">
            <a:avLst/>
          </a:prstGeom>
        </p:spPr>
      </p:pic>
      <p:pic>
        <p:nvPicPr>
          <p:cNvPr id="8" name="Picture 7" descr="A diagram of a line drawing&#10;&#10;Description automatically generated with medium confidence">
            <a:extLst>
              <a:ext uri="{FF2B5EF4-FFF2-40B4-BE49-F238E27FC236}">
                <a16:creationId xmlns:a16="http://schemas.microsoft.com/office/drawing/2014/main" id="{54FED308-CA41-8CA6-75F7-ACBD56660C6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78059" y="2084929"/>
            <a:ext cx="3687195" cy="3730069"/>
          </a:xfrm>
          <a:prstGeom prst="rect">
            <a:avLst/>
          </a:prstGeom>
        </p:spPr>
      </p:pic>
      <p:sp>
        <p:nvSpPr>
          <p:cNvPr id="4" name="TextBox 5">
            <a:extLst>
              <a:ext uri="{FF2B5EF4-FFF2-40B4-BE49-F238E27FC236}">
                <a16:creationId xmlns:a16="http://schemas.microsoft.com/office/drawing/2014/main" id="{8A652207-59FC-87EC-8C54-D28A4E09738C}"/>
              </a:ext>
            </a:extLst>
          </p:cNvPr>
          <p:cNvSpPr txBox="1"/>
          <p:nvPr/>
        </p:nvSpPr>
        <p:spPr>
          <a:xfrm>
            <a:off x="7541180" y="5896021"/>
            <a:ext cx="4027716" cy="276999"/>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AU" sz="1200" dirty="0"/>
              <a:t>Source: Planning Practice Notes by Victoria Government</a:t>
            </a:r>
          </a:p>
        </p:txBody>
      </p:sp>
    </p:spTree>
    <p:extLst>
      <p:ext uri="{BB962C8B-B14F-4D97-AF65-F5344CB8AC3E}">
        <p14:creationId xmlns:p14="http://schemas.microsoft.com/office/powerpoint/2010/main" val="655334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8839E0-0001-8104-6E7E-F9DEAD498594}"/>
              </a:ext>
            </a:extLst>
          </p:cNvPr>
          <p:cNvSpPr>
            <a:spLocks noGrp="1"/>
          </p:cNvSpPr>
          <p:nvPr>
            <p:ph type="title"/>
          </p:nvPr>
        </p:nvSpPr>
        <p:spPr/>
        <p:txBody>
          <a:bodyPr/>
          <a:lstStyle/>
          <a:p>
            <a:r>
              <a:rPr lang="en-AU" dirty="0"/>
              <a:t>Site Survey</a:t>
            </a:r>
            <a:br>
              <a:rPr lang="en-AU" dirty="0"/>
            </a:br>
            <a:r>
              <a:rPr lang="en-AU" sz="2000" dirty="0"/>
              <a:t>Accuracy is required</a:t>
            </a:r>
            <a:endParaRPr lang="en-AU" dirty="0"/>
          </a:p>
        </p:txBody>
      </p:sp>
      <p:pic>
        <p:nvPicPr>
          <p:cNvPr id="5" name="Content Placeholder 4">
            <a:extLst>
              <a:ext uri="{FF2B5EF4-FFF2-40B4-BE49-F238E27FC236}">
                <a16:creationId xmlns:a16="http://schemas.microsoft.com/office/drawing/2014/main" id="{A1C0A91F-517D-F801-C6DF-D8C878D70BEA}"/>
              </a:ext>
            </a:extLst>
          </p:cNvPr>
          <p:cNvPicPr>
            <a:picLocks noGrp="1" noChangeAspect="1"/>
          </p:cNvPicPr>
          <p:nvPr>
            <p:ph idx="4294967295"/>
          </p:nvPr>
        </p:nvPicPr>
        <p:blipFill>
          <a:blip r:embed="rId2"/>
          <a:srcRect l="12632" r="17120"/>
          <a:stretch/>
        </p:blipFill>
        <p:spPr>
          <a:xfrm>
            <a:off x="653970" y="1853377"/>
            <a:ext cx="6580188" cy="4300537"/>
          </a:xfrm>
        </p:spPr>
      </p:pic>
      <p:pic>
        <p:nvPicPr>
          <p:cNvPr id="7" name="Picture 6">
            <a:extLst>
              <a:ext uri="{FF2B5EF4-FFF2-40B4-BE49-F238E27FC236}">
                <a16:creationId xmlns:a16="http://schemas.microsoft.com/office/drawing/2014/main" id="{E7EF5D8B-A2EB-9B96-62A2-FD25B87FDE06}"/>
              </a:ext>
            </a:extLst>
          </p:cNvPr>
          <p:cNvPicPr>
            <a:picLocks noChangeAspect="1"/>
          </p:cNvPicPr>
          <p:nvPr/>
        </p:nvPicPr>
        <p:blipFill>
          <a:blip r:embed="rId3"/>
          <a:stretch>
            <a:fillRect/>
          </a:stretch>
        </p:blipFill>
        <p:spPr>
          <a:xfrm>
            <a:off x="3735420" y="401963"/>
            <a:ext cx="3829050" cy="1484607"/>
          </a:xfrm>
          <a:prstGeom prst="rect">
            <a:avLst/>
          </a:prstGeom>
        </p:spPr>
      </p:pic>
      <p:pic>
        <p:nvPicPr>
          <p:cNvPr id="9" name="Picture 8">
            <a:extLst>
              <a:ext uri="{FF2B5EF4-FFF2-40B4-BE49-F238E27FC236}">
                <a16:creationId xmlns:a16="http://schemas.microsoft.com/office/drawing/2014/main" id="{953AB3F9-CA8E-61BC-2F98-1EBF0EFCF08C}"/>
              </a:ext>
            </a:extLst>
          </p:cNvPr>
          <p:cNvPicPr>
            <a:picLocks noChangeAspect="1"/>
          </p:cNvPicPr>
          <p:nvPr/>
        </p:nvPicPr>
        <p:blipFill>
          <a:blip r:embed="rId4"/>
          <a:stretch>
            <a:fillRect/>
          </a:stretch>
        </p:blipFill>
        <p:spPr>
          <a:xfrm>
            <a:off x="7796860" y="63002"/>
            <a:ext cx="4174670" cy="6090912"/>
          </a:xfrm>
          <a:prstGeom prst="rect">
            <a:avLst/>
          </a:prstGeom>
        </p:spPr>
      </p:pic>
    </p:spTree>
    <p:extLst>
      <p:ext uri="{BB962C8B-B14F-4D97-AF65-F5344CB8AC3E}">
        <p14:creationId xmlns:p14="http://schemas.microsoft.com/office/powerpoint/2010/main" val="14891801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50BB9D-0799-9F6F-D960-C3721EA2F33A}"/>
              </a:ext>
            </a:extLst>
          </p:cNvPr>
          <p:cNvSpPr>
            <a:spLocks noGrp="1"/>
          </p:cNvSpPr>
          <p:nvPr>
            <p:ph type="title"/>
          </p:nvPr>
        </p:nvSpPr>
        <p:spPr/>
        <p:txBody>
          <a:bodyPr/>
          <a:lstStyle/>
          <a:p>
            <a:r>
              <a:rPr lang="en-AU" dirty="0"/>
              <a:t>Utilities and Infrastructure</a:t>
            </a:r>
          </a:p>
        </p:txBody>
      </p:sp>
      <p:pic>
        <p:nvPicPr>
          <p:cNvPr id="5" name="Content Placeholder 4">
            <a:extLst>
              <a:ext uri="{FF2B5EF4-FFF2-40B4-BE49-F238E27FC236}">
                <a16:creationId xmlns:a16="http://schemas.microsoft.com/office/drawing/2014/main" id="{85FB9B66-D46A-B34C-AA6E-AEF8A8C20554}"/>
              </a:ext>
            </a:extLst>
          </p:cNvPr>
          <p:cNvPicPr>
            <a:picLocks noChangeAspect="1"/>
          </p:cNvPicPr>
          <p:nvPr/>
        </p:nvPicPr>
        <p:blipFill>
          <a:blip r:embed="rId2"/>
          <a:stretch>
            <a:fillRect/>
          </a:stretch>
        </p:blipFill>
        <p:spPr>
          <a:xfrm>
            <a:off x="4059186" y="1293530"/>
            <a:ext cx="3188583" cy="4351338"/>
          </a:xfrm>
          <a:prstGeom prst="rect">
            <a:avLst/>
          </a:prstGeom>
        </p:spPr>
      </p:pic>
      <p:sp>
        <p:nvSpPr>
          <p:cNvPr id="7" name="TextBox 6">
            <a:extLst>
              <a:ext uri="{FF2B5EF4-FFF2-40B4-BE49-F238E27FC236}">
                <a16:creationId xmlns:a16="http://schemas.microsoft.com/office/drawing/2014/main" id="{0A13F155-FEDB-2C2D-AF34-22247E15936A}"/>
              </a:ext>
            </a:extLst>
          </p:cNvPr>
          <p:cNvSpPr txBox="1"/>
          <p:nvPr/>
        </p:nvSpPr>
        <p:spPr>
          <a:xfrm>
            <a:off x="649062" y="3613543"/>
            <a:ext cx="2159453" cy="2031325"/>
          </a:xfrm>
          <a:prstGeom prst="rect">
            <a:avLst/>
          </a:prstGeom>
          <a:noFill/>
        </p:spPr>
        <p:txBody>
          <a:bodyPr wrap="square">
            <a:spAutoFit/>
          </a:bodyPr>
          <a:lstStyle/>
          <a:p>
            <a:pPr algn="l"/>
            <a:r>
              <a:rPr lang="en-AU" sz="1800" b="1" i="0" u="none" strike="noStrike" baseline="0" dirty="0">
                <a:latin typeface="Calibri-Bold"/>
              </a:rPr>
              <a:t>Utility</a:t>
            </a:r>
          </a:p>
          <a:p>
            <a:pPr algn="l"/>
            <a:r>
              <a:rPr lang="en-AU" sz="1800" b="0" i="0" u="none" strike="noStrike" baseline="0" dirty="0">
                <a:latin typeface="ArialMT"/>
              </a:rPr>
              <a:t>• </a:t>
            </a:r>
            <a:r>
              <a:rPr lang="en-AU" sz="1800" b="0" i="0" u="none" strike="noStrike" baseline="0" dirty="0">
                <a:latin typeface="Calibri" panose="020F0502020204030204" pitchFamily="34" charset="0"/>
              </a:rPr>
              <a:t>The availability of</a:t>
            </a:r>
          </a:p>
          <a:p>
            <a:pPr algn="l"/>
            <a:r>
              <a:rPr lang="en-AU" sz="1800" b="0" i="0" u="none" strike="noStrike" baseline="0" dirty="0">
                <a:latin typeface="Calibri" panose="020F0502020204030204" pitchFamily="34" charset="0"/>
              </a:rPr>
              <a:t>electricity, gas, sewer,</a:t>
            </a:r>
          </a:p>
          <a:p>
            <a:pPr algn="l"/>
            <a:r>
              <a:rPr lang="en-AU" sz="1800" b="0" i="0" u="none" strike="noStrike" baseline="0" dirty="0">
                <a:latin typeface="Calibri" panose="020F0502020204030204" pitchFamily="34" charset="0"/>
              </a:rPr>
              <a:t>storm water drain, water,</a:t>
            </a:r>
          </a:p>
          <a:p>
            <a:pPr algn="l"/>
            <a:r>
              <a:rPr lang="en-AU" sz="1800" b="0" i="0" u="none" strike="noStrike" baseline="0" dirty="0">
                <a:latin typeface="Calibri" panose="020F0502020204030204" pitchFamily="34" charset="0"/>
              </a:rPr>
              <a:t>telephone, etc.</a:t>
            </a:r>
            <a:endParaRPr lang="en-AU" dirty="0"/>
          </a:p>
        </p:txBody>
      </p:sp>
      <p:pic>
        <p:nvPicPr>
          <p:cNvPr id="6" name="Picture 5">
            <a:extLst>
              <a:ext uri="{FF2B5EF4-FFF2-40B4-BE49-F238E27FC236}">
                <a16:creationId xmlns:a16="http://schemas.microsoft.com/office/drawing/2014/main" id="{1C87D70D-C67C-6467-FBF2-43E22DDF16AC}"/>
              </a:ext>
            </a:extLst>
          </p:cNvPr>
          <p:cNvPicPr>
            <a:picLocks noChangeAspect="1"/>
          </p:cNvPicPr>
          <p:nvPr/>
        </p:nvPicPr>
        <p:blipFill>
          <a:blip r:embed="rId3"/>
          <a:stretch>
            <a:fillRect/>
          </a:stretch>
        </p:blipFill>
        <p:spPr>
          <a:xfrm>
            <a:off x="649062" y="1320058"/>
            <a:ext cx="2445053" cy="1675544"/>
          </a:xfrm>
          <a:prstGeom prst="rect">
            <a:avLst/>
          </a:prstGeom>
        </p:spPr>
      </p:pic>
      <p:pic>
        <p:nvPicPr>
          <p:cNvPr id="9" name="Picture 8">
            <a:extLst>
              <a:ext uri="{FF2B5EF4-FFF2-40B4-BE49-F238E27FC236}">
                <a16:creationId xmlns:a16="http://schemas.microsoft.com/office/drawing/2014/main" id="{7B1E68D1-E6B2-0287-06D2-AA5040699384}"/>
              </a:ext>
            </a:extLst>
          </p:cNvPr>
          <p:cNvPicPr>
            <a:picLocks noChangeAspect="1"/>
          </p:cNvPicPr>
          <p:nvPr/>
        </p:nvPicPr>
        <p:blipFill>
          <a:blip r:embed="rId4"/>
          <a:stretch>
            <a:fillRect/>
          </a:stretch>
        </p:blipFill>
        <p:spPr>
          <a:xfrm>
            <a:off x="8022828" y="0"/>
            <a:ext cx="3830842" cy="6109951"/>
          </a:xfrm>
          <a:prstGeom prst="rect">
            <a:avLst/>
          </a:prstGeom>
        </p:spPr>
      </p:pic>
    </p:spTree>
    <p:extLst>
      <p:ext uri="{BB962C8B-B14F-4D97-AF65-F5344CB8AC3E}">
        <p14:creationId xmlns:p14="http://schemas.microsoft.com/office/powerpoint/2010/main" val="77842017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Content Placeholder 10">
            <a:extLst>
              <a:ext uri="{FF2B5EF4-FFF2-40B4-BE49-F238E27FC236}">
                <a16:creationId xmlns:a16="http://schemas.microsoft.com/office/drawing/2014/main" id="{372A4FFC-AFE9-FCA2-E44E-1A83E3BB60D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358118" y="0"/>
            <a:ext cx="4833257" cy="6838895"/>
          </a:xfrm>
        </p:spPr>
      </p:pic>
      <p:pic>
        <p:nvPicPr>
          <p:cNvPr id="15" name="Picture 14" descr="A map of a building&#10;&#10;Description automatically generated">
            <a:extLst>
              <a:ext uri="{FF2B5EF4-FFF2-40B4-BE49-F238E27FC236}">
                <a16:creationId xmlns:a16="http://schemas.microsoft.com/office/drawing/2014/main" id="{D7CC6C8C-D582-68D2-376C-A41C505C26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91375" y="0"/>
            <a:ext cx="5000625" cy="6858000"/>
          </a:xfrm>
          <a:prstGeom prst="rect">
            <a:avLst/>
          </a:prstGeom>
        </p:spPr>
      </p:pic>
      <p:sp>
        <p:nvSpPr>
          <p:cNvPr id="2" name="Title 1">
            <a:extLst>
              <a:ext uri="{FF2B5EF4-FFF2-40B4-BE49-F238E27FC236}">
                <a16:creationId xmlns:a16="http://schemas.microsoft.com/office/drawing/2014/main" id="{97A1F82A-4907-8496-9B51-627A80A52E93}"/>
              </a:ext>
            </a:extLst>
          </p:cNvPr>
          <p:cNvSpPr>
            <a:spLocks noGrp="1"/>
          </p:cNvSpPr>
          <p:nvPr>
            <p:ph type="title"/>
          </p:nvPr>
        </p:nvSpPr>
        <p:spPr>
          <a:xfrm>
            <a:off x="0" y="7653"/>
            <a:ext cx="3243943" cy="1325563"/>
          </a:xfrm>
        </p:spPr>
        <p:txBody>
          <a:bodyPr/>
          <a:lstStyle/>
          <a:p>
            <a:r>
              <a:rPr lang="en-AU" dirty="0"/>
              <a:t>Landscape and Parking</a:t>
            </a:r>
          </a:p>
        </p:txBody>
      </p:sp>
      <p:sp>
        <p:nvSpPr>
          <p:cNvPr id="4" name="TextBox 3">
            <a:extLst>
              <a:ext uri="{FF2B5EF4-FFF2-40B4-BE49-F238E27FC236}">
                <a16:creationId xmlns:a16="http://schemas.microsoft.com/office/drawing/2014/main" id="{9D353EE2-F675-DA98-3755-6991A8BC7F23}"/>
              </a:ext>
            </a:extLst>
          </p:cNvPr>
          <p:cNvSpPr txBox="1"/>
          <p:nvPr/>
        </p:nvSpPr>
        <p:spPr>
          <a:xfrm>
            <a:off x="223709" y="6323542"/>
            <a:ext cx="6221186" cy="369332"/>
          </a:xfrm>
          <a:prstGeom prst="rect">
            <a:avLst/>
          </a:prstGeom>
          <a:noFill/>
        </p:spPr>
        <p:txBody>
          <a:bodyPr wrap="square">
            <a:spAutoFit/>
          </a:bodyPr>
          <a:lstStyle/>
          <a:p>
            <a:pPr marL="0" indent="0" algn="l">
              <a:buNone/>
            </a:pPr>
            <a:r>
              <a:rPr lang="en-AU" sz="1800" dirty="0"/>
              <a:t>Source: Pinterest</a:t>
            </a:r>
          </a:p>
        </p:txBody>
      </p:sp>
    </p:spTree>
    <p:extLst>
      <p:ext uri="{BB962C8B-B14F-4D97-AF65-F5344CB8AC3E}">
        <p14:creationId xmlns:p14="http://schemas.microsoft.com/office/powerpoint/2010/main" val="376906320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404843E-1176-7117-14F5-3C6674960FD6}"/>
              </a:ext>
            </a:extLst>
          </p:cNvPr>
          <p:cNvSpPr>
            <a:spLocks noGrp="1"/>
          </p:cNvSpPr>
          <p:nvPr>
            <p:ph type="body" sz="half" idx="2"/>
          </p:nvPr>
        </p:nvSpPr>
        <p:spPr/>
        <p:txBody>
          <a:bodyPr>
            <a:normAutofit/>
          </a:bodyPr>
          <a:lstStyle/>
          <a:p>
            <a:pPr marL="342900" indent="-342900">
              <a:buFont typeface="Arial" panose="020B0604020202020204" pitchFamily="34" charset="0"/>
              <a:buChar char="•"/>
            </a:pPr>
            <a:r>
              <a:rPr lang="en-US" altLang="zh-CN" b="1" dirty="0"/>
              <a:t>Step 1: </a:t>
            </a:r>
            <a:r>
              <a:rPr lang="en-US" altLang="zh-CN" dirty="0"/>
              <a:t>research all the regulations and zoning requirement.</a:t>
            </a:r>
          </a:p>
          <a:p>
            <a:pPr marL="342900" indent="-342900">
              <a:buFont typeface="Arial" panose="020B0604020202020204" pitchFamily="34" charset="0"/>
              <a:buChar char="•"/>
            </a:pPr>
            <a:r>
              <a:rPr lang="en-US" altLang="zh-CN" b="1" dirty="0"/>
              <a:t>Step 2: </a:t>
            </a:r>
            <a:r>
              <a:rPr lang="en-US" altLang="zh-CN" dirty="0"/>
              <a:t>respond to the clients, project needs and site analysis and produce design drawings. Architects may start with site, massing, concept, floor plan, programming, space, modelling </a:t>
            </a:r>
            <a:r>
              <a:rPr lang="en-US" altLang="zh-CN" dirty="0" err="1"/>
              <a:t>etc</a:t>
            </a:r>
            <a:r>
              <a:rPr lang="en-US" altLang="zh-CN" dirty="0"/>
              <a:t> …. You will be exposed to a range of design tools in this unit. </a:t>
            </a:r>
          </a:p>
          <a:p>
            <a:pPr marL="342900" indent="-342900">
              <a:buFont typeface="Arial" panose="020B0604020202020204" pitchFamily="34" charset="0"/>
              <a:buChar char="•"/>
            </a:pPr>
            <a:r>
              <a:rPr lang="en-US" altLang="zh-CN" b="1" dirty="0"/>
              <a:t>Step 3: </a:t>
            </a:r>
            <a:r>
              <a:rPr lang="en-US" altLang="zh-CN" dirty="0"/>
              <a:t>initial drawing based on the design solutions while satisfy step 1 and 2. Usually, an initial site plan is required to guide the design process. However, the initial site plan can change as design progresses.</a:t>
            </a:r>
          </a:p>
          <a:p>
            <a:pPr marL="342900" indent="-342900">
              <a:buFont typeface="Arial" panose="020B0604020202020204" pitchFamily="34" charset="0"/>
              <a:buChar char="•"/>
            </a:pPr>
            <a:r>
              <a:rPr lang="en-US" altLang="zh-CN" dirty="0"/>
              <a:t>Hand sketch </a:t>
            </a:r>
            <a:r>
              <a:rPr lang="en-US" altLang="zh-CN" dirty="0" err="1"/>
              <a:t>v.s</a:t>
            </a:r>
            <a:r>
              <a:rPr lang="en-US" altLang="zh-CN" dirty="0"/>
              <a:t>. digital</a:t>
            </a:r>
            <a:r>
              <a:rPr lang="en-AU" altLang="zh-CN" dirty="0"/>
              <a:t> (at this early stage of the unit, we ask you to hand sketch your site plan; for the final project, you will learn to use digital tools for site plan production)</a:t>
            </a:r>
          </a:p>
          <a:p>
            <a:pPr marL="342900" indent="-342900">
              <a:buFont typeface="Arial" panose="020B0604020202020204" pitchFamily="34" charset="0"/>
              <a:buChar char="•"/>
            </a:pPr>
            <a:r>
              <a:rPr lang="en-AU" altLang="zh-CN" b="1" dirty="0"/>
              <a:t>Step 4: </a:t>
            </a:r>
            <a:r>
              <a:rPr lang="en-AU" altLang="zh-CN" dirty="0"/>
              <a:t>drawing refinement (you might be going back and forth due to the change of the elevation, floor plan and other design elements) - use pencil first </a:t>
            </a:r>
            <a:endParaRPr lang="en-US" altLang="zh-CN" dirty="0"/>
          </a:p>
        </p:txBody>
      </p:sp>
      <p:sp>
        <p:nvSpPr>
          <p:cNvPr id="2" name="Title 1">
            <a:extLst>
              <a:ext uri="{FF2B5EF4-FFF2-40B4-BE49-F238E27FC236}">
                <a16:creationId xmlns:a16="http://schemas.microsoft.com/office/drawing/2014/main" id="{8BC8F465-1AB2-5E15-3139-04F8EDFA9F4A}"/>
              </a:ext>
            </a:extLst>
          </p:cNvPr>
          <p:cNvSpPr>
            <a:spLocks noGrp="1"/>
          </p:cNvSpPr>
          <p:nvPr>
            <p:ph type="title"/>
          </p:nvPr>
        </p:nvSpPr>
        <p:spPr/>
        <p:txBody>
          <a:bodyPr/>
          <a:lstStyle/>
          <a:p>
            <a:r>
              <a:rPr lang="en-US" altLang="zh-CN" dirty="0"/>
              <a:t>Steps</a:t>
            </a:r>
            <a:r>
              <a:rPr lang="en-AU" dirty="0"/>
              <a:t> for Site Plan Production </a:t>
            </a:r>
          </a:p>
        </p:txBody>
      </p:sp>
    </p:spTree>
    <p:extLst>
      <p:ext uri="{BB962C8B-B14F-4D97-AF65-F5344CB8AC3E}">
        <p14:creationId xmlns:p14="http://schemas.microsoft.com/office/powerpoint/2010/main" val="189784447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B678FD-7DA3-4054-62D7-604F89063899}"/>
              </a:ext>
            </a:extLst>
          </p:cNvPr>
          <p:cNvSpPr>
            <a:spLocks noGrp="1"/>
          </p:cNvSpPr>
          <p:nvPr>
            <p:ph type="title"/>
          </p:nvPr>
        </p:nvSpPr>
        <p:spPr/>
        <p:txBody>
          <a:bodyPr>
            <a:normAutofit/>
          </a:bodyPr>
          <a:lstStyle/>
          <a:p>
            <a:r>
              <a:rPr lang="en-AU" dirty="0"/>
              <a:t>Site Plan Samples from Other Pritzker Award Architects</a:t>
            </a:r>
          </a:p>
        </p:txBody>
      </p:sp>
      <p:pic>
        <p:nvPicPr>
          <p:cNvPr id="5" name="Content Placeholder 4">
            <a:extLst>
              <a:ext uri="{FF2B5EF4-FFF2-40B4-BE49-F238E27FC236}">
                <a16:creationId xmlns:a16="http://schemas.microsoft.com/office/drawing/2014/main" id="{602DA1AC-E8DC-E184-A1DA-EE28540312A8}"/>
              </a:ext>
            </a:extLst>
          </p:cNvPr>
          <p:cNvPicPr>
            <a:picLocks noGrp="1" noChangeAspect="1"/>
          </p:cNvPicPr>
          <p:nvPr>
            <p:ph idx="4294967295"/>
          </p:nvPr>
        </p:nvPicPr>
        <p:blipFill>
          <a:blip r:embed="rId2">
            <a:extLst>
              <a:ext uri="{28A0092B-C50C-407E-A947-70E740481C1C}">
                <a14:useLocalDpi xmlns:a14="http://schemas.microsoft.com/office/drawing/2010/main" val="0"/>
              </a:ext>
            </a:extLst>
          </a:blip>
          <a:stretch>
            <a:fillRect/>
          </a:stretch>
        </p:blipFill>
        <p:spPr>
          <a:xfrm>
            <a:off x="4800600" y="1036939"/>
            <a:ext cx="7181850" cy="5070475"/>
          </a:xfrm>
        </p:spPr>
      </p:pic>
      <p:sp>
        <p:nvSpPr>
          <p:cNvPr id="6" name="Title 1">
            <a:extLst>
              <a:ext uri="{FF2B5EF4-FFF2-40B4-BE49-F238E27FC236}">
                <a16:creationId xmlns:a16="http://schemas.microsoft.com/office/drawing/2014/main" id="{163B07CE-A25B-FFBD-7CBA-6A8B04D5FA87}"/>
              </a:ext>
            </a:extLst>
          </p:cNvPr>
          <p:cNvSpPr txBox="1">
            <a:spLocks/>
          </p:cNvSpPr>
          <p:nvPr/>
        </p:nvSpPr>
        <p:spPr>
          <a:xfrm>
            <a:off x="491924" y="787035"/>
            <a:ext cx="3543301" cy="187030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800" dirty="0"/>
              <a:t>Burkina Faso National Assembly and Memorial Park</a:t>
            </a:r>
          </a:p>
          <a:p>
            <a:endParaRPr lang="en-US" sz="1800" dirty="0"/>
          </a:p>
          <a:p>
            <a:r>
              <a:rPr lang="en-AU" sz="1800" dirty="0" err="1"/>
              <a:t>Diébédo</a:t>
            </a:r>
            <a:r>
              <a:rPr lang="en-AU" sz="1800" dirty="0"/>
              <a:t> Francis </a:t>
            </a:r>
            <a:r>
              <a:rPr lang="en-AU" sz="1800" dirty="0" err="1"/>
              <a:t>Kéré</a:t>
            </a:r>
            <a:endParaRPr lang="en-AU" sz="1800" dirty="0"/>
          </a:p>
        </p:txBody>
      </p:sp>
      <p:pic>
        <p:nvPicPr>
          <p:cNvPr id="8" name="Picture 7">
            <a:extLst>
              <a:ext uri="{FF2B5EF4-FFF2-40B4-BE49-F238E27FC236}">
                <a16:creationId xmlns:a16="http://schemas.microsoft.com/office/drawing/2014/main" id="{31AB505F-3AD2-1E48-0E6F-6263F50252B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5666" y="2943774"/>
            <a:ext cx="4229660" cy="1870303"/>
          </a:xfrm>
          <a:prstGeom prst="rect">
            <a:avLst/>
          </a:prstGeom>
        </p:spPr>
      </p:pic>
      <p:sp>
        <p:nvSpPr>
          <p:cNvPr id="4" name="TextBox 3">
            <a:extLst>
              <a:ext uri="{FF2B5EF4-FFF2-40B4-BE49-F238E27FC236}">
                <a16:creationId xmlns:a16="http://schemas.microsoft.com/office/drawing/2014/main" id="{EB79CC18-C093-E0FB-455C-2387BCDEF97E}"/>
              </a:ext>
            </a:extLst>
          </p:cNvPr>
          <p:cNvSpPr txBox="1"/>
          <p:nvPr/>
        </p:nvSpPr>
        <p:spPr>
          <a:xfrm>
            <a:off x="10422186" y="5968914"/>
            <a:ext cx="2119992" cy="276999"/>
          </a:xfrm>
          <a:prstGeom prst="rect">
            <a:avLst/>
          </a:prstGeom>
          <a:noFill/>
        </p:spPr>
        <p:txBody>
          <a:bodyPr wrap="square">
            <a:spAutoFit/>
          </a:bodyPr>
          <a:lstStyle/>
          <a:p>
            <a:pPr marL="0" indent="0" algn="l">
              <a:buNone/>
            </a:pPr>
            <a:r>
              <a:rPr lang="en-AU" sz="1200" dirty="0"/>
              <a:t>Source: </a:t>
            </a:r>
            <a:r>
              <a:rPr lang="en-AU" sz="1200" dirty="0" err="1"/>
              <a:t>ArchDaily</a:t>
            </a:r>
            <a:endParaRPr lang="en-AU" sz="1200" dirty="0"/>
          </a:p>
        </p:txBody>
      </p:sp>
    </p:spTree>
    <p:extLst>
      <p:ext uri="{BB962C8B-B14F-4D97-AF65-F5344CB8AC3E}">
        <p14:creationId xmlns:p14="http://schemas.microsoft.com/office/powerpoint/2010/main" val="104883787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0D5DFF-0DF9-0676-5BB5-B4F95D8B46FE}"/>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E6103B01-3677-63BE-CC2C-E256B2D75EEE}"/>
              </a:ext>
            </a:extLst>
          </p:cNvPr>
          <p:cNvSpPr txBox="1">
            <a:spLocks/>
          </p:cNvSpPr>
          <p:nvPr/>
        </p:nvSpPr>
        <p:spPr>
          <a:xfrm>
            <a:off x="1280450" y="3575066"/>
            <a:ext cx="3543301" cy="187030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AU" sz="1800" b="1" dirty="0"/>
              <a:t>BVK Headquarters </a:t>
            </a:r>
          </a:p>
          <a:p>
            <a:endParaRPr lang="en-AU" sz="1800" b="1" dirty="0"/>
          </a:p>
          <a:p>
            <a:r>
              <a:rPr lang="en-AU" sz="1800" b="1" dirty="0"/>
              <a:t>David Chipperfield</a:t>
            </a:r>
          </a:p>
        </p:txBody>
      </p:sp>
      <p:pic>
        <p:nvPicPr>
          <p:cNvPr id="10" name="Content Placeholder 9" descr="A aerial view of a building&#10;&#10;Description automatically generated">
            <a:extLst>
              <a:ext uri="{FF2B5EF4-FFF2-40B4-BE49-F238E27FC236}">
                <a16:creationId xmlns:a16="http://schemas.microsoft.com/office/drawing/2014/main" id="{61A49F8A-5196-D831-6950-49373E80D971}"/>
              </a:ext>
            </a:extLst>
          </p:cNvPr>
          <p:cNvPicPr>
            <a:picLocks noGrp="1" noChangeAspect="1"/>
          </p:cNvPicPr>
          <p:nvPr>
            <p:ph idx="4294967295"/>
          </p:nvPr>
        </p:nvPicPr>
        <p:blipFill>
          <a:blip r:embed="rId2">
            <a:extLst>
              <a:ext uri="{28A0092B-C50C-407E-A947-70E740481C1C}">
                <a14:useLocalDpi xmlns:a14="http://schemas.microsoft.com/office/drawing/2010/main" val="0"/>
              </a:ext>
            </a:extLst>
          </a:blip>
          <a:stretch>
            <a:fillRect/>
          </a:stretch>
        </p:blipFill>
        <p:spPr>
          <a:xfrm>
            <a:off x="5048250" y="374454"/>
            <a:ext cx="6934200" cy="4903787"/>
          </a:xfrm>
        </p:spPr>
      </p:pic>
      <p:pic>
        <p:nvPicPr>
          <p:cNvPr id="12" name="Picture 11">
            <a:extLst>
              <a:ext uri="{FF2B5EF4-FFF2-40B4-BE49-F238E27FC236}">
                <a16:creationId xmlns:a16="http://schemas.microsoft.com/office/drawing/2014/main" id="{4C621754-A330-EEEB-2D76-CFFDF2DB59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2900" y="374454"/>
            <a:ext cx="4392168" cy="3273727"/>
          </a:xfrm>
          <a:prstGeom prst="rect">
            <a:avLst/>
          </a:prstGeom>
        </p:spPr>
      </p:pic>
      <p:sp>
        <p:nvSpPr>
          <p:cNvPr id="2" name="TextBox 1">
            <a:extLst>
              <a:ext uri="{FF2B5EF4-FFF2-40B4-BE49-F238E27FC236}">
                <a16:creationId xmlns:a16="http://schemas.microsoft.com/office/drawing/2014/main" id="{54502576-A7F8-607F-E9F6-716F9A8FC5BF}"/>
              </a:ext>
            </a:extLst>
          </p:cNvPr>
          <p:cNvSpPr txBox="1"/>
          <p:nvPr/>
        </p:nvSpPr>
        <p:spPr>
          <a:xfrm>
            <a:off x="9920332" y="5407296"/>
            <a:ext cx="2119992" cy="276999"/>
          </a:xfrm>
          <a:prstGeom prst="rect">
            <a:avLst/>
          </a:prstGeom>
          <a:noFill/>
        </p:spPr>
        <p:txBody>
          <a:bodyPr wrap="square">
            <a:spAutoFit/>
          </a:bodyPr>
          <a:lstStyle/>
          <a:p>
            <a:pPr marL="0" indent="0" algn="l">
              <a:buNone/>
            </a:pPr>
            <a:r>
              <a:rPr lang="en-AU" sz="1200" dirty="0"/>
              <a:t>Source: </a:t>
            </a:r>
            <a:r>
              <a:rPr lang="en-AU" sz="1200" dirty="0" err="1"/>
              <a:t>ArchDaily</a:t>
            </a:r>
            <a:endParaRPr lang="en-AU" sz="1200" dirty="0"/>
          </a:p>
        </p:txBody>
      </p:sp>
    </p:spTree>
    <p:extLst>
      <p:ext uri="{BB962C8B-B14F-4D97-AF65-F5344CB8AC3E}">
        <p14:creationId xmlns:p14="http://schemas.microsoft.com/office/powerpoint/2010/main" val="356073295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ABE859-698E-42CC-F97C-77B5DEF2AA06}"/>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CC93F932-F0EA-B255-D5CF-A270716931D9}"/>
              </a:ext>
            </a:extLst>
          </p:cNvPr>
          <p:cNvSpPr txBox="1">
            <a:spLocks/>
          </p:cNvSpPr>
          <p:nvPr/>
        </p:nvSpPr>
        <p:spPr>
          <a:xfrm>
            <a:off x="279400" y="3527840"/>
            <a:ext cx="3543301" cy="187030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AU" sz="1800" b="1" dirty="0"/>
              <a:t>European Patent Office </a:t>
            </a:r>
          </a:p>
          <a:p>
            <a:endParaRPr lang="en-AU" sz="1800" b="1" dirty="0"/>
          </a:p>
          <a:p>
            <a:r>
              <a:rPr lang="en-AU" sz="1800" b="1" dirty="0"/>
              <a:t>Jean Nouvel</a:t>
            </a:r>
          </a:p>
        </p:txBody>
      </p:sp>
      <p:pic>
        <p:nvPicPr>
          <p:cNvPr id="5" name="Content Placeholder 4" descr="Aerial view of a building&#10;&#10;Description automatically generated">
            <a:extLst>
              <a:ext uri="{FF2B5EF4-FFF2-40B4-BE49-F238E27FC236}">
                <a16:creationId xmlns:a16="http://schemas.microsoft.com/office/drawing/2014/main" id="{C12E9F53-44D0-AFB6-7AF1-62AEAB2B7C29}"/>
              </a:ext>
            </a:extLst>
          </p:cNvPr>
          <p:cNvPicPr>
            <a:picLocks noGrp="1" noChangeAspect="1"/>
          </p:cNvPicPr>
          <p:nvPr>
            <p:ph idx="4294967295"/>
          </p:nvPr>
        </p:nvPicPr>
        <p:blipFill>
          <a:blip r:embed="rId2">
            <a:extLst>
              <a:ext uri="{28A0092B-C50C-407E-A947-70E740481C1C}">
                <a14:useLocalDpi xmlns:a14="http://schemas.microsoft.com/office/drawing/2010/main" val="0"/>
              </a:ext>
            </a:extLst>
          </a:blip>
          <a:stretch>
            <a:fillRect/>
          </a:stretch>
        </p:blipFill>
        <p:spPr>
          <a:xfrm>
            <a:off x="4335523" y="381103"/>
            <a:ext cx="7780523" cy="5493049"/>
          </a:xfrm>
        </p:spPr>
      </p:pic>
      <p:pic>
        <p:nvPicPr>
          <p:cNvPr id="8" name="Picture 7" descr="A large building with scaffolding&#10;&#10;Description automatically generated">
            <a:extLst>
              <a:ext uri="{FF2B5EF4-FFF2-40B4-BE49-F238E27FC236}">
                <a16:creationId xmlns:a16="http://schemas.microsoft.com/office/drawing/2014/main" id="{774A913B-F3A2-0A3E-96AE-5B042F5DB00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954" y="879676"/>
            <a:ext cx="4038600" cy="2019300"/>
          </a:xfrm>
          <a:prstGeom prst="rect">
            <a:avLst/>
          </a:prstGeom>
        </p:spPr>
      </p:pic>
      <p:sp>
        <p:nvSpPr>
          <p:cNvPr id="2" name="TextBox 1">
            <a:extLst>
              <a:ext uri="{FF2B5EF4-FFF2-40B4-BE49-F238E27FC236}">
                <a16:creationId xmlns:a16="http://schemas.microsoft.com/office/drawing/2014/main" id="{157D3F31-00EA-2F6E-539D-CBC70FB8CE40}"/>
              </a:ext>
            </a:extLst>
          </p:cNvPr>
          <p:cNvSpPr txBox="1"/>
          <p:nvPr/>
        </p:nvSpPr>
        <p:spPr>
          <a:xfrm>
            <a:off x="10730559" y="5882652"/>
            <a:ext cx="2119992" cy="276999"/>
          </a:xfrm>
          <a:prstGeom prst="rect">
            <a:avLst/>
          </a:prstGeom>
          <a:noFill/>
        </p:spPr>
        <p:txBody>
          <a:bodyPr wrap="square">
            <a:spAutoFit/>
          </a:bodyPr>
          <a:lstStyle/>
          <a:p>
            <a:pPr marL="0" indent="0" algn="l">
              <a:buNone/>
            </a:pPr>
            <a:r>
              <a:rPr lang="en-AU" sz="1200" dirty="0"/>
              <a:t>Source: </a:t>
            </a:r>
            <a:r>
              <a:rPr lang="en-AU" sz="1200" dirty="0" err="1"/>
              <a:t>ArchDaily</a:t>
            </a:r>
            <a:endParaRPr lang="en-AU" sz="1200" dirty="0"/>
          </a:p>
        </p:txBody>
      </p:sp>
    </p:spTree>
    <p:extLst>
      <p:ext uri="{BB962C8B-B14F-4D97-AF65-F5344CB8AC3E}">
        <p14:creationId xmlns:p14="http://schemas.microsoft.com/office/powerpoint/2010/main" val="203273009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314488-2103-1666-571E-5AA09820E836}"/>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38F6B9E9-41BD-8088-A7B9-50399F294535}"/>
              </a:ext>
            </a:extLst>
          </p:cNvPr>
          <p:cNvSpPr txBox="1">
            <a:spLocks/>
          </p:cNvSpPr>
          <p:nvPr/>
        </p:nvSpPr>
        <p:spPr>
          <a:xfrm>
            <a:off x="1186961" y="3531105"/>
            <a:ext cx="3543301" cy="187030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AU" sz="1800" b="1" dirty="0"/>
              <a:t>Rachofsky House</a:t>
            </a:r>
          </a:p>
          <a:p>
            <a:endParaRPr lang="en-AU" sz="1800" b="1" dirty="0"/>
          </a:p>
          <a:p>
            <a:r>
              <a:rPr lang="en-AU" sz="1800" b="1" dirty="0"/>
              <a:t>Richard Meier</a:t>
            </a:r>
          </a:p>
        </p:txBody>
      </p:sp>
      <p:pic>
        <p:nvPicPr>
          <p:cNvPr id="7" name="Content Placeholder 6" descr="A drawing of a house&#10;&#10;Description automatically generated">
            <a:extLst>
              <a:ext uri="{FF2B5EF4-FFF2-40B4-BE49-F238E27FC236}">
                <a16:creationId xmlns:a16="http://schemas.microsoft.com/office/drawing/2014/main" id="{67EC555D-F3F1-3D91-25C1-1744DEFB9096}"/>
              </a:ext>
            </a:extLst>
          </p:cNvPr>
          <p:cNvPicPr>
            <a:picLocks noGrp="1" noChangeAspect="1"/>
          </p:cNvPicPr>
          <p:nvPr>
            <p:ph idx="4294967295"/>
          </p:nvPr>
        </p:nvPicPr>
        <p:blipFill>
          <a:blip r:embed="rId2">
            <a:extLst>
              <a:ext uri="{28A0092B-C50C-407E-A947-70E740481C1C}">
                <a14:useLocalDpi xmlns:a14="http://schemas.microsoft.com/office/drawing/2010/main" val="0"/>
              </a:ext>
            </a:extLst>
          </a:blip>
          <a:stretch>
            <a:fillRect/>
          </a:stretch>
        </p:blipFill>
        <p:spPr>
          <a:xfrm>
            <a:off x="4800600" y="111538"/>
            <a:ext cx="7083507" cy="5224391"/>
          </a:xfrm>
        </p:spPr>
      </p:pic>
      <p:pic>
        <p:nvPicPr>
          <p:cNvPr id="9" name="Picture 8" descr="A modern house with glass walls&#10;&#10;Description automatically generated">
            <a:extLst>
              <a:ext uri="{FF2B5EF4-FFF2-40B4-BE49-F238E27FC236}">
                <a16:creationId xmlns:a16="http://schemas.microsoft.com/office/drawing/2014/main" id="{D712D082-858C-FB9F-9E4B-A6BE5F0522A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369" y="106502"/>
            <a:ext cx="4575763" cy="3257550"/>
          </a:xfrm>
          <a:prstGeom prst="rect">
            <a:avLst/>
          </a:prstGeom>
        </p:spPr>
      </p:pic>
      <p:sp>
        <p:nvSpPr>
          <p:cNvPr id="2" name="TextBox 1">
            <a:extLst>
              <a:ext uri="{FF2B5EF4-FFF2-40B4-BE49-F238E27FC236}">
                <a16:creationId xmlns:a16="http://schemas.microsoft.com/office/drawing/2014/main" id="{7982E501-D3F6-19AA-4B0E-099CB25D0DA3}"/>
              </a:ext>
            </a:extLst>
          </p:cNvPr>
          <p:cNvSpPr txBox="1"/>
          <p:nvPr/>
        </p:nvSpPr>
        <p:spPr>
          <a:xfrm>
            <a:off x="10510640" y="5335929"/>
            <a:ext cx="2119992" cy="276999"/>
          </a:xfrm>
          <a:prstGeom prst="rect">
            <a:avLst/>
          </a:prstGeom>
          <a:noFill/>
        </p:spPr>
        <p:txBody>
          <a:bodyPr wrap="square">
            <a:spAutoFit/>
          </a:bodyPr>
          <a:lstStyle/>
          <a:p>
            <a:pPr marL="0" indent="0" algn="l">
              <a:buNone/>
            </a:pPr>
            <a:r>
              <a:rPr lang="en-AU" sz="1200" dirty="0"/>
              <a:t>Source: </a:t>
            </a:r>
            <a:r>
              <a:rPr lang="en-AU" sz="1200" dirty="0" err="1"/>
              <a:t>ArchDaily</a:t>
            </a:r>
            <a:endParaRPr lang="en-AU" sz="1200" dirty="0"/>
          </a:p>
        </p:txBody>
      </p:sp>
    </p:spTree>
    <p:extLst>
      <p:ext uri="{BB962C8B-B14F-4D97-AF65-F5344CB8AC3E}">
        <p14:creationId xmlns:p14="http://schemas.microsoft.com/office/powerpoint/2010/main" val="88379403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C55483-67CD-075D-6577-579EFCD3C658}"/>
            </a:ext>
          </a:extLst>
        </p:cNvPr>
        <p:cNvGrpSpPr/>
        <p:nvPr/>
      </p:nvGrpSpPr>
      <p:grpSpPr>
        <a:xfrm>
          <a:off x="0" y="0"/>
          <a:ext cx="0" cy="0"/>
          <a:chOff x="0" y="0"/>
          <a:chExt cx="0" cy="0"/>
        </a:xfrm>
      </p:grpSpPr>
      <p:sp>
        <p:nvSpPr>
          <p:cNvPr id="7" name="Title 5">
            <a:extLst>
              <a:ext uri="{FF2B5EF4-FFF2-40B4-BE49-F238E27FC236}">
                <a16:creationId xmlns:a16="http://schemas.microsoft.com/office/drawing/2014/main" id="{AE74828B-ACBD-99D4-A656-BC62B2ADDE03}"/>
              </a:ext>
            </a:extLst>
          </p:cNvPr>
          <p:cNvSpPr txBox="1">
            <a:spLocks/>
          </p:cNvSpPr>
          <p:nvPr/>
        </p:nvSpPr>
        <p:spPr>
          <a:xfrm>
            <a:off x="1570940" y="2790391"/>
            <a:ext cx="10515600" cy="443198"/>
          </a:xfrm>
          <a:prstGeom prst="rect">
            <a:avLst/>
          </a:prstGeom>
        </p:spPr>
        <p:txBody>
          <a:bodyPr vert="horz" wrap="square" lIns="0" tIns="0" rIns="0" bIns="0" rtlCol="0" anchor="t" anchorCtr="0">
            <a:spAutoFit/>
          </a:bodyPr>
          <a:lstStyle>
            <a:lvl1pPr algn="l" defTabSz="914354" rtl="0" eaLnBrk="1" latinLnBrk="0" hangingPunct="1">
              <a:lnSpc>
                <a:spcPct val="90000"/>
              </a:lnSpc>
              <a:spcBef>
                <a:spcPct val="0"/>
              </a:spcBef>
              <a:buNone/>
              <a:defRPr sz="3200" b="1" i="0" kern="1200">
                <a:solidFill>
                  <a:schemeClr val="tx1"/>
                </a:solidFill>
                <a:latin typeface="Arial" panose="020B0604020202020204" pitchFamily="34" charset="0"/>
                <a:ea typeface="+mj-ea"/>
                <a:cs typeface="Arial" panose="020B0604020202020204" pitchFamily="34" charset="0"/>
              </a:defRPr>
            </a:lvl1pPr>
          </a:lstStyle>
          <a:p>
            <a:r>
              <a:rPr lang="en-US" dirty="0"/>
              <a:t>Activity 4: </a:t>
            </a:r>
            <a:r>
              <a:rPr lang="en-AU" dirty="0"/>
              <a:t>Site Plan Sketch</a:t>
            </a:r>
            <a:endParaRPr lang="en-US" dirty="0"/>
          </a:p>
        </p:txBody>
      </p:sp>
    </p:spTree>
    <p:extLst>
      <p:ext uri="{BB962C8B-B14F-4D97-AF65-F5344CB8AC3E}">
        <p14:creationId xmlns:p14="http://schemas.microsoft.com/office/powerpoint/2010/main" val="381354642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F9916F8-77B9-0744-B45D-3456AE466A59}"/>
              </a:ext>
            </a:extLst>
          </p:cNvPr>
          <p:cNvSpPr>
            <a:spLocks noGrp="1"/>
          </p:cNvSpPr>
          <p:nvPr>
            <p:ph type="body" sz="half" idx="2"/>
          </p:nvPr>
        </p:nvSpPr>
        <p:spPr>
          <a:xfrm>
            <a:off x="358243" y="1464476"/>
            <a:ext cx="11456485" cy="4437560"/>
          </a:xfrm>
        </p:spPr>
        <p:txBody>
          <a:bodyPr/>
          <a:lstStyle/>
          <a:p>
            <a:pPr marL="342900" indent="-342900">
              <a:lnSpc>
                <a:spcPct val="107000"/>
              </a:lnSpc>
              <a:spcAft>
                <a:spcPts val="800"/>
              </a:spcAft>
              <a:buFont typeface="Arial" panose="020B0604020202020204" pitchFamily="34" charset="0"/>
              <a:buChar char="•"/>
            </a:pPr>
            <a:r>
              <a:rPr lang="en-AU" sz="2000" kern="100" dirty="0">
                <a:effectLst/>
                <a:latin typeface="Calibri" panose="020F0502020204030204" pitchFamily="34" charset="0"/>
                <a:ea typeface="DengXian" panose="02010600030101010101" pitchFamily="2" charset="-122"/>
                <a:cs typeface="Times New Roman" panose="02020603050405020304" pitchFamily="18" charset="0"/>
              </a:rPr>
              <a:t>Arch Daily. (2025). </a:t>
            </a:r>
            <a:r>
              <a:rPr lang="en-AU" sz="2000" i="1" kern="100" dirty="0">
                <a:effectLst/>
                <a:latin typeface="Calibri" panose="020F0502020204030204" pitchFamily="34" charset="0"/>
                <a:ea typeface="DengXian" panose="02010600030101010101" pitchFamily="2" charset="-122"/>
                <a:cs typeface="Times New Roman" panose="02020603050405020304" pitchFamily="18" charset="0"/>
              </a:rPr>
              <a:t>Arch Daily Image</a:t>
            </a:r>
            <a:r>
              <a:rPr lang="en-AU" sz="2000" kern="100" dirty="0">
                <a:effectLst/>
                <a:latin typeface="Calibri" panose="020F0502020204030204" pitchFamily="34" charset="0"/>
                <a:ea typeface="DengXian" panose="02010600030101010101" pitchFamily="2" charset="-122"/>
                <a:cs typeface="Times New Roman" panose="02020603050405020304" pitchFamily="18" charset="0"/>
              </a:rPr>
              <a:t>. </a:t>
            </a:r>
            <a:r>
              <a:rPr lang="en-AU" sz="2000" kern="100" dirty="0">
                <a:effectLst/>
                <a:latin typeface="Calibri" panose="020F0502020204030204" pitchFamily="34" charset="0"/>
                <a:ea typeface="DengXian" panose="02010600030101010101" pitchFamily="2" charset="-122"/>
                <a:cs typeface="Times New Roman" panose="02020603050405020304" pitchFamily="18" charset="0"/>
                <a:hlinkClick r:id="rId2"/>
              </a:rPr>
              <a:t>https://www.archdaily.com/</a:t>
            </a:r>
            <a:endParaRPr lang="en-AU" kern="100" dirty="0">
              <a:latin typeface="Calibri" panose="020F0502020204030204" pitchFamily="34" charset="0"/>
              <a:ea typeface="DengXian" panose="02010600030101010101" pitchFamily="2" charset="-122"/>
              <a:cs typeface="Times New Roman" panose="02020603050405020304" pitchFamily="18" charset="0"/>
            </a:endParaRPr>
          </a:p>
          <a:p>
            <a:pPr marL="342900" indent="-342900">
              <a:lnSpc>
                <a:spcPct val="107000"/>
              </a:lnSpc>
              <a:spcAft>
                <a:spcPts val="800"/>
              </a:spcAft>
              <a:buFont typeface="Arial" panose="020B0604020202020204" pitchFamily="34" charset="0"/>
              <a:buChar char="•"/>
            </a:pPr>
            <a:r>
              <a:rPr lang="en-AU" sz="2000" kern="100" dirty="0">
                <a:effectLst/>
                <a:latin typeface="Calibri" panose="020F0502020204030204" pitchFamily="34" charset="0"/>
                <a:ea typeface="DengXian" panose="02010600030101010101" pitchFamily="2" charset="-122"/>
                <a:cs typeface="Times New Roman" panose="02020603050405020304" pitchFamily="18" charset="0"/>
              </a:rPr>
              <a:t>Pinterest. (2025). </a:t>
            </a:r>
            <a:r>
              <a:rPr lang="en-AU" sz="2000" i="1" kern="100" dirty="0">
                <a:effectLst/>
                <a:latin typeface="Calibri" panose="020F0502020204030204" pitchFamily="34" charset="0"/>
                <a:ea typeface="DengXian" panose="02010600030101010101" pitchFamily="2" charset="-122"/>
                <a:cs typeface="Times New Roman" panose="02020603050405020304" pitchFamily="18" charset="0"/>
              </a:rPr>
              <a:t>Pinterest Image. </a:t>
            </a:r>
            <a:r>
              <a:rPr lang="en-AU" sz="2000" kern="100" dirty="0">
                <a:effectLst/>
                <a:latin typeface="Calibri" panose="020F0502020204030204" pitchFamily="34" charset="0"/>
                <a:ea typeface="DengXian" panose="02010600030101010101" pitchFamily="2" charset="-122"/>
                <a:cs typeface="Times New Roman" panose="02020603050405020304" pitchFamily="18" charset="0"/>
                <a:hlinkClick r:id="rId3"/>
              </a:rPr>
              <a:t>https://www.pinterest.com/</a:t>
            </a:r>
            <a:endParaRPr lang="en-AU" kern="100" dirty="0">
              <a:latin typeface="Calibri" panose="020F0502020204030204" pitchFamily="34" charset="0"/>
              <a:ea typeface="DengXian" panose="02010600030101010101" pitchFamily="2" charset="-122"/>
              <a:cs typeface="Times New Roman" panose="02020603050405020304" pitchFamily="18" charset="0"/>
            </a:endParaRPr>
          </a:p>
          <a:p>
            <a:pPr marL="342900" indent="-342900">
              <a:lnSpc>
                <a:spcPct val="107000"/>
              </a:lnSpc>
              <a:spcAft>
                <a:spcPts val="800"/>
              </a:spcAft>
              <a:buFont typeface="Arial" panose="020B0604020202020204" pitchFamily="34" charset="0"/>
              <a:buChar char="•"/>
            </a:pPr>
            <a:r>
              <a:rPr lang="en-AU" sz="2000" kern="100" dirty="0">
                <a:effectLst/>
                <a:latin typeface="Calibri" panose="020F0502020204030204" pitchFamily="34" charset="0"/>
                <a:ea typeface="DengXian" panose="02010600030101010101" pitchFamily="2" charset="-122"/>
                <a:cs typeface="Times New Roman" panose="02020603050405020304" pitchFamily="18" charset="0"/>
              </a:rPr>
              <a:t>Zaha Hadid Architects. (2025). </a:t>
            </a:r>
            <a:r>
              <a:rPr lang="en-AU" sz="2000" i="1" kern="100" dirty="0">
                <a:effectLst/>
                <a:latin typeface="Calibri" panose="020F0502020204030204" pitchFamily="34" charset="0"/>
                <a:ea typeface="DengXian" panose="02010600030101010101" pitchFamily="2" charset="-122"/>
                <a:cs typeface="Times New Roman" panose="02020603050405020304" pitchFamily="18" charset="0"/>
              </a:rPr>
              <a:t>Zaha Hadid Archives. </a:t>
            </a:r>
            <a:r>
              <a:rPr lang="en-AU" sz="2000" kern="100" dirty="0">
                <a:effectLst/>
                <a:latin typeface="Calibri" panose="020F0502020204030204" pitchFamily="34" charset="0"/>
                <a:ea typeface="DengXian" panose="02010600030101010101" pitchFamily="2" charset="-122"/>
                <a:cs typeface="Times New Roman" panose="02020603050405020304" pitchFamily="18" charset="0"/>
                <a:hlinkClick r:id="rId4"/>
              </a:rPr>
              <a:t>https://www.zaha-hadid.com/archive/?type=architecture</a:t>
            </a:r>
            <a:endParaRPr lang="en-AU" sz="2000" kern="100" dirty="0">
              <a:effectLst/>
              <a:latin typeface="Calibri" panose="020F0502020204030204" pitchFamily="34" charset="0"/>
              <a:ea typeface="DengXian" panose="02010600030101010101" pitchFamily="2" charset="-122"/>
              <a:cs typeface="Times New Roman" panose="02020603050405020304" pitchFamily="18" charset="0"/>
            </a:endParaRPr>
          </a:p>
          <a:p>
            <a:pPr marL="342900" indent="-342900">
              <a:lnSpc>
                <a:spcPct val="107000"/>
              </a:lnSpc>
              <a:spcAft>
                <a:spcPts val="800"/>
              </a:spcAft>
              <a:buFont typeface="Arial" panose="020B0604020202020204" pitchFamily="34" charset="0"/>
              <a:buChar char="•"/>
            </a:pPr>
            <a:r>
              <a:rPr lang="en-AU" sz="2000" kern="100" dirty="0">
                <a:effectLst/>
                <a:latin typeface="Calibri" panose="020F0502020204030204" pitchFamily="34" charset="0"/>
                <a:ea typeface="DengXian" panose="02010600030101010101" pitchFamily="2" charset="-122"/>
                <a:cs typeface="Times New Roman" panose="02020603050405020304" pitchFamily="18" charset="0"/>
              </a:rPr>
              <a:t>Department of Transport and Planning. (2025). </a:t>
            </a:r>
            <a:r>
              <a:rPr lang="en-AU" sz="2000" i="1" kern="100" dirty="0">
                <a:effectLst/>
                <a:latin typeface="Calibri" panose="020F0502020204030204" pitchFamily="34" charset="0"/>
                <a:ea typeface="DengXian" panose="02010600030101010101" pitchFamily="2" charset="-122"/>
                <a:cs typeface="Times New Roman" panose="02020603050405020304" pitchFamily="18" charset="0"/>
              </a:rPr>
              <a:t>Planning Practice Notes.</a:t>
            </a:r>
            <a:r>
              <a:rPr lang="en-AU" sz="2000" kern="100" dirty="0">
                <a:effectLst/>
                <a:latin typeface="Calibri" panose="020F0502020204030204" pitchFamily="34" charset="0"/>
                <a:ea typeface="DengXian" panose="02010600030101010101" pitchFamily="2" charset="-122"/>
                <a:cs typeface="Times New Roman" panose="02020603050405020304" pitchFamily="18" charset="0"/>
              </a:rPr>
              <a:t> </a:t>
            </a:r>
            <a:r>
              <a:rPr lang="en-AU" sz="2000" u="sng" kern="100" dirty="0">
                <a:solidFill>
                  <a:srgbClr val="0563C1"/>
                </a:solidFill>
                <a:effectLst/>
                <a:latin typeface="Calibri" panose="020F0502020204030204" pitchFamily="34" charset="0"/>
                <a:ea typeface="DengXian" panose="02010600030101010101" pitchFamily="2" charset="-122"/>
                <a:cs typeface="Times New Roman" panose="02020603050405020304" pitchFamily="18" charset="0"/>
                <a:hlinkClick r:id="rId5"/>
              </a:rPr>
              <a:t>https://www.planning.vic.gov.au/guides-and-resources/guides/planning-practice-notes/understanding-the-residential-development-provisions</a:t>
            </a:r>
            <a:endParaRPr lang="en-AU" u="sng" kern="100" dirty="0">
              <a:solidFill>
                <a:srgbClr val="0563C1"/>
              </a:solidFill>
              <a:latin typeface="Calibri" panose="020F0502020204030204" pitchFamily="34" charset="0"/>
              <a:ea typeface="DengXian" panose="02010600030101010101" pitchFamily="2" charset="-122"/>
              <a:cs typeface="Times New Roman" panose="02020603050405020304" pitchFamily="18" charset="0"/>
            </a:endParaRPr>
          </a:p>
          <a:p>
            <a:pPr>
              <a:lnSpc>
                <a:spcPct val="107000"/>
              </a:lnSpc>
              <a:spcAft>
                <a:spcPts val="800"/>
              </a:spcAft>
            </a:pPr>
            <a:endParaRPr lang="en-AU" sz="2000" kern="100" dirty="0">
              <a:effectLst/>
              <a:latin typeface="Calibri" panose="020F0502020204030204" pitchFamily="34" charset="0"/>
              <a:ea typeface="DengXian" panose="02010600030101010101" pitchFamily="2" charset="-122"/>
              <a:cs typeface="Times New Roman" panose="02020603050405020304" pitchFamily="18" charset="0"/>
            </a:endParaRPr>
          </a:p>
          <a:p>
            <a:pPr marL="342900" indent="-342900">
              <a:lnSpc>
                <a:spcPct val="107000"/>
              </a:lnSpc>
              <a:spcAft>
                <a:spcPts val="800"/>
              </a:spcAft>
              <a:buFont typeface="Arial" panose="020B0604020202020204" pitchFamily="34" charset="0"/>
              <a:buChar char="•"/>
            </a:pPr>
            <a:endParaRPr lang="en-AU" sz="2000" kern="100" dirty="0">
              <a:effectLst/>
              <a:latin typeface="Calibri" panose="020F0502020204030204" pitchFamily="34" charset="0"/>
              <a:ea typeface="DengXian" panose="02010600030101010101" pitchFamily="2" charset="-122"/>
              <a:cs typeface="Times New Roman" panose="02020603050405020304" pitchFamily="18" charset="0"/>
            </a:endParaRPr>
          </a:p>
          <a:p>
            <a:pPr>
              <a:lnSpc>
                <a:spcPct val="100000"/>
              </a:lnSpc>
            </a:pPr>
            <a:endParaRPr lang="en-US" dirty="0"/>
          </a:p>
        </p:txBody>
      </p:sp>
      <p:sp>
        <p:nvSpPr>
          <p:cNvPr id="5" name="Title 1">
            <a:extLst>
              <a:ext uri="{FF2B5EF4-FFF2-40B4-BE49-F238E27FC236}">
                <a16:creationId xmlns:a16="http://schemas.microsoft.com/office/drawing/2014/main" id="{E377CE3D-477D-2F7B-FA12-986682D89A8E}"/>
              </a:ext>
            </a:extLst>
          </p:cNvPr>
          <p:cNvSpPr txBox="1">
            <a:spLocks/>
          </p:cNvSpPr>
          <p:nvPr/>
        </p:nvSpPr>
        <p:spPr>
          <a:xfrm>
            <a:off x="358244" y="310620"/>
            <a:ext cx="8536374" cy="443198"/>
          </a:xfrm>
          <a:prstGeom prst="rect">
            <a:avLst/>
          </a:prstGeom>
        </p:spPr>
        <p:txBody>
          <a:bodyPr vert="horz" wrap="square" lIns="0" tIns="0" rIns="0" bIns="0" rtlCol="0" anchor="t" anchorCtr="0">
            <a:spAutoFit/>
          </a:bodyPr>
          <a:lstStyle>
            <a:lvl1pPr algn="l" defTabSz="914354" rtl="0" eaLnBrk="1" latinLnBrk="0" hangingPunct="1">
              <a:lnSpc>
                <a:spcPct val="90000"/>
              </a:lnSpc>
              <a:spcBef>
                <a:spcPct val="0"/>
              </a:spcBef>
              <a:buNone/>
              <a:defRPr sz="3200" b="1" i="0" kern="1200">
                <a:solidFill>
                  <a:schemeClr val="tx1"/>
                </a:solidFill>
                <a:latin typeface="Arial" panose="020B0604020202020204" pitchFamily="34" charset="0"/>
                <a:ea typeface="+mj-ea"/>
                <a:cs typeface="Arial" panose="020B0604020202020204" pitchFamily="34" charset="0"/>
              </a:defRPr>
            </a:lvl1pPr>
          </a:lstStyle>
          <a:p>
            <a:r>
              <a:rPr lang="en-US" dirty="0"/>
              <a:t>References </a:t>
            </a:r>
          </a:p>
        </p:txBody>
      </p:sp>
    </p:spTree>
    <p:extLst>
      <p:ext uri="{BB962C8B-B14F-4D97-AF65-F5344CB8AC3E}">
        <p14:creationId xmlns:p14="http://schemas.microsoft.com/office/powerpoint/2010/main" val="221181934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52A4B707-13BF-4B4F-A3D8-BB605AB10BC5}"/>
              </a:ext>
            </a:extLst>
          </p:cNvPr>
          <p:cNvSpPr>
            <a:spLocks noGrp="1"/>
          </p:cNvSpPr>
          <p:nvPr>
            <p:ph type="ctrTitle" idx="4294967295"/>
          </p:nvPr>
        </p:nvSpPr>
        <p:spPr>
          <a:xfrm>
            <a:off x="1196322" y="1680966"/>
            <a:ext cx="5077440" cy="1052596"/>
          </a:xfrm>
        </p:spPr>
        <p:txBody>
          <a:bodyPr/>
          <a:lstStyle/>
          <a:p>
            <a:r>
              <a:rPr lang="en-US" sz="4400" dirty="0"/>
              <a:t>Thank you</a:t>
            </a:r>
            <a:br>
              <a:rPr lang="en-US" dirty="0"/>
            </a:br>
            <a:r>
              <a:rPr lang="en-US" b="0" dirty="0"/>
              <a:t>Questions?</a:t>
            </a:r>
            <a:endParaRPr lang="en-US" dirty="0"/>
          </a:p>
        </p:txBody>
      </p:sp>
    </p:spTree>
    <p:extLst>
      <p:ext uri="{BB962C8B-B14F-4D97-AF65-F5344CB8AC3E}">
        <p14:creationId xmlns:p14="http://schemas.microsoft.com/office/powerpoint/2010/main" val="1915363159"/>
      </p:ext>
    </p:extLst>
  </p:cSld>
  <p:clrMapOvr>
    <a:masterClrMapping/>
  </p:clrMapOvr>
</p:sld>
</file>

<file path=ppt/theme/theme1.xml><?xml version="1.0" encoding="utf-8"?>
<a:theme xmlns:a="http://schemas.openxmlformats.org/drawingml/2006/main" name="Office Theme">
  <a:themeElements>
    <a:clrScheme name="VU 2024">
      <a:dk1>
        <a:srgbClr val="000000"/>
      </a:dk1>
      <a:lt1>
        <a:srgbClr val="FFFFFF"/>
      </a:lt1>
      <a:dk2>
        <a:srgbClr val="262626"/>
      </a:dk2>
      <a:lt2>
        <a:srgbClr val="FFFFFF"/>
      </a:lt2>
      <a:accent1>
        <a:srgbClr val="5BC2E7"/>
      </a:accent1>
      <a:accent2>
        <a:srgbClr val="1E1248"/>
      </a:accent2>
      <a:accent3>
        <a:srgbClr val="ED6B5E"/>
      </a:accent3>
      <a:accent4>
        <a:srgbClr val="B39AD2"/>
      </a:accent4>
      <a:accent5>
        <a:srgbClr val="EEEEEE"/>
      </a:accent5>
      <a:accent6>
        <a:srgbClr val="6E6E6E"/>
      </a:accent6>
      <a:hlink>
        <a:srgbClr val="0C71AC"/>
      </a:hlink>
      <a:folHlink>
        <a:srgbClr val="6E6E6E"/>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7FCAF70F-E073-BF40-A79D-4081DC7CE9D1}" vid="{806BC320-17C3-6546-81D5-5AF729563D7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haredWithUsers xmlns="a9cb1d79-f99f-49bb-8e2a-e2312126c491">
      <UserInfo>
        <DisplayName>Kate Hitchins</DisplayName>
        <AccountId>727</AccountId>
        <AccountType/>
      </UserInfo>
    </SharedWithUsers>
    <MediaLengthInSeconds xmlns="f38d7cb2-8266-40dc-9c80-5a14c72951d4" xsi:nil="true"/>
    <_activity xmlns="f38d7cb2-8266-40dc-9c80-5a14c72951d4"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D9F76110527CE0478E6091AB5EC74898" ma:contentTypeVersion="15" ma:contentTypeDescription="Create a new document." ma:contentTypeScope="" ma:versionID="c1c5edefc9e02eae2714aa09383da356">
  <xsd:schema xmlns:xsd="http://www.w3.org/2001/XMLSchema" xmlns:xs="http://www.w3.org/2001/XMLSchema" xmlns:p="http://schemas.microsoft.com/office/2006/metadata/properties" xmlns:ns3="f38d7cb2-8266-40dc-9c80-5a14c72951d4" xmlns:ns4="a9cb1d79-f99f-49bb-8e2a-e2312126c491" targetNamespace="http://schemas.microsoft.com/office/2006/metadata/properties" ma:root="true" ma:fieldsID="843b90cf4550736d6ca05ee9401f6042" ns3:_="" ns4:_="">
    <xsd:import namespace="f38d7cb2-8266-40dc-9c80-5a14c72951d4"/>
    <xsd:import namespace="a9cb1d79-f99f-49bb-8e2a-e2312126c491"/>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ObjectDetectorVersions" minOccurs="0"/>
                <xsd:element ref="ns3:MediaServiceAutoTags" minOccurs="0"/>
                <xsd:element ref="ns3:MediaServiceOCR" minOccurs="0"/>
                <xsd:element ref="ns3:MediaServiceGenerationTime" minOccurs="0"/>
                <xsd:element ref="ns3:MediaServiceEventHashCode" minOccurs="0"/>
                <xsd:element ref="ns3:_activity" minOccurs="0"/>
                <xsd:element ref="ns3:MediaLengthInSeconds" minOccurs="0"/>
                <xsd:element ref="ns3:MediaServiceSearchProperties" minOccurs="0"/>
                <xsd:element ref="ns3:MediaServiceSystemTags" minOccurs="0"/>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38d7cb2-8266-40dc-9c80-5a14c72951d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3" nillable="true" ma:displayName="MediaServiceObjectDetectorVersions" ma:hidden="true" ma:indexed="true" ma:internalName="MediaServiceObjectDetectorVersions"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_activity" ma:index="18" nillable="true" ma:displayName="_activity" ma:hidden="true" ma:internalName="_activity">
      <xsd:simpleType>
        <xsd:restriction base="dms:Note"/>
      </xsd:simpleType>
    </xsd:element>
    <xsd:element name="MediaLengthInSeconds" ma:index="19" nillable="true" ma:displayName="MediaLengthInSeconds" ma:hidden="true" ma:internalName="MediaLengthInSeconds" ma:readOnly="true">
      <xsd:simpleType>
        <xsd:restriction base="dms:Unknown"/>
      </xsd:simpleType>
    </xsd:element>
    <xsd:element name="MediaServiceSearchProperties" ma:index="20" nillable="true" ma:displayName="MediaServiceSearchProperties" ma:hidden="true" ma:internalName="MediaServiceSearchProperties" ma:readOnly="true">
      <xsd:simpleType>
        <xsd:restriction base="dms:Note"/>
      </xsd:simpleType>
    </xsd:element>
    <xsd:element name="MediaServiceSystemTags" ma:index="21" nillable="true" ma:displayName="MediaServiceSystemTags" ma:hidden="true" ma:internalName="MediaServiceSystemTags" ma:readOnly="true">
      <xsd:simpleType>
        <xsd:restriction base="dms:Note"/>
      </xsd:simpleType>
    </xsd:element>
    <xsd:element name="MediaServiceDateTaken" ma:index="22" nillable="true" ma:displayName="MediaServiceDateTaken" ma:hidden="true" ma:indexed="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9cb1d79-f99f-49bb-8e2a-e2312126c491"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C9109AC-3400-4D6C-BF7D-EE9E1DA1F086}">
  <ds:schemaRefs>
    <ds:schemaRef ds:uri="http://schemas.microsoft.com/sharepoint/v3/contenttype/forms"/>
  </ds:schemaRefs>
</ds:datastoreItem>
</file>

<file path=customXml/itemProps2.xml><?xml version="1.0" encoding="utf-8"?>
<ds:datastoreItem xmlns:ds="http://schemas.openxmlformats.org/officeDocument/2006/customXml" ds:itemID="{FA9BFBAB-54D8-4D2B-81F7-50E6F7501764}">
  <ds:schemaRefs>
    <ds:schemaRef ds:uri="http://purl.org/dc/elements/1.1/"/>
    <ds:schemaRef ds:uri="http://purl.org/dc/terms/"/>
    <ds:schemaRef ds:uri="f38d7cb2-8266-40dc-9c80-5a14c72951d4"/>
    <ds:schemaRef ds:uri="a9cb1d79-f99f-49bb-8e2a-e2312126c491"/>
    <ds:schemaRef ds:uri="http://schemas.microsoft.com/office/2006/documentManagement/types"/>
    <ds:schemaRef ds:uri="http://schemas.microsoft.com/office/infopath/2007/PartnerControls"/>
    <ds:schemaRef ds:uri="http://www.w3.org/XML/1998/namespace"/>
    <ds:schemaRef ds:uri="http://schemas.openxmlformats.org/package/2006/metadata/core-properties"/>
    <ds:schemaRef ds:uri="http://schemas.microsoft.com/office/2006/metadata/properties"/>
    <ds:schemaRef ds:uri="http://purl.org/dc/dcmitype/"/>
  </ds:schemaRefs>
</ds:datastoreItem>
</file>

<file path=customXml/itemProps3.xml><?xml version="1.0" encoding="utf-8"?>
<ds:datastoreItem xmlns:ds="http://schemas.openxmlformats.org/officeDocument/2006/customXml" ds:itemID="{9744AE7C-1058-4C5F-8244-E3C6339272A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38d7cb2-8266-40dc-9c80-5a14c72951d4"/>
    <ds:schemaRef ds:uri="a9cb1d79-f99f-49bb-8e2a-e2312126c4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VU_PPT Template</Template>
  <TotalTime>29</TotalTime>
  <Words>1273</Words>
  <Application>Microsoft Office PowerPoint</Application>
  <PresentationFormat>Widescreen</PresentationFormat>
  <Paragraphs>121</Paragraphs>
  <Slides>35</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35</vt:i4>
      </vt:variant>
    </vt:vector>
  </HeadingPairs>
  <TitlesOfParts>
    <vt:vector size="43" baseType="lpstr">
      <vt:lpstr>.Lucida Grande UI Regular</vt:lpstr>
      <vt:lpstr>Arial</vt:lpstr>
      <vt:lpstr>ArialMT</vt:lpstr>
      <vt:lpstr>Calibri</vt:lpstr>
      <vt:lpstr>Calibri-Bold</vt:lpstr>
      <vt:lpstr>Helvetica Neue</vt:lpstr>
      <vt:lpstr>VIC</vt:lpstr>
      <vt:lpstr>Office Theme</vt:lpstr>
      <vt:lpstr>Session 3</vt:lpstr>
      <vt:lpstr>PowerPoint Presentation</vt:lpstr>
      <vt:lpstr>Introduction to Site Analysis</vt:lpstr>
      <vt:lpstr>Elements of Site Analysis</vt:lpstr>
      <vt:lpstr>Site Position/Locality</vt:lpstr>
      <vt:lpstr>Topography</vt:lpstr>
      <vt:lpstr>Climate</vt:lpstr>
      <vt:lpstr>Contextual and Cultural Considerations</vt:lpstr>
      <vt:lpstr>Environmental Impact </vt:lpstr>
      <vt:lpstr>PowerPoint Presentation</vt:lpstr>
      <vt:lpstr>Site Accessibility</vt:lpstr>
      <vt:lpstr>Tools and Technologies for Site Analysis</vt:lpstr>
      <vt:lpstr>PowerPoint Presentation</vt:lpstr>
      <vt:lpstr>PowerPoint Presentation</vt:lpstr>
      <vt:lpstr>Session 3</vt:lpstr>
      <vt:lpstr>Site Plan Introduction</vt:lpstr>
      <vt:lpstr>Illustrative Site Plan (no clear measurement/orientation)  Hoenheim-Nord Terminus and Car Park  by Zaha Hadid</vt:lpstr>
      <vt:lpstr>Illustrative Site Plan (no measurement)  Galaxy soho  by Zaha Hadid</vt:lpstr>
      <vt:lpstr>PowerPoint Presentation</vt:lpstr>
      <vt:lpstr>Site Plan for Permit Application in Victoria</vt:lpstr>
      <vt:lpstr>Zoning and Regulatory Compliance</vt:lpstr>
      <vt:lpstr>Site Plan for Permit Application</vt:lpstr>
      <vt:lpstr>Site Constraints</vt:lpstr>
      <vt:lpstr>Site Constraints</vt:lpstr>
      <vt:lpstr>Site Survey Accuracy is required</vt:lpstr>
      <vt:lpstr>Utilities and Infrastructure</vt:lpstr>
      <vt:lpstr>Landscape and Parking</vt:lpstr>
      <vt:lpstr>Steps for Site Plan Production </vt:lpstr>
      <vt:lpstr>Site Plan Samples from Other Pritzker Award Architects</vt:lpstr>
      <vt:lpstr>PowerPoint Presentation</vt:lpstr>
      <vt:lpstr>PowerPoint Presentation</vt:lpstr>
      <vt:lpstr>PowerPoint Presentation</vt:lpstr>
      <vt:lpstr>PowerPoint Presentation</vt:lpstr>
      <vt:lpstr>PowerPoint Presentation</vt:lpstr>
      <vt:lpstr>Thank you 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Daniel Axnick</dc:creator>
  <cp:lastModifiedBy>Daniel Axnick</cp:lastModifiedBy>
  <cp:revision>4</cp:revision>
  <dcterms:created xsi:type="dcterms:W3CDTF">2025-01-30T23:38:47Z</dcterms:created>
  <dcterms:modified xsi:type="dcterms:W3CDTF">2025-01-31T01:56:30Z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0x010100D9F76110527CE0478E6091AB5EC74898</vt:lpwstr>
  </property>
  <property fmtid="{D5CDD505-2E9C-101B-9397-08002B2CF9AE}" pid="4" name="_dlc_DocIdItemGuid">
    <vt:lpwstr>c455dfeb-16d0-4085-bac7-566eeb3c23ee</vt:lpwstr>
  </property>
  <property fmtid="{D5CDD505-2E9C-101B-9397-08002B2CF9AE}" pid="5" name="MSIP_Label_d7dc88d9-fa17-47eb-a208-3e66f59d50e5_Enabled">
    <vt:lpwstr>true</vt:lpwstr>
  </property>
  <property fmtid="{D5CDD505-2E9C-101B-9397-08002B2CF9AE}" pid="6" name="MSIP_Label_d7dc88d9-fa17-47eb-a208-3e66f59d50e5_SetDate">
    <vt:lpwstr>2023-08-16T02:10:42Z</vt:lpwstr>
  </property>
  <property fmtid="{D5CDD505-2E9C-101B-9397-08002B2CF9AE}" pid="7" name="MSIP_Label_d7dc88d9-fa17-47eb-a208-3e66f59d50e5_Method">
    <vt:lpwstr>Standard</vt:lpwstr>
  </property>
  <property fmtid="{D5CDD505-2E9C-101B-9397-08002B2CF9AE}" pid="8" name="MSIP_Label_d7dc88d9-fa17-47eb-a208-3e66f59d50e5_Name">
    <vt:lpwstr>Internal</vt:lpwstr>
  </property>
  <property fmtid="{D5CDD505-2E9C-101B-9397-08002B2CF9AE}" pid="9" name="MSIP_Label_d7dc88d9-fa17-47eb-a208-3e66f59d50e5_SiteId">
    <vt:lpwstr>d51ba343-9258-4ea6-9907-426d8c84ec12</vt:lpwstr>
  </property>
  <property fmtid="{D5CDD505-2E9C-101B-9397-08002B2CF9AE}" pid="10" name="MSIP_Label_d7dc88d9-fa17-47eb-a208-3e66f59d50e5_ActionId">
    <vt:lpwstr>988a31dd-b6e9-4136-86c0-f7d1a748cb73</vt:lpwstr>
  </property>
  <property fmtid="{D5CDD505-2E9C-101B-9397-08002B2CF9AE}" pid="11" name="MSIP_Label_d7dc88d9-fa17-47eb-a208-3e66f59d50e5_ContentBits">
    <vt:lpwstr>0</vt:lpwstr>
  </property>
  <property fmtid="{D5CDD505-2E9C-101B-9397-08002B2CF9AE}" pid="12" name="Order">
    <vt:lpwstr>20776600.0000000</vt:lpwstr>
  </property>
  <property fmtid="{D5CDD505-2E9C-101B-9397-08002B2CF9AE}" pid="13" name="xd_ProgID">
    <vt:lpwstr/>
  </property>
  <property fmtid="{D5CDD505-2E9C-101B-9397-08002B2CF9AE}" pid="14" name="ComplianceAssetId">
    <vt:lpwstr/>
  </property>
  <property fmtid="{D5CDD505-2E9C-101B-9397-08002B2CF9AE}" pid="15" name="TemplateUrl">
    <vt:lpwstr/>
  </property>
  <property fmtid="{D5CDD505-2E9C-101B-9397-08002B2CF9AE}" pid="16" name="_ExtendedDescription">
    <vt:lpwstr/>
  </property>
  <property fmtid="{D5CDD505-2E9C-101B-9397-08002B2CF9AE}" pid="17" name="TriggerFlowInfo">
    <vt:lpwstr/>
  </property>
  <property fmtid="{D5CDD505-2E9C-101B-9397-08002B2CF9AE}" pid="18" name="xd_Signature">
    <vt:lpwstr/>
  </property>
</Properties>
</file>