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64"/>
  </p:notesMasterIdLst>
  <p:sldIdLst>
    <p:sldId id="257" r:id="rId5"/>
    <p:sldId id="329" r:id="rId6"/>
    <p:sldId id="313" r:id="rId7"/>
    <p:sldId id="330" r:id="rId8"/>
    <p:sldId id="331" r:id="rId9"/>
    <p:sldId id="332" r:id="rId10"/>
    <p:sldId id="333" r:id="rId11"/>
    <p:sldId id="334" r:id="rId12"/>
    <p:sldId id="283" r:id="rId13"/>
    <p:sldId id="335" r:id="rId14"/>
    <p:sldId id="337" r:id="rId15"/>
    <p:sldId id="348" r:id="rId16"/>
    <p:sldId id="338" r:id="rId17"/>
    <p:sldId id="339" r:id="rId18"/>
    <p:sldId id="341" r:id="rId19"/>
    <p:sldId id="342" r:id="rId20"/>
    <p:sldId id="343" r:id="rId21"/>
    <p:sldId id="344" r:id="rId22"/>
    <p:sldId id="345" r:id="rId23"/>
    <p:sldId id="346" r:id="rId24"/>
    <p:sldId id="269" r:id="rId25"/>
    <p:sldId id="270" r:id="rId26"/>
    <p:sldId id="272" r:id="rId27"/>
    <p:sldId id="273" r:id="rId28"/>
    <p:sldId id="261" r:id="rId29"/>
    <p:sldId id="277" r:id="rId30"/>
    <p:sldId id="276" r:id="rId31"/>
    <p:sldId id="274" r:id="rId32"/>
    <p:sldId id="275" r:id="rId33"/>
    <p:sldId id="278" r:id="rId34"/>
    <p:sldId id="279" r:id="rId35"/>
    <p:sldId id="280" r:id="rId36"/>
    <p:sldId id="281" r:id="rId37"/>
    <p:sldId id="282" r:id="rId38"/>
    <p:sldId id="347" r:id="rId39"/>
    <p:sldId id="284" r:id="rId40"/>
    <p:sldId id="340" r:id="rId41"/>
    <p:sldId id="262" r:id="rId42"/>
    <p:sldId id="256" r:id="rId43"/>
    <p:sldId id="358" r:id="rId44"/>
    <p:sldId id="265" r:id="rId45"/>
    <p:sldId id="266" r:id="rId46"/>
    <p:sldId id="350" r:id="rId47"/>
    <p:sldId id="267" r:id="rId48"/>
    <p:sldId id="268" r:id="rId49"/>
    <p:sldId id="351" r:id="rId50"/>
    <p:sldId id="352" r:id="rId51"/>
    <p:sldId id="271" r:id="rId52"/>
    <p:sldId id="353" r:id="rId53"/>
    <p:sldId id="259" r:id="rId54"/>
    <p:sldId id="354" r:id="rId55"/>
    <p:sldId id="355" r:id="rId56"/>
    <p:sldId id="260" r:id="rId57"/>
    <p:sldId id="356" r:id="rId58"/>
    <p:sldId id="357" r:id="rId59"/>
    <p:sldId id="263" r:id="rId60"/>
    <p:sldId id="359" r:id="rId61"/>
    <p:sldId id="336" r:id="rId62"/>
    <p:sldId id="318" r:id="rId63"/>
  </p:sldIdLst>
  <p:sldSz cx="12192000" cy="6858000"/>
  <p:notesSz cx="6858000" cy="9144000"/>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49AD2"/>
    <a:srgbClr val="ED6B5E"/>
    <a:srgbClr val="0C71AC"/>
    <a:srgbClr val="5BC2E7"/>
    <a:srgbClr val="D9D9D9"/>
    <a:srgbClr val="B8B1E5"/>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310"/>
    <p:restoredTop sz="96327"/>
  </p:normalViewPr>
  <p:slideViewPr>
    <p:cSldViewPr snapToGrid="0" snapToObjects="1">
      <p:cViewPr varScale="1">
        <p:scale>
          <a:sx n="165" d="100"/>
          <a:sy n="165" d="100"/>
        </p:scale>
        <p:origin x="348"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924801-018C-4DA7-A7DB-47C405BA5F6C}" type="doc">
      <dgm:prSet loTypeId="urn:microsoft.com/office/officeart/2005/8/layout/pyramid3" loCatId="pyramid" qsTypeId="urn:microsoft.com/office/officeart/2005/8/quickstyle/simple1" qsCatId="simple" csTypeId="urn:microsoft.com/office/officeart/2005/8/colors/accent1_2" csCatId="accent1" phldr="1"/>
      <dgm:spPr/>
    </dgm:pt>
    <dgm:pt modelId="{FDEEC284-B451-41A0-9F8C-DCC0D52A414F}">
      <dgm:prSet phldrT="[Text]"/>
      <dgm:spPr/>
      <dgm:t>
        <a:bodyPr/>
        <a:lstStyle/>
        <a:p>
          <a:r>
            <a:rPr lang="en-AU" dirty="0"/>
            <a:t>Building Act – Most Powerful</a:t>
          </a:r>
        </a:p>
      </dgm:t>
    </dgm:pt>
    <dgm:pt modelId="{BF18AAAD-CBCA-4EA3-99A6-EC9DF300DC3E}" type="parTrans" cxnId="{1EDE275D-288D-400F-A605-0449E755A92F}">
      <dgm:prSet/>
      <dgm:spPr/>
      <dgm:t>
        <a:bodyPr/>
        <a:lstStyle/>
        <a:p>
          <a:endParaRPr lang="en-AU"/>
        </a:p>
      </dgm:t>
    </dgm:pt>
    <dgm:pt modelId="{24BB23C0-287A-4682-8E45-31AA757B1503}" type="sibTrans" cxnId="{1EDE275D-288D-400F-A605-0449E755A92F}">
      <dgm:prSet/>
      <dgm:spPr/>
      <dgm:t>
        <a:bodyPr/>
        <a:lstStyle/>
        <a:p>
          <a:endParaRPr lang="en-AU"/>
        </a:p>
      </dgm:t>
    </dgm:pt>
    <dgm:pt modelId="{BF95C836-6943-46E5-A427-E687117ADB16}">
      <dgm:prSet phldrT="[Text]"/>
      <dgm:spPr/>
      <dgm:t>
        <a:bodyPr/>
        <a:lstStyle/>
        <a:p>
          <a:r>
            <a:rPr lang="en-AU" dirty="0"/>
            <a:t>Building Regulations</a:t>
          </a:r>
        </a:p>
      </dgm:t>
    </dgm:pt>
    <dgm:pt modelId="{CE3A9B48-96C6-4190-81E6-825AC9F468A0}" type="parTrans" cxnId="{1FD9079A-9755-4BA2-9544-19394C91BB23}">
      <dgm:prSet/>
      <dgm:spPr/>
      <dgm:t>
        <a:bodyPr/>
        <a:lstStyle/>
        <a:p>
          <a:endParaRPr lang="en-AU"/>
        </a:p>
      </dgm:t>
    </dgm:pt>
    <dgm:pt modelId="{20828145-6F3F-4E6B-B1EA-AC436E650752}" type="sibTrans" cxnId="{1FD9079A-9755-4BA2-9544-19394C91BB23}">
      <dgm:prSet/>
      <dgm:spPr/>
      <dgm:t>
        <a:bodyPr/>
        <a:lstStyle/>
        <a:p>
          <a:endParaRPr lang="en-AU"/>
        </a:p>
      </dgm:t>
    </dgm:pt>
    <dgm:pt modelId="{42543B4F-D300-4ADB-9BB8-220D494FAB69}">
      <dgm:prSet phldrT="[Text]"/>
      <dgm:spPr/>
      <dgm:t>
        <a:bodyPr/>
        <a:lstStyle/>
        <a:p>
          <a:r>
            <a:rPr lang="en-AU" dirty="0"/>
            <a:t>NCC Building Code of Australia</a:t>
          </a:r>
        </a:p>
      </dgm:t>
    </dgm:pt>
    <dgm:pt modelId="{AC1F9B83-322E-41D9-9C60-40E54176E81D}" type="parTrans" cxnId="{B9CBEE42-F458-4EE9-B62C-163EC257B2A4}">
      <dgm:prSet/>
      <dgm:spPr/>
      <dgm:t>
        <a:bodyPr/>
        <a:lstStyle/>
        <a:p>
          <a:endParaRPr lang="en-AU"/>
        </a:p>
      </dgm:t>
    </dgm:pt>
    <dgm:pt modelId="{0EC63BD0-1159-4152-BCEE-65875D023EE1}" type="sibTrans" cxnId="{B9CBEE42-F458-4EE9-B62C-163EC257B2A4}">
      <dgm:prSet/>
      <dgm:spPr/>
      <dgm:t>
        <a:bodyPr/>
        <a:lstStyle/>
        <a:p>
          <a:endParaRPr lang="en-AU"/>
        </a:p>
      </dgm:t>
    </dgm:pt>
    <dgm:pt modelId="{3D25C76F-D3E9-46B9-A540-9531561DDCB7}">
      <dgm:prSet/>
      <dgm:spPr/>
      <dgm:t>
        <a:bodyPr/>
        <a:lstStyle/>
        <a:p>
          <a:r>
            <a:rPr lang="en-AU" dirty="0"/>
            <a:t>Australian Standards</a:t>
          </a:r>
        </a:p>
      </dgm:t>
    </dgm:pt>
    <dgm:pt modelId="{27D82A5F-42F6-43A7-A56B-8DEC766F48A1}" type="parTrans" cxnId="{0A7C5A05-A32F-42DF-9B05-3F6D005A78A7}">
      <dgm:prSet/>
      <dgm:spPr/>
      <dgm:t>
        <a:bodyPr/>
        <a:lstStyle/>
        <a:p>
          <a:endParaRPr lang="en-AU"/>
        </a:p>
      </dgm:t>
    </dgm:pt>
    <dgm:pt modelId="{A11B574E-2FB2-4137-9AA0-15A895AA0230}" type="sibTrans" cxnId="{0A7C5A05-A32F-42DF-9B05-3F6D005A78A7}">
      <dgm:prSet/>
      <dgm:spPr/>
      <dgm:t>
        <a:bodyPr/>
        <a:lstStyle/>
        <a:p>
          <a:endParaRPr lang="en-AU"/>
        </a:p>
      </dgm:t>
    </dgm:pt>
    <dgm:pt modelId="{423C801C-A033-4420-A9BB-D8B6FC360FE3}">
      <dgm:prSet/>
      <dgm:spPr/>
      <dgm:t>
        <a:bodyPr/>
        <a:lstStyle/>
        <a:p>
          <a:r>
            <a:rPr lang="en-AU" dirty="0"/>
            <a:t>Other Publications and Documents</a:t>
          </a:r>
        </a:p>
      </dgm:t>
    </dgm:pt>
    <dgm:pt modelId="{719843C9-FE81-466C-AD14-99C888984FD8}" type="sibTrans" cxnId="{1F350D6F-0DCD-4699-8BD3-AF14416293C5}">
      <dgm:prSet/>
      <dgm:spPr/>
      <dgm:t>
        <a:bodyPr/>
        <a:lstStyle/>
        <a:p>
          <a:endParaRPr lang="en-AU"/>
        </a:p>
      </dgm:t>
    </dgm:pt>
    <dgm:pt modelId="{11613DD3-4FA4-4871-BA9C-7DFDD69789AE}" type="parTrans" cxnId="{1F350D6F-0DCD-4699-8BD3-AF14416293C5}">
      <dgm:prSet/>
      <dgm:spPr/>
      <dgm:t>
        <a:bodyPr/>
        <a:lstStyle/>
        <a:p>
          <a:endParaRPr lang="en-AU"/>
        </a:p>
      </dgm:t>
    </dgm:pt>
    <dgm:pt modelId="{3350BF27-69DA-4A5C-BC69-217731FBDD4F}" type="pres">
      <dgm:prSet presAssocID="{2B924801-018C-4DA7-A7DB-47C405BA5F6C}" presName="Name0" presStyleCnt="0">
        <dgm:presLayoutVars>
          <dgm:dir/>
          <dgm:animLvl val="lvl"/>
          <dgm:resizeHandles val="exact"/>
        </dgm:presLayoutVars>
      </dgm:prSet>
      <dgm:spPr/>
    </dgm:pt>
    <dgm:pt modelId="{0E135143-868D-497D-AD19-78180ADF662B}" type="pres">
      <dgm:prSet presAssocID="{FDEEC284-B451-41A0-9F8C-DCC0D52A414F}" presName="Name8" presStyleCnt="0"/>
      <dgm:spPr/>
    </dgm:pt>
    <dgm:pt modelId="{5229BD99-0CC4-4D64-BB40-F7831218960F}" type="pres">
      <dgm:prSet presAssocID="{FDEEC284-B451-41A0-9F8C-DCC0D52A414F}" presName="level" presStyleLbl="node1" presStyleIdx="0" presStyleCnt="5">
        <dgm:presLayoutVars>
          <dgm:chMax val="1"/>
          <dgm:bulletEnabled val="1"/>
        </dgm:presLayoutVars>
      </dgm:prSet>
      <dgm:spPr/>
    </dgm:pt>
    <dgm:pt modelId="{70FA6FA0-F930-4EAE-ABBB-55D7EC84C28E}" type="pres">
      <dgm:prSet presAssocID="{FDEEC284-B451-41A0-9F8C-DCC0D52A414F}" presName="levelTx" presStyleLbl="revTx" presStyleIdx="0" presStyleCnt="0">
        <dgm:presLayoutVars>
          <dgm:chMax val="1"/>
          <dgm:bulletEnabled val="1"/>
        </dgm:presLayoutVars>
      </dgm:prSet>
      <dgm:spPr/>
    </dgm:pt>
    <dgm:pt modelId="{F343817A-2ECD-4990-9BAD-5DE8B5F47C67}" type="pres">
      <dgm:prSet presAssocID="{BF95C836-6943-46E5-A427-E687117ADB16}" presName="Name8" presStyleCnt="0"/>
      <dgm:spPr/>
    </dgm:pt>
    <dgm:pt modelId="{3C5BBBA7-6111-4A93-B7AA-AD9E989B2E40}" type="pres">
      <dgm:prSet presAssocID="{BF95C836-6943-46E5-A427-E687117ADB16}" presName="level" presStyleLbl="node1" presStyleIdx="1" presStyleCnt="5">
        <dgm:presLayoutVars>
          <dgm:chMax val="1"/>
          <dgm:bulletEnabled val="1"/>
        </dgm:presLayoutVars>
      </dgm:prSet>
      <dgm:spPr/>
    </dgm:pt>
    <dgm:pt modelId="{83B75EDB-AD4C-46CC-9B5F-7D64D97492C2}" type="pres">
      <dgm:prSet presAssocID="{BF95C836-6943-46E5-A427-E687117ADB16}" presName="levelTx" presStyleLbl="revTx" presStyleIdx="0" presStyleCnt="0">
        <dgm:presLayoutVars>
          <dgm:chMax val="1"/>
          <dgm:bulletEnabled val="1"/>
        </dgm:presLayoutVars>
      </dgm:prSet>
      <dgm:spPr/>
    </dgm:pt>
    <dgm:pt modelId="{4C9A90BE-B78E-4B76-AF7A-6BCC7D417543}" type="pres">
      <dgm:prSet presAssocID="{42543B4F-D300-4ADB-9BB8-220D494FAB69}" presName="Name8" presStyleCnt="0"/>
      <dgm:spPr/>
    </dgm:pt>
    <dgm:pt modelId="{9748C0EC-1137-4230-A387-408CAA2F47A3}" type="pres">
      <dgm:prSet presAssocID="{42543B4F-D300-4ADB-9BB8-220D494FAB69}" presName="level" presStyleLbl="node1" presStyleIdx="2" presStyleCnt="5">
        <dgm:presLayoutVars>
          <dgm:chMax val="1"/>
          <dgm:bulletEnabled val="1"/>
        </dgm:presLayoutVars>
      </dgm:prSet>
      <dgm:spPr/>
    </dgm:pt>
    <dgm:pt modelId="{677C0247-7895-47DC-ACCC-C8243E823E99}" type="pres">
      <dgm:prSet presAssocID="{42543B4F-D300-4ADB-9BB8-220D494FAB69}" presName="levelTx" presStyleLbl="revTx" presStyleIdx="0" presStyleCnt="0">
        <dgm:presLayoutVars>
          <dgm:chMax val="1"/>
          <dgm:bulletEnabled val="1"/>
        </dgm:presLayoutVars>
      </dgm:prSet>
      <dgm:spPr/>
    </dgm:pt>
    <dgm:pt modelId="{B0C977E7-BB76-4622-A040-88B243484204}" type="pres">
      <dgm:prSet presAssocID="{3D25C76F-D3E9-46B9-A540-9531561DDCB7}" presName="Name8" presStyleCnt="0"/>
      <dgm:spPr/>
    </dgm:pt>
    <dgm:pt modelId="{3FDB26B0-5CFC-4277-B806-55A33D52FF3C}" type="pres">
      <dgm:prSet presAssocID="{3D25C76F-D3E9-46B9-A540-9531561DDCB7}" presName="level" presStyleLbl="node1" presStyleIdx="3" presStyleCnt="5">
        <dgm:presLayoutVars>
          <dgm:chMax val="1"/>
          <dgm:bulletEnabled val="1"/>
        </dgm:presLayoutVars>
      </dgm:prSet>
      <dgm:spPr/>
    </dgm:pt>
    <dgm:pt modelId="{8615D70E-E94C-42F1-BCDE-B65C7C9B93D8}" type="pres">
      <dgm:prSet presAssocID="{3D25C76F-D3E9-46B9-A540-9531561DDCB7}" presName="levelTx" presStyleLbl="revTx" presStyleIdx="0" presStyleCnt="0">
        <dgm:presLayoutVars>
          <dgm:chMax val="1"/>
          <dgm:bulletEnabled val="1"/>
        </dgm:presLayoutVars>
      </dgm:prSet>
      <dgm:spPr/>
    </dgm:pt>
    <dgm:pt modelId="{C59EC378-901D-400D-A505-9DA886648863}" type="pres">
      <dgm:prSet presAssocID="{423C801C-A033-4420-A9BB-D8B6FC360FE3}" presName="Name8" presStyleCnt="0"/>
      <dgm:spPr/>
    </dgm:pt>
    <dgm:pt modelId="{1C0955AA-08D6-4933-A4F0-2AFE0788579B}" type="pres">
      <dgm:prSet presAssocID="{423C801C-A033-4420-A9BB-D8B6FC360FE3}" presName="level" presStyleLbl="node1" presStyleIdx="4" presStyleCnt="5">
        <dgm:presLayoutVars>
          <dgm:chMax val="1"/>
          <dgm:bulletEnabled val="1"/>
        </dgm:presLayoutVars>
      </dgm:prSet>
      <dgm:spPr/>
    </dgm:pt>
    <dgm:pt modelId="{C921CDBB-8A38-40DE-924F-6C75AA745F86}" type="pres">
      <dgm:prSet presAssocID="{423C801C-A033-4420-A9BB-D8B6FC360FE3}" presName="levelTx" presStyleLbl="revTx" presStyleIdx="0" presStyleCnt="0">
        <dgm:presLayoutVars>
          <dgm:chMax val="1"/>
          <dgm:bulletEnabled val="1"/>
        </dgm:presLayoutVars>
      </dgm:prSet>
      <dgm:spPr/>
    </dgm:pt>
  </dgm:ptLst>
  <dgm:cxnLst>
    <dgm:cxn modelId="{0A7C5A05-A32F-42DF-9B05-3F6D005A78A7}" srcId="{2B924801-018C-4DA7-A7DB-47C405BA5F6C}" destId="{3D25C76F-D3E9-46B9-A540-9531561DDCB7}" srcOrd="3" destOrd="0" parTransId="{27D82A5F-42F6-43A7-A56B-8DEC766F48A1}" sibTransId="{A11B574E-2FB2-4137-9AA0-15A895AA0230}"/>
    <dgm:cxn modelId="{F978021B-994E-4D17-82ED-8174B3A473D7}" type="presOf" srcId="{FDEEC284-B451-41A0-9F8C-DCC0D52A414F}" destId="{70FA6FA0-F930-4EAE-ABBB-55D7EC84C28E}" srcOrd="1" destOrd="0" presId="urn:microsoft.com/office/officeart/2005/8/layout/pyramid3"/>
    <dgm:cxn modelId="{FC3C0A24-CD5D-4682-8EC9-F81B5821B71E}" type="presOf" srcId="{423C801C-A033-4420-A9BB-D8B6FC360FE3}" destId="{C921CDBB-8A38-40DE-924F-6C75AA745F86}" srcOrd="1" destOrd="0" presId="urn:microsoft.com/office/officeart/2005/8/layout/pyramid3"/>
    <dgm:cxn modelId="{1EDE275D-288D-400F-A605-0449E755A92F}" srcId="{2B924801-018C-4DA7-A7DB-47C405BA5F6C}" destId="{FDEEC284-B451-41A0-9F8C-DCC0D52A414F}" srcOrd="0" destOrd="0" parTransId="{BF18AAAD-CBCA-4EA3-99A6-EC9DF300DC3E}" sibTransId="{24BB23C0-287A-4682-8E45-31AA757B1503}"/>
    <dgm:cxn modelId="{B9CBEE42-F458-4EE9-B62C-163EC257B2A4}" srcId="{2B924801-018C-4DA7-A7DB-47C405BA5F6C}" destId="{42543B4F-D300-4ADB-9BB8-220D494FAB69}" srcOrd="2" destOrd="0" parTransId="{AC1F9B83-322E-41D9-9C60-40E54176E81D}" sibTransId="{0EC63BD0-1159-4152-BCEE-65875D023EE1}"/>
    <dgm:cxn modelId="{1F350D6F-0DCD-4699-8BD3-AF14416293C5}" srcId="{2B924801-018C-4DA7-A7DB-47C405BA5F6C}" destId="{423C801C-A033-4420-A9BB-D8B6FC360FE3}" srcOrd="4" destOrd="0" parTransId="{11613DD3-4FA4-4871-BA9C-7DFDD69789AE}" sibTransId="{719843C9-FE81-466C-AD14-99C888984FD8}"/>
    <dgm:cxn modelId="{AF8FA378-E59E-430F-BC2E-4D8A7876A2A5}" type="presOf" srcId="{3D25C76F-D3E9-46B9-A540-9531561DDCB7}" destId="{3FDB26B0-5CFC-4277-B806-55A33D52FF3C}" srcOrd="0" destOrd="0" presId="urn:microsoft.com/office/officeart/2005/8/layout/pyramid3"/>
    <dgm:cxn modelId="{DEE8CF82-3DA6-4ED0-99F3-C88A992D13CE}" type="presOf" srcId="{2B924801-018C-4DA7-A7DB-47C405BA5F6C}" destId="{3350BF27-69DA-4A5C-BC69-217731FBDD4F}" srcOrd="0" destOrd="0" presId="urn:microsoft.com/office/officeart/2005/8/layout/pyramid3"/>
    <dgm:cxn modelId="{04D1CB8E-52D9-47EA-945F-80FA7FC68267}" type="presOf" srcId="{42543B4F-D300-4ADB-9BB8-220D494FAB69}" destId="{677C0247-7895-47DC-ACCC-C8243E823E99}" srcOrd="1" destOrd="0" presId="urn:microsoft.com/office/officeart/2005/8/layout/pyramid3"/>
    <dgm:cxn modelId="{3C93FE96-AC90-4206-BCEF-D124FB7D9E5A}" type="presOf" srcId="{3D25C76F-D3E9-46B9-A540-9531561DDCB7}" destId="{8615D70E-E94C-42F1-BCDE-B65C7C9B93D8}" srcOrd="1" destOrd="0" presId="urn:microsoft.com/office/officeart/2005/8/layout/pyramid3"/>
    <dgm:cxn modelId="{1FD9079A-9755-4BA2-9544-19394C91BB23}" srcId="{2B924801-018C-4DA7-A7DB-47C405BA5F6C}" destId="{BF95C836-6943-46E5-A427-E687117ADB16}" srcOrd="1" destOrd="0" parTransId="{CE3A9B48-96C6-4190-81E6-825AC9F468A0}" sibTransId="{20828145-6F3F-4E6B-B1EA-AC436E650752}"/>
    <dgm:cxn modelId="{661330A1-7EAF-436D-B4E7-DF1739B00A22}" type="presOf" srcId="{BF95C836-6943-46E5-A427-E687117ADB16}" destId="{83B75EDB-AD4C-46CC-9B5F-7D64D97492C2}" srcOrd="1" destOrd="0" presId="urn:microsoft.com/office/officeart/2005/8/layout/pyramid3"/>
    <dgm:cxn modelId="{F26765C6-DC10-4E3A-B82C-D1B921F90391}" type="presOf" srcId="{FDEEC284-B451-41A0-9F8C-DCC0D52A414F}" destId="{5229BD99-0CC4-4D64-BB40-F7831218960F}" srcOrd="0" destOrd="0" presId="urn:microsoft.com/office/officeart/2005/8/layout/pyramid3"/>
    <dgm:cxn modelId="{12C90DCD-8F5D-480B-9DE3-1199458B9246}" type="presOf" srcId="{423C801C-A033-4420-A9BB-D8B6FC360FE3}" destId="{1C0955AA-08D6-4933-A4F0-2AFE0788579B}" srcOrd="0" destOrd="0" presId="urn:microsoft.com/office/officeart/2005/8/layout/pyramid3"/>
    <dgm:cxn modelId="{E002CEDF-7AF9-4F76-99DD-F6A95766AC3E}" type="presOf" srcId="{42543B4F-D300-4ADB-9BB8-220D494FAB69}" destId="{9748C0EC-1137-4230-A387-408CAA2F47A3}" srcOrd="0" destOrd="0" presId="urn:microsoft.com/office/officeart/2005/8/layout/pyramid3"/>
    <dgm:cxn modelId="{FA9F8BF3-1982-43D5-A026-3A9B2FC488E5}" type="presOf" srcId="{BF95C836-6943-46E5-A427-E687117ADB16}" destId="{3C5BBBA7-6111-4A93-B7AA-AD9E989B2E40}" srcOrd="0" destOrd="0" presId="urn:microsoft.com/office/officeart/2005/8/layout/pyramid3"/>
    <dgm:cxn modelId="{302FC6CB-593D-4938-A74A-97F38FAAD2C4}" type="presParOf" srcId="{3350BF27-69DA-4A5C-BC69-217731FBDD4F}" destId="{0E135143-868D-497D-AD19-78180ADF662B}" srcOrd="0" destOrd="0" presId="urn:microsoft.com/office/officeart/2005/8/layout/pyramid3"/>
    <dgm:cxn modelId="{5B188ECE-2964-42D9-B0C3-5C22A3502932}" type="presParOf" srcId="{0E135143-868D-497D-AD19-78180ADF662B}" destId="{5229BD99-0CC4-4D64-BB40-F7831218960F}" srcOrd="0" destOrd="0" presId="urn:microsoft.com/office/officeart/2005/8/layout/pyramid3"/>
    <dgm:cxn modelId="{F29E4BB9-240B-4900-AB40-06CD67DE80D3}" type="presParOf" srcId="{0E135143-868D-497D-AD19-78180ADF662B}" destId="{70FA6FA0-F930-4EAE-ABBB-55D7EC84C28E}" srcOrd="1" destOrd="0" presId="urn:microsoft.com/office/officeart/2005/8/layout/pyramid3"/>
    <dgm:cxn modelId="{13FCF14D-8A20-409D-B88F-4EA6E8BBE2B4}" type="presParOf" srcId="{3350BF27-69DA-4A5C-BC69-217731FBDD4F}" destId="{F343817A-2ECD-4990-9BAD-5DE8B5F47C67}" srcOrd="1" destOrd="0" presId="urn:microsoft.com/office/officeart/2005/8/layout/pyramid3"/>
    <dgm:cxn modelId="{E240174F-3DB6-4FB0-A755-FAE37558867A}" type="presParOf" srcId="{F343817A-2ECD-4990-9BAD-5DE8B5F47C67}" destId="{3C5BBBA7-6111-4A93-B7AA-AD9E989B2E40}" srcOrd="0" destOrd="0" presId="urn:microsoft.com/office/officeart/2005/8/layout/pyramid3"/>
    <dgm:cxn modelId="{6D1A9993-7BCC-4FFC-9A0C-595110BC9BD3}" type="presParOf" srcId="{F343817A-2ECD-4990-9BAD-5DE8B5F47C67}" destId="{83B75EDB-AD4C-46CC-9B5F-7D64D97492C2}" srcOrd="1" destOrd="0" presId="urn:microsoft.com/office/officeart/2005/8/layout/pyramid3"/>
    <dgm:cxn modelId="{1E625C20-2776-469F-9ACC-1DECC945389B}" type="presParOf" srcId="{3350BF27-69DA-4A5C-BC69-217731FBDD4F}" destId="{4C9A90BE-B78E-4B76-AF7A-6BCC7D417543}" srcOrd="2" destOrd="0" presId="urn:microsoft.com/office/officeart/2005/8/layout/pyramid3"/>
    <dgm:cxn modelId="{D2CC161A-06EB-492D-94A7-51B9A3E4076F}" type="presParOf" srcId="{4C9A90BE-B78E-4B76-AF7A-6BCC7D417543}" destId="{9748C0EC-1137-4230-A387-408CAA2F47A3}" srcOrd="0" destOrd="0" presId="urn:microsoft.com/office/officeart/2005/8/layout/pyramid3"/>
    <dgm:cxn modelId="{5EBB5B6E-165A-4C48-A54B-92BB4D9F295E}" type="presParOf" srcId="{4C9A90BE-B78E-4B76-AF7A-6BCC7D417543}" destId="{677C0247-7895-47DC-ACCC-C8243E823E99}" srcOrd="1" destOrd="0" presId="urn:microsoft.com/office/officeart/2005/8/layout/pyramid3"/>
    <dgm:cxn modelId="{87A75B1B-CC59-49D4-887E-C2241A555958}" type="presParOf" srcId="{3350BF27-69DA-4A5C-BC69-217731FBDD4F}" destId="{B0C977E7-BB76-4622-A040-88B243484204}" srcOrd="3" destOrd="0" presId="urn:microsoft.com/office/officeart/2005/8/layout/pyramid3"/>
    <dgm:cxn modelId="{BC0E31D6-0CE5-4CEB-8FC6-2A7019FB1413}" type="presParOf" srcId="{B0C977E7-BB76-4622-A040-88B243484204}" destId="{3FDB26B0-5CFC-4277-B806-55A33D52FF3C}" srcOrd="0" destOrd="0" presId="urn:microsoft.com/office/officeart/2005/8/layout/pyramid3"/>
    <dgm:cxn modelId="{37B6AD61-6FB3-4099-AC2C-16C9F1525275}" type="presParOf" srcId="{B0C977E7-BB76-4622-A040-88B243484204}" destId="{8615D70E-E94C-42F1-BCDE-B65C7C9B93D8}" srcOrd="1" destOrd="0" presId="urn:microsoft.com/office/officeart/2005/8/layout/pyramid3"/>
    <dgm:cxn modelId="{8A97E334-FAF1-4AC0-BE78-1FAEDE93F4D0}" type="presParOf" srcId="{3350BF27-69DA-4A5C-BC69-217731FBDD4F}" destId="{C59EC378-901D-400D-A505-9DA886648863}" srcOrd="4" destOrd="0" presId="urn:microsoft.com/office/officeart/2005/8/layout/pyramid3"/>
    <dgm:cxn modelId="{4E506645-B46B-4EC9-92EC-37DF0C0330E2}" type="presParOf" srcId="{C59EC378-901D-400D-A505-9DA886648863}" destId="{1C0955AA-08D6-4933-A4F0-2AFE0788579B}" srcOrd="0" destOrd="0" presId="urn:microsoft.com/office/officeart/2005/8/layout/pyramid3"/>
    <dgm:cxn modelId="{FCE6AAAB-BDFC-45C7-BA71-0402C0881CD4}" type="presParOf" srcId="{C59EC378-901D-400D-A505-9DA886648863}" destId="{C921CDBB-8A38-40DE-924F-6C75AA745F86}" srcOrd="1" destOrd="0" presId="urn:microsoft.com/office/officeart/2005/8/layout/pyramid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29BD99-0CC4-4D64-BB40-F7831218960F}">
      <dsp:nvSpPr>
        <dsp:cNvPr id="0" name=""/>
        <dsp:cNvSpPr/>
      </dsp:nvSpPr>
      <dsp:spPr>
        <a:xfrm rot="10800000">
          <a:off x="0" y="0"/>
          <a:ext cx="10490039" cy="895462"/>
        </a:xfrm>
        <a:prstGeom prst="trapezoid">
          <a:avLst>
            <a:gd name="adj" fmla="val 117147"/>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AU" sz="2100" kern="1200" dirty="0"/>
            <a:t>Building Act – Most Powerful</a:t>
          </a:r>
        </a:p>
      </dsp:txBody>
      <dsp:txXfrm rot="-10800000">
        <a:off x="1835756" y="0"/>
        <a:ext cx="6818525" cy="895462"/>
      </dsp:txXfrm>
    </dsp:sp>
    <dsp:sp modelId="{3C5BBBA7-6111-4A93-B7AA-AD9E989B2E40}">
      <dsp:nvSpPr>
        <dsp:cNvPr id="0" name=""/>
        <dsp:cNvSpPr/>
      </dsp:nvSpPr>
      <dsp:spPr>
        <a:xfrm rot="10800000">
          <a:off x="1049003" y="895462"/>
          <a:ext cx="8392031" cy="895462"/>
        </a:xfrm>
        <a:prstGeom prst="trapezoid">
          <a:avLst>
            <a:gd name="adj" fmla="val 117147"/>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AU" sz="2100" kern="1200" dirty="0"/>
            <a:t>Building Regulations</a:t>
          </a:r>
        </a:p>
      </dsp:txBody>
      <dsp:txXfrm rot="-10800000">
        <a:off x="2517609" y="895462"/>
        <a:ext cx="5454820" cy="895462"/>
      </dsp:txXfrm>
    </dsp:sp>
    <dsp:sp modelId="{9748C0EC-1137-4230-A387-408CAA2F47A3}">
      <dsp:nvSpPr>
        <dsp:cNvPr id="0" name=""/>
        <dsp:cNvSpPr/>
      </dsp:nvSpPr>
      <dsp:spPr>
        <a:xfrm rot="10800000">
          <a:off x="2098007" y="1790925"/>
          <a:ext cx="6294023" cy="895462"/>
        </a:xfrm>
        <a:prstGeom prst="trapezoid">
          <a:avLst>
            <a:gd name="adj" fmla="val 117147"/>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AU" sz="2100" kern="1200" dirty="0"/>
            <a:t>NCC Building Code of Australia</a:t>
          </a:r>
        </a:p>
      </dsp:txBody>
      <dsp:txXfrm rot="-10800000">
        <a:off x="3199461" y="1790925"/>
        <a:ext cx="4091115" cy="895462"/>
      </dsp:txXfrm>
    </dsp:sp>
    <dsp:sp modelId="{3FDB26B0-5CFC-4277-B806-55A33D52FF3C}">
      <dsp:nvSpPr>
        <dsp:cNvPr id="0" name=""/>
        <dsp:cNvSpPr/>
      </dsp:nvSpPr>
      <dsp:spPr>
        <a:xfrm rot="10800000">
          <a:off x="3147011" y="2686387"/>
          <a:ext cx="4196015" cy="895462"/>
        </a:xfrm>
        <a:prstGeom prst="trapezoid">
          <a:avLst>
            <a:gd name="adj" fmla="val 117147"/>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AU" sz="2100" kern="1200" dirty="0"/>
            <a:t>Australian Standards</a:t>
          </a:r>
        </a:p>
      </dsp:txBody>
      <dsp:txXfrm rot="-10800000">
        <a:off x="3881314" y="2686387"/>
        <a:ext cx="2727410" cy="895462"/>
      </dsp:txXfrm>
    </dsp:sp>
    <dsp:sp modelId="{1C0955AA-08D6-4933-A4F0-2AFE0788579B}">
      <dsp:nvSpPr>
        <dsp:cNvPr id="0" name=""/>
        <dsp:cNvSpPr/>
      </dsp:nvSpPr>
      <dsp:spPr>
        <a:xfrm rot="10800000">
          <a:off x="4196015" y="3581850"/>
          <a:ext cx="2098007" cy="895462"/>
        </a:xfrm>
        <a:prstGeom prst="trapezoid">
          <a:avLst>
            <a:gd name="adj" fmla="val 117147"/>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AU" sz="2100" kern="1200" dirty="0"/>
            <a:t>Other Publications and Documents</a:t>
          </a:r>
        </a:p>
      </dsp:txBody>
      <dsp:txXfrm rot="-10800000">
        <a:off x="4196015" y="3581850"/>
        <a:ext cx="2098007" cy="895462"/>
      </dsp:txXfrm>
    </dsp:sp>
  </dsp:spTree>
</dsp:drawing>
</file>

<file path=ppt/diagrams/layout1.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2C2B7137-6CE1-F74D-80B1-E1939CF18C0B}" type="datetimeFigureOut">
              <a:rPr lang="en-US" smtClean="0"/>
              <a:pPr/>
              <a:t>1/31/2025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448FA329-FEDE-3F45-9805-68CDC9FBB0EA}" type="slidenum">
              <a:rPr lang="en-US" smtClean="0"/>
              <a:pPr/>
              <a:t>‹#›</a:t>
            </a:fld>
            <a:endParaRPr lang="en-US" dirty="0"/>
          </a:p>
        </p:txBody>
      </p:sp>
    </p:spTree>
    <p:extLst>
      <p:ext uri="{BB962C8B-B14F-4D97-AF65-F5344CB8AC3E}">
        <p14:creationId xmlns:p14="http://schemas.microsoft.com/office/powerpoint/2010/main" val="377891344"/>
      </p:ext>
    </p:extLst>
  </p:cSld>
  <p:clrMap bg1="lt1" tx1="dk1" bg2="lt2" tx2="dk2" accent1="accent1" accent2="accent2" accent3="accent3" accent4="accent4" accent5="accent5" accent6="accent6" hlink="hlink" folHlink="folHlink"/>
  <p:notesStyle>
    <a:lvl1pPr marL="0" algn="l" defTabSz="914377" rtl="0" eaLnBrk="1" latinLnBrk="0" hangingPunct="1">
      <a:defRPr sz="1200" b="0" i="0" kern="1200">
        <a:solidFill>
          <a:schemeClr val="tx1"/>
        </a:solidFill>
        <a:latin typeface="Arial" panose="020B0604020202020204" pitchFamily="34" charset="0"/>
        <a:ea typeface="+mn-ea"/>
        <a:cs typeface="+mn-cs"/>
      </a:defRPr>
    </a:lvl1pPr>
    <a:lvl2pPr marL="457189" algn="l" defTabSz="914377" rtl="0" eaLnBrk="1" latinLnBrk="0" hangingPunct="1">
      <a:defRPr sz="1200" b="0" i="0" kern="1200">
        <a:solidFill>
          <a:schemeClr val="tx1"/>
        </a:solidFill>
        <a:latin typeface="Arial" panose="020B0604020202020204" pitchFamily="34" charset="0"/>
        <a:ea typeface="+mn-ea"/>
        <a:cs typeface="+mn-cs"/>
      </a:defRPr>
    </a:lvl2pPr>
    <a:lvl3pPr marL="914377" algn="l" defTabSz="914377" rtl="0" eaLnBrk="1" latinLnBrk="0" hangingPunct="1">
      <a:defRPr sz="1200" b="0" i="0" kern="1200">
        <a:solidFill>
          <a:schemeClr val="tx1"/>
        </a:solidFill>
        <a:latin typeface="Arial" panose="020B0604020202020204" pitchFamily="34" charset="0"/>
        <a:ea typeface="+mn-ea"/>
        <a:cs typeface="+mn-cs"/>
      </a:defRPr>
    </a:lvl3pPr>
    <a:lvl4pPr marL="1371566" algn="l" defTabSz="914377" rtl="0" eaLnBrk="1" latinLnBrk="0" hangingPunct="1">
      <a:defRPr sz="1200" b="0" i="0" kern="1200">
        <a:solidFill>
          <a:schemeClr val="tx1"/>
        </a:solidFill>
        <a:latin typeface="Arial" panose="020B0604020202020204" pitchFamily="34" charset="0"/>
        <a:ea typeface="+mn-ea"/>
        <a:cs typeface="+mn-cs"/>
      </a:defRPr>
    </a:lvl4pPr>
    <a:lvl5pPr marL="1828754" algn="l" defTabSz="914377" rtl="0" eaLnBrk="1" latinLnBrk="0" hangingPunct="1">
      <a:defRPr sz="1200" b="0" i="0" kern="1200">
        <a:solidFill>
          <a:schemeClr val="tx1"/>
        </a:solidFill>
        <a:latin typeface="Arial" panose="020B0604020202020204" pitchFamily="34" charset="0"/>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CECEC"/>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5D83670-F2E4-4145-A4CC-4F7098D5447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834075" y="5199199"/>
            <a:ext cx="3097618" cy="1425800"/>
          </a:xfrm>
          <a:prstGeom prst="rect">
            <a:avLst/>
          </a:prstGeom>
        </p:spPr>
      </p:pic>
      <p:pic>
        <p:nvPicPr>
          <p:cNvPr id="7" name="Picture 6">
            <a:extLst>
              <a:ext uri="{FF2B5EF4-FFF2-40B4-BE49-F238E27FC236}">
                <a16:creationId xmlns:a16="http://schemas.microsoft.com/office/drawing/2014/main" id="{7AA79F56-8623-DA4F-9154-E92CAF0C59E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812400" y="0"/>
            <a:ext cx="8379600" cy="5328000"/>
          </a:xfrm>
          <a:prstGeom prst="rect">
            <a:avLst/>
          </a:prstGeom>
        </p:spPr>
      </p:pic>
      <p:sp>
        <p:nvSpPr>
          <p:cNvPr id="11" name="Title 1">
            <a:extLst>
              <a:ext uri="{FF2B5EF4-FFF2-40B4-BE49-F238E27FC236}">
                <a16:creationId xmlns:a16="http://schemas.microsoft.com/office/drawing/2014/main" id="{3E359A20-5035-8442-A098-B8481C057802}"/>
              </a:ext>
            </a:extLst>
          </p:cNvPr>
          <p:cNvSpPr>
            <a:spLocks noGrp="1"/>
          </p:cNvSpPr>
          <p:nvPr>
            <p:ph type="ctrTitle" hasCustomPrompt="1"/>
          </p:nvPr>
        </p:nvSpPr>
        <p:spPr>
          <a:xfrm>
            <a:off x="591367" y="1967790"/>
            <a:ext cx="6859152" cy="1697037"/>
          </a:xfrm>
        </p:spPr>
        <p:txBody>
          <a:bodyPr lIns="36000" tIns="36000" rIns="36000" bIns="36000" anchor="t" anchorCtr="0">
            <a:noAutofit/>
          </a:bodyPr>
          <a:lstStyle>
            <a:lvl1pPr algn="l">
              <a:defRPr sz="4800" cap="none" baseline="0"/>
            </a:lvl1pPr>
          </a:lstStyle>
          <a:p>
            <a:r>
              <a:rPr lang="en-US" dirty="0"/>
              <a:t>Click to edit </a:t>
            </a:r>
            <a:br>
              <a:rPr lang="en-US" dirty="0"/>
            </a:br>
            <a:r>
              <a:rPr lang="en-US" dirty="0"/>
              <a:t>master title style</a:t>
            </a:r>
            <a:endParaRPr lang="en-AU" dirty="0"/>
          </a:p>
        </p:txBody>
      </p:sp>
      <p:sp>
        <p:nvSpPr>
          <p:cNvPr id="13" name="Subtitle 2">
            <a:extLst>
              <a:ext uri="{FF2B5EF4-FFF2-40B4-BE49-F238E27FC236}">
                <a16:creationId xmlns:a16="http://schemas.microsoft.com/office/drawing/2014/main" id="{ED524F03-A19D-AC44-9363-E34E3ECC37B6}"/>
              </a:ext>
            </a:extLst>
          </p:cNvPr>
          <p:cNvSpPr>
            <a:spLocks noGrp="1"/>
          </p:cNvSpPr>
          <p:nvPr>
            <p:ph type="subTitle" idx="1" hasCustomPrompt="1"/>
          </p:nvPr>
        </p:nvSpPr>
        <p:spPr>
          <a:xfrm>
            <a:off x="591369" y="3801838"/>
            <a:ext cx="8058151" cy="976841"/>
          </a:xfrm>
        </p:spPr>
        <p:txBody>
          <a:bodyPr lIns="36000" tIns="36000" rIns="36000" bIns="36000">
            <a:noAutofit/>
          </a:bodyPr>
          <a:lstStyle>
            <a:lvl1pPr marL="0" indent="0" algn="l">
              <a:buNone/>
              <a:defRPr sz="2400" b="0"/>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dirty="0"/>
              <a:t>Click to edit master subtitle style</a:t>
            </a:r>
            <a:endParaRPr lang="en-AU" dirty="0"/>
          </a:p>
        </p:txBody>
      </p:sp>
      <p:sp>
        <p:nvSpPr>
          <p:cNvPr id="8" name="TextBox 7">
            <a:extLst>
              <a:ext uri="{FF2B5EF4-FFF2-40B4-BE49-F238E27FC236}">
                <a16:creationId xmlns:a16="http://schemas.microsoft.com/office/drawing/2014/main" id="{EE004D8A-8ABC-6449-97E3-3B37B30C175B}"/>
              </a:ext>
            </a:extLst>
          </p:cNvPr>
          <p:cNvSpPr txBox="1"/>
          <p:nvPr userDrawn="1"/>
        </p:nvSpPr>
        <p:spPr>
          <a:xfrm>
            <a:off x="591367" y="6698538"/>
            <a:ext cx="9647031" cy="159462"/>
          </a:xfrm>
          <a:prstGeom prst="rect">
            <a:avLst/>
          </a:prstGeom>
          <a:noFill/>
        </p:spPr>
        <p:txBody>
          <a:bodyPr wrap="square" lIns="0" tIns="0" rIns="0" bIns="36000" rtlCol="0">
            <a:spAutoFit/>
          </a:bodyPr>
          <a:lstStyle/>
          <a:p>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10866136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Title Slide">
    <p:bg>
      <p:bgPr>
        <a:solidFill>
          <a:schemeClr val="accent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59C34E-6C23-7664-A6FF-A520EB5C657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834075" y="5199199"/>
            <a:ext cx="3097618" cy="1425800"/>
          </a:xfrm>
          <a:prstGeom prst="rect">
            <a:avLst/>
          </a:prstGeom>
        </p:spPr>
      </p:pic>
      <p:sp>
        <p:nvSpPr>
          <p:cNvPr id="12" name="TextBox 11">
            <a:extLst>
              <a:ext uri="{FF2B5EF4-FFF2-40B4-BE49-F238E27FC236}">
                <a16:creationId xmlns:a16="http://schemas.microsoft.com/office/drawing/2014/main" id="{53DAAF4F-61F9-ED0A-B599-3C8C7999092B}"/>
              </a:ext>
            </a:extLst>
          </p:cNvPr>
          <p:cNvSpPr txBox="1"/>
          <p:nvPr userDrawn="1"/>
        </p:nvSpPr>
        <p:spPr>
          <a:xfrm>
            <a:off x="591367" y="6707373"/>
            <a:ext cx="9647031" cy="159462"/>
          </a:xfrm>
          <a:prstGeom prst="rect">
            <a:avLst/>
          </a:prstGeom>
          <a:noFill/>
        </p:spPr>
        <p:txBody>
          <a:bodyPr wrap="square" lIns="0" tIns="0" rIns="0" bIns="36000" rtlCol="0">
            <a:noAutofit/>
          </a:bodyPr>
          <a:lstStyle/>
          <a:p>
            <a:r>
              <a:rPr lang="en-AU" sz="800" b="0" i="0" u="none" strike="noStrike" dirty="0">
                <a:solidFill>
                  <a:schemeClr val="tx1">
                    <a:lumMod val="65000"/>
                    <a:lumOff val="35000"/>
                  </a:schemeClr>
                </a:solidFill>
                <a:effectLst/>
                <a:latin typeface="Helvetica Neue" panose="02000503000000020004" pitchFamily="2" charset="0"/>
              </a:rPr>
              <a:t>©</a:t>
            </a:r>
            <a:r>
              <a:rPr lang="en-AU" sz="800" dirty="0">
                <a:solidFill>
                  <a:schemeClr val="tx1">
                    <a:lumMod val="65000"/>
                    <a:lumOff val="35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15" name="Title 1">
            <a:extLst>
              <a:ext uri="{FF2B5EF4-FFF2-40B4-BE49-F238E27FC236}">
                <a16:creationId xmlns:a16="http://schemas.microsoft.com/office/drawing/2014/main" id="{BA676A7E-1F92-F5DD-19AD-F9338B409BC7}"/>
              </a:ext>
            </a:extLst>
          </p:cNvPr>
          <p:cNvSpPr>
            <a:spLocks noGrp="1"/>
          </p:cNvSpPr>
          <p:nvPr>
            <p:ph type="ctrTitle" hasCustomPrompt="1"/>
          </p:nvPr>
        </p:nvSpPr>
        <p:spPr>
          <a:xfrm>
            <a:off x="591367" y="1967790"/>
            <a:ext cx="6859152" cy="1697037"/>
          </a:xfrm>
        </p:spPr>
        <p:txBody>
          <a:bodyPr lIns="36000" tIns="36000" rIns="36000" bIns="36000" anchor="t" anchorCtr="0">
            <a:noAutofit/>
          </a:bodyPr>
          <a:lstStyle>
            <a:lvl1pPr algn="l">
              <a:defRPr sz="4800" cap="none" baseline="0"/>
            </a:lvl1pPr>
          </a:lstStyle>
          <a:p>
            <a:r>
              <a:rPr lang="en-US" dirty="0"/>
              <a:t>Click to edit </a:t>
            </a:r>
            <a:br>
              <a:rPr lang="en-US" dirty="0"/>
            </a:br>
            <a:r>
              <a:rPr lang="en-US" dirty="0"/>
              <a:t>master title style</a:t>
            </a:r>
            <a:endParaRPr lang="en-AU" dirty="0"/>
          </a:p>
        </p:txBody>
      </p:sp>
      <p:sp>
        <p:nvSpPr>
          <p:cNvPr id="16" name="Subtitle 2">
            <a:extLst>
              <a:ext uri="{FF2B5EF4-FFF2-40B4-BE49-F238E27FC236}">
                <a16:creationId xmlns:a16="http://schemas.microsoft.com/office/drawing/2014/main" id="{12A66ADF-A69C-D692-4EBD-51E0ED52029B}"/>
              </a:ext>
            </a:extLst>
          </p:cNvPr>
          <p:cNvSpPr>
            <a:spLocks noGrp="1"/>
          </p:cNvSpPr>
          <p:nvPr>
            <p:ph type="subTitle" idx="1" hasCustomPrompt="1"/>
          </p:nvPr>
        </p:nvSpPr>
        <p:spPr>
          <a:xfrm>
            <a:off x="591369" y="3801838"/>
            <a:ext cx="8058151" cy="1095839"/>
          </a:xfrm>
        </p:spPr>
        <p:txBody>
          <a:bodyPr lIns="36000" tIns="36000" rIns="36000" bIns="36000">
            <a:noAutofit/>
          </a:bodyPr>
          <a:lstStyle>
            <a:lvl1pPr marL="0" indent="0" algn="l">
              <a:buNone/>
              <a:defRPr sz="2400" b="0"/>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dirty="0"/>
              <a:t>Click to edit master subtitle style</a:t>
            </a:r>
            <a:endParaRPr lang="en-AU" dirty="0"/>
          </a:p>
        </p:txBody>
      </p:sp>
      <p:pic>
        <p:nvPicPr>
          <p:cNvPr id="2" name="Picture 1">
            <a:extLst>
              <a:ext uri="{FF2B5EF4-FFF2-40B4-BE49-F238E27FC236}">
                <a16:creationId xmlns:a16="http://schemas.microsoft.com/office/drawing/2014/main" id="{647D9C09-20BA-30E8-179F-D5B69628E42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812400" y="0"/>
            <a:ext cx="8379600" cy="5328000"/>
          </a:xfrm>
          <a:prstGeom prst="rect">
            <a:avLst/>
          </a:prstGeom>
        </p:spPr>
      </p:pic>
    </p:spTree>
    <p:extLst>
      <p:ext uri="{BB962C8B-B14F-4D97-AF65-F5344CB8AC3E}">
        <p14:creationId xmlns:p14="http://schemas.microsoft.com/office/powerpoint/2010/main" val="3407642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Title Slide">
    <p:bg>
      <p:bgPr>
        <a:solidFill>
          <a:schemeClr val="tx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E359A20-5035-8442-A098-B8481C057802}"/>
              </a:ext>
            </a:extLst>
          </p:cNvPr>
          <p:cNvSpPr>
            <a:spLocks noGrp="1"/>
          </p:cNvSpPr>
          <p:nvPr>
            <p:ph type="ctrTitle" hasCustomPrompt="1"/>
          </p:nvPr>
        </p:nvSpPr>
        <p:spPr>
          <a:xfrm>
            <a:off x="641471" y="1967790"/>
            <a:ext cx="6859152" cy="1697037"/>
          </a:xfrm>
        </p:spPr>
        <p:txBody>
          <a:bodyPr lIns="36000" tIns="36000" rIns="36000" bIns="36000" anchor="t" anchorCtr="0">
            <a:noAutofit/>
          </a:bodyPr>
          <a:lstStyle>
            <a:lvl1pPr algn="l">
              <a:defRPr sz="4800" cap="none" baseline="0">
                <a:solidFill>
                  <a:schemeClr val="bg1"/>
                </a:solidFill>
              </a:defRPr>
            </a:lvl1pPr>
          </a:lstStyle>
          <a:p>
            <a:r>
              <a:rPr lang="en-US" dirty="0"/>
              <a:t>Click to edit </a:t>
            </a:r>
            <a:br>
              <a:rPr lang="en-US" dirty="0"/>
            </a:br>
            <a:r>
              <a:rPr lang="en-US" dirty="0"/>
              <a:t>master title style</a:t>
            </a:r>
            <a:endParaRPr lang="en-AU" dirty="0"/>
          </a:p>
        </p:txBody>
      </p:sp>
      <p:sp>
        <p:nvSpPr>
          <p:cNvPr id="13" name="Subtitle 2">
            <a:extLst>
              <a:ext uri="{FF2B5EF4-FFF2-40B4-BE49-F238E27FC236}">
                <a16:creationId xmlns:a16="http://schemas.microsoft.com/office/drawing/2014/main" id="{ED524F03-A19D-AC44-9363-E34E3ECC37B6}"/>
              </a:ext>
            </a:extLst>
          </p:cNvPr>
          <p:cNvSpPr>
            <a:spLocks noGrp="1"/>
          </p:cNvSpPr>
          <p:nvPr>
            <p:ph type="subTitle" idx="1" hasCustomPrompt="1"/>
          </p:nvPr>
        </p:nvSpPr>
        <p:spPr>
          <a:xfrm>
            <a:off x="641473" y="3801839"/>
            <a:ext cx="8058151" cy="1082332"/>
          </a:xfrm>
        </p:spPr>
        <p:txBody>
          <a:bodyPr lIns="36000" tIns="36000" rIns="36000" bIns="36000">
            <a:noAutofit/>
          </a:bodyPr>
          <a:lstStyle>
            <a:lvl1pPr marL="0" indent="0" algn="l">
              <a:buNone/>
              <a:defRPr sz="2400" b="0">
                <a:solidFill>
                  <a:schemeClr val="bg1"/>
                </a:solidFill>
              </a:defRPr>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dirty="0"/>
              <a:t>Click to edit master subtitle style</a:t>
            </a:r>
            <a:endParaRPr lang="en-AU" dirty="0"/>
          </a:p>
        </p:txBody>
      </p:sp>
      <p:pic>
        <p:nvPicPr>
          <p:cNvPr id="8" name="Picture 7">
            <a:extLst>
              <a:ext uri="{FF2B5EF4-FFF2-40B4-BE49-F238E27FC236}">
                <a16:creationId xmlns:a16="http://schemas.microsoft.com/office/drawing/2014/main" id="{333FBAC8-8DF8-934F-9301-1D7309E5B3D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834075" y="5211525"/>
            <a:ext cx="3097618" cy="1425798"/>
          </a:xfrm>
          <a:prstGeom prst="rect">
            <a:avLst/>
          </a:prstGeom>
        </p:spPr>
      </p:pic>
      <p:sp>
        <p:nvSpPr>
          <p:cNvPr id="12" name="TextBox 11">
            <a:extLst>
              <a:ext uri="{FF2B5EF4-FFF2-40B4-BE49-F238E27FC236}">
                <a16:creationId xmlns:a16="http://schemas.microsoft.com/office/drawing/2014/main" id="{FF2F004A-3E42-FC3E-2E5A-51F2E5F58ADE}"/>
              </a:ext>
            </a:extLst>
          </p:cNvPr>
          <p:cNvSpPr txBox="1"/>
          <p:nvPr userDrawn="1"/>
        </p:nvSpPr>
        <p:spPr>
          <a:xfrm>
            <a:off x="560631" y="6693585"/>
            <a:ext cx="9647031" cy="164415"/>
          </a:xfrm>
          <a:prstGeom prst="rect">
            <a:avLst/>
          </a:prstGeom>
          <a:noFill/>
        </p:spPr>
        <p:txBody>
          <a:bodyPr wrap="square" lIns="0" tIns="0" rIns="0" bIns="36000" rtlCol="0">
            <a:noAutofit/>
          </a:bodyPr>
          <a:lstStyle/>
          <a:p>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pic>
        <p:nvPicPr>
          <p:cNvPr id="2" name="Picture 1">
            <a:extLst>
              <a:ext uri="{FF2B5EF4-FFF2-40B4-BE49-F238E27FC236}">
                <a16:creationId xmlns:a16="http://schemas.microsoft.com/office/drawing/2014/main" id="{AFBE7F60-820F-BC4C-04A4-CBDFC816439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812400" y="0"/>
            <a:ext cx="8379600" cy="5328000"/>
          </a:xfrm>
          <a:prstGeom prst="rect">
            <a:avLst/>
          </a:prstGeom>
        </p:spPr>
      </p:pic>
    </p:spTree>
    <p:extLst>
      <p:ext uri="{BB962C8B-B14F-4D97-AF65-F5344CB8AC3E}">
        <p14:creationId xmlns:p14="http://schemas.microsoft.com/office/powerpoint/2010/main" val="420715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8" name="Title 1">
            <a:extLst>
              <a:ext uri="{FF2B5EF4-FFF2-40B4-BE49-F238E27FC236}">
                <a16:creationId xmlns:a16="http://schemas.microsoft.com/office/drawing/2014/main" id="{F5C74C50-5118-C547-9D88-948F63F0CBE0}"/>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a:t>
            </a: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17438" y="2938671"/>
            <a:ext cx="10652077" cy="1552541"/>
          </a:xfrm>
          <a:prstGeom prst="rect">
            <a:avLst/>
          </a:prstGeom>
        </p:spPr>
        <p:txBody>
          <a:bodyPr wrap="square" lIns="0" tIns="0" rIns="0" bIns="0">
            <a:sp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Victoria University acknowledges, recognises and respects the Ancestors, Elders and families of the Bunurong/Boonwurrung, Wadawurrung and Wurundjeri/Woiwurrung of the Kulin who are the traditional owners of University land in Victoria, the Gadigal and Guring-gai of the Eora Nation who are the traditional owners of University land in Sydney, and the </a:t>
            </a:r>
            <a:r>
              <a:rPr kumimoji="0" lang="en-A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Yugara</a:t>
            </a: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/YUgarapul people and Turrbal people living in Meanjin (Brisbane).</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17438" y="1525247"/>
            <a:ext cx="3300871" cy="1219199"/>
          </a:xfrm>
          <a:prstGeom prst="rect">
            <a:avLst/>
          </a:prstGeom>
        </p:spPr>
      </p:pic>
      <p:sp>
        <p:nvSpPr>
          <p:cNvPr id="13" name="TextBox 12">
            <a:extLst>
              <a:ext uri="{FF2B5EF4-FFF2-40B4-BE49-F238E27FC236}">
                <a16:creationId xmlns:a16="http://schemas.microsoft.com/office/drawing/2014/main" id="{EF778C99-F423-9445-A17B-BBB35FA59555}"/>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14" name="Straight Connector 13">
            <a:extLst>
              <a:ext uri="{FF2B5EF4-FFF2-40B4-BE49-F238E27FC236}">
                <a16:creationId xmlns:a16="http://schemas.microsoft.com/office/drawing/2014/main" id="{18A91586-DFAE-AA4D-9985-1D00DDDFFF0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6A21DE2-BA1C-0D4F-AA35-B64FD2CF55AE}"/>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15" name="Picture 14">
            <a:extLst>
              <a:ext uri="{FF2B5EF4-FFF2-40B4-BE49-F238E27FC236}">
                <a16:creationId xmlns:a16="http://schemas.microsoft.com/office/drawing/2014/main" id="{B2169999-43B5-6D41-AE93-8B696955433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6120FEEE-AEBC-7D12-0593-E211817910D1}"/>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39302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8" name="Title 1">
            <a:extLst>
              <a:ext uri="{FF2B5EF4-FFF2-40B4-BE49-F238E27FC236}">
                <a16:creationId xmlns:a16="http://schemas.microsoft.com/office/drawing/2014/main" id="{F5C74C50-5118-C547-9D88-948F63F0CBE0}"/>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 – Melbourne</a:t>
            </a: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17438" y="2938671"/>
            <a:ext cx="10768127" cy="2584234"/>
          </a:xfrm>
          <a:prstGeom prst="rect">
            <a:avLst/>
          </a:prstGeom>
        </p:spPr>
        <p:txBody>
          <a:bodyPr lIns="0" tIns="0" rIns="0" bIns="0">
            <a:sp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the Ancestors, Elders and families of the Kulin Nation who are the Traditional Owners of University land. We also acknowledge all Traditional Owners of Country throughout Victoria and pay our respect to their culture, and their Elders past, present and future</a:t>
            </a:r>
            <a:r>
              <a:rPr lang="en-AU" sz="1800" b="0" dirty="0">
                <a:solidFill>
                  <a:prstClr val="black"/>
                </a:solidFill>
              </a:rPr>
              <a:t>.</a:t>
            </a:r>
          </a:p>
          <a:p>
            <a:pPr marL="0" marR="0" lvl="0" indent="0" algn="l" defTabSz="914332" rtl="0" eaLnBrk="1" fontAlgn="auto" latinLnBrk="0" hangingPunct="1">
              <a:lnSpc>
                <a:spcPct val="114000"/>
              </a:lnSpc>
              <a:spcBef>
                <a:spcPts val="0"/>
              </a:spcBef>
              <a:spcAft>
                <a:spcPts val="1200"/>
              </a:spcAft>
              <a:buClrTx/>
              <a:buSzTx/>
              <a:buFont typeface="Arial" panose="020B0604020202020204" pitchFamily="34" charset="0"/>
              <a:buNone/>
              <a:tabLst/>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As we share our own knowledge practices within the University may we pay respect to the deep knowledge embedded within the Aboriginal community and their ownership of Country. </a:t>
            </a:r>
          </a:p>
          <a:p>
            <a:pPr marL="0" marR="0" lvl="0" indent="0" algn="l" defTabSz="914332" rtl="0" eaLnBrk="1" fontAlgn="auto" latinLnBrk="0" hangingPunct="1">
              <a:lnSpc>
                <a:spcPct val="114000"/>
              </a:lnSpc>
              <a:spcBef>
                <a:spcPts val="0"/>
              </a:spcBef>
              <a:spcAft>
                <a:spcPts val="1200"/>
              </a:spcAft>
              <a:buClrTx/>
              <a:buSzTx/>
              <a:buFont typeface="Arial" panose="020B0604020202020204" pitchFamily="34" charset="0"/>
              <a:buNone/>
              <a:tabLst/>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that the land on which we meet is a place of age old ceremonies of celebration, initiation and renewal and that the Kulin people’s living culture has a unique role in the life of this region.</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17438" y="1525247"/>
            <a:ext cx="3300871" cy="1219199"/>
          </a:xfrm>
          <a:prstGeom prst="rect">
            <a:avLst/>
          </a:prstGeom>
        </p:spPr>
      </p:pic>
      <p:sp>
        <p:nvSpPr>
          <p:cNvPr id="13" name="TextBox 12">
            <a:extLst>
              <a:ext uri="{FF2B5EF4-FFF2-40B4-BE49-F238E27FC236}">
                <a16:creationId xmlns:a16="http://schemas.microsoft.com/office/drawing/2014/main" id="{EF778C99-F423-9445-A17B-BBB35FA59555}"/>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14" name="Straight Connector 13">
            <a:extLst>
              <a:ext uri="{FF2B5EF4-FFF2-40B4-BE49-F238E27FC236}">
                <a16:creationId xmlns:a16="http://schemas.microsoft.com/office/drawing/2014/main" id="{18A91586-DFAE-AA4D-9985-1D00DDDFFF0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6A21DE2-BA1C-0D4F-AA35-B64FD2CF55AE}"/>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15" name="Picture 14">
            <a:extLst>
              <a:ext uri="{FF2B5EF4-FFF2-40B4-BE49-F238E27FC236}">
                <a16:creationId xmlns:a16="http://schemas.microsoft.com/office/drawing/2014/main" id="{B2169999-43B5-6D41-AE93-8B696955433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6120FEEE-AEBC-7D12-0593-E211817910D1}"/>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619909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08971" y="2938671"/>
            <a:ext cx="10768127" cy="2726635"/>
          </a:xfrm>
          <a:prstGeom prst="rect">
            <a:avLst/>
          </a:prstGeom>
        </p:spPr>
        <p:txBody>
          <a:bodyPr lIns="0" tIns="0" rIns="0" bIns="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the Ancestors, Elders and families of the Eora Nation who are the Traditional Owners of University land. We also acknowledge all Traditional Owners of Country throughout NSW and pay our respect to their culture, and their Elders past, present and future.</a:t>
            </a:r>
          </a:p>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As we share our own knowledge practices within the University may we pay respect to the deep knowledge embedded within the Aboriginal community and their ownership of Country. </a:t>
            </a:r>
          </a:p>
          <a:p>
            <a:pPr marL="0" marR="0" lvl="0" indent="0" algn="l" defTabSz="914332" rtl="0" eaLnBrk="1" fontAlgn="auto" latinLnBrk="0" hangingPunct="1">
              <a:lnSpc>
                <a:spcPct val="114000"/>
              </a:lnSpc>
              <a:spcBef>
                <a:spcPts val="0"/>
              </a:spcBef>
              <a:spcAft>
                <a:spcPts val="1200"/>
              </a:spcAft>
              <a:buClrTx/>
              <a:buSzTx/>
              <a:buFont typeface="Arial" panose="020B0604020202020204" pitchFamily="34" charset="0"/>
              <a:buNone/>
              <a:tabLst/>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that the land on which we meet is a place of age old ceremonies of celebration, initiation and renewal and that the Eora people’s living culture has a unique role in the life of this region.</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08971" y="1525247"/>
            <a:ext cx="3300871" cy="1219199"/>
          </a:xfrm>
          <a:prstGeom prst="rect">
            <a:avLst/>
          </a:prstGeom>
        </p:spPr>
      </p:pic>
      <p:pic>
        <p:nvPicPr>
          <p:cNvPr id="16" name="Picture 15">
            <a:extLst>
              <a:ext uri="{FF2B5EF4-FFF2-40B4-BE49-F238E27FC236}">
                <a16:creationId xmlns:a16="http://schemas.microsoft.com/office/drawing/2014/main" id="{57D03C71-71EB-324E-A605-96C89CD8C4B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22621" y="6231470"/>
            <a:ext cx="3095795" cy="626530"/>
          </a:xfrm>
          <a:prstGeom prst="rect">
            <a:avLst/>
          </a:prstGeom>
        </p:spPr>
      </p:pic>
      <p:sp>
        <p:nvSpPr>
          <p:cNvPr id="2" name="Title 1">
            <a:extLst>
              <a:ext uri="{FF2B5EF4-FFF2-40B4-BE49-F238E27FC236}">
                <a16:creationId xmlns:a16="http://schemas.microsoft.com/office/drawing/2014/main" id="{B23B7E52-AD65-4C57-202F-947C99536E2F}"/>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 – Sydney</a:t>
            </a:r>
          </a:p>
        </p:txBody>
      </p:sp>
      <p:sp>
        <p:nvSpPr>
          <p:cNvPr id="36" name="TextBox 35">
            <a:extLst>
              <a:ext uri="{FF2B5EF4-FFF2-40B4-BE49-F238E27FC236}">
                <a16:creationId xmlns:a16="http://schemas.microsoft.com/office/drawing/2014/main" id="{ECAA5867-94CB-B747-B1CE-22FA5823226C}"/>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3" name="TextBox 2">
            <a:extLst>
              <a:ext uri="{FF2B5EF4-FFF2-40B4-BE49-F238E27FC236}">
                <a16:creationId xmlns:a16="http://schemas.microsoft.com/office/drawing/2014/main" id="{4A5A148F-773B-E79E-89D7-947255F16FB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84C3E5E9-EEBF-2363-FE17-8C71050DB98F}"/>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9081FC1-A3AF-FC77-7B49-6204F036A6F0}"/>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Tree>
    <p:extLst>
      <p:ext uri="{BB962C8B-B14F-4D97-AF65-F5344CB8AC3E}">
        <p14:creationId xmlns:p14="http://schemas.microsoft.com/office/powerpoint/2010/main" val="1138583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08971" y="2947463"/>
            <a:ext cx="10768127" cy="2726635"/>
          </a:xfrm>
          <a:prstGeom prst="rect">
            <a:avLst/>
          </a:prstGeom>
        </p:spPr>
        <p:txBody>
          <a:bodyPr lIns="0" tIns="0" rIns="0" bIns="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0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the Ancestors, Elders and families of the Yulara/YUgarapul and Turrbal Nation who are the Traditional Owners of University land. We also acknowledge all Traditional Owners of Country throughout Queensland and pay our respect to their culture, and their Elders past, present and future.</a:t>
            </a:r>
          </a:p>
          <a:p>
            <a:pPr marL="0" lvl="0" indent="0">
              <a:lnSpc>
                <a:spcPct val="110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As we share our own knowledge practices within the University may we pay respect to the deep knowledge embedded within the Aboriginal community and their ownership of Country.</a:t>
            </a:r>
          </a:p>
          <a:p>
            <a:pPr marL="0" lvl="0" indent="0">
              <a:lnSpc>
                <a:spcPct val="110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that the land on which we meet is a place of age old ceremonies of celebration, initiation and renewal and that the Yulara/YUgarapul and Turrbal people's living culture has a unique role in the life of this region.</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08971" y="1525247"/>
            <a:ext cx="3300871" cy="1219199"/>
          </a:xfrm>
          <a:prstGeom prst="rect">
            <a:avLst/>
          </a:prstGeom>
        </p:spPr>
      </p:pic>
      <p:sp>
        <p:nvSpPr>
          <p:cNvPr id="2" name="Title 1">
            <a:extLst>
              <a:ext uri="{FF2B5EF4-FFF2-40B4-BE49-F238E27FC236}">
                <a16:creationId xmlns:a16="http://schemas.microsoft.com/office/drawing/2014/main" id="{B23B7E52-AD65-4C57-202F-947C99536E2F}"/>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 – Brisbane</a:t>
            </a:r>
          </a:p>
        </p:txBody>
      </p:sp>
      <p:sp>
        <p:nvSpPr>
          <p:cNvPr id="36" name="TextBox 35">
            <a:extLst>
              <a:ext uri="{FF2B5EF4-FFF2-40B4-BE49-F238E27FC236}">
                <a16:creationId xmlns:a16="http://schemas.microsoft.com/office/drawing/2014/main" id="{ECAA5867-94CB-B747-B1CE-22FA5823226C}"/>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3" name="TextBox 2">
            <a:extLst>
              <a:ext uri="{FF2B5EF4-FFF2-40B4-BE49-F238E27FC236}">
                <a16:creationId xmlns:a16="http://schemas.microsoft.com/office/drawing/2014/main" id="{4A5A148F-773B-E79E-89D7-947255F16FB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84C3E5E9-EEBF-2363-FE17-8C71050DB98F}"/>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9081FC1-A3AF-FC77-7B49-6204F036A6F0}"/>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6" name="Picture 5">
            <a:extLst>
              <a:ext uri="{FF2B5EF4-FFF2-40B4-BE49-F238E27FC236}">
                <a16:creationId xmlns:a16="http://schemas.microsoft.com/office/drawing/2014/main" id="{61AA56A9-5942-BD94-2BA8-BF441E3AFAFA}"/>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32494" y="6234007"/>
            <a:ext cx="3204595" cy="643467"/>
          </a:xfrm>
          <a:prstGeom prst="rect">
            <a:avLst/>
          </a:prstGeom>
        </p:spPr>
      </p:pic>
    </p:spTree>
    <p:extLst>
      <p:ext uri="{BB962C8B-B14F-4D97-AF65-F5344CB8AC3E}">
        <p14:creationId xmlns:p14="http://schemas.microsoft.com/office/powerpoint/2010/main" val="2543818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accent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5" name="Picture 14">
            <a:extLst>
              <a:ext uri="{FF2B5EF4-FFF2-40B4-BE49-F238E27FC236}">
                <a16:creationId xmlns:a16="http://schemas.microsoft.com/office/drawing/2014/main" id="{F44F8D07-75C1-D94C-B157-919A7496B41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6" name="TextBox 5">
            <a:extLst>
              <a:ext uri="{FF2B5EF4-FFF2-40B4-BE49-F238E27FC236}">
                <a16:creationId xmlns:a16="http://schemas.microsoft.com/office/drawing/2014/main" id="{8DD6CA7B-5747-1D76-6CE1-4BC5818EBA50}"/>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3" name="TextBox 2">
            <a:extLst>
              <a:ext uri="{FF2B5EF4-FFF2-40B4-BE49-F238E27FC236}">
                <a16:creationId xmlns:a16="http://schemas.microsoft.com/office/drawing/2014/main" id="{B3DF3D85-AD9F-C7FC-A1EC-D47BF2676F3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2330C086-7229-C924-60FF-D50B532A3DA6}"/>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3F23D11F-75ED-ED34-D148-922A0989343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2" name="Content Placeholder 2">
            <a:extLst>
              <a:ext uri="{FF2B5EF4-FFF2-40B4-BE49-F238E27FC236}">
                <a16:creationId xmlns:a16="http://schemas.microsoft.com/office/drawing/2014/main" id="{6847189C-4201-4056-D1B3-0984E848FD06}"/>
              </a:ext>
            </a:extLst>
          </p:cNvPr>
          <p:cNvSpPr>
            <a:spLocks noGrp="1"/>
          </p:cNvSpPr>
          <p:nvPr>
            <p:ph sz="half" idx="1" hasCustomPrompt="1"/>
          </p:nvPr>
        </p:nvSpPr>
        <p:spPr>
          <a:xfrm>
            <a:off x="399738" y="1503307"/>
            <a:ext cx="8019098" cy="1846659"/>
          </a:xfrm>
        </p:spPr>
        <p:txBody>
          <a:bodyPr wrap="square" lIns="0" tIns="0" rIns="0" bIns="0">
            <a:spAutoFit/>
          </a:bodyPr>
          <a:lstStyle>
            <a:lvl1pPr>
              <a:buClr>
                <a:schemeClr val="bg1"/>
              </a:buClr>
              <a:defRPr/>
            </a:lvl1pPr>
            <a:lvl2pPr>
              <a:buClr>
                <a:schemeClr val="bg1"/>
              </a:buClr>
              <a:defRPr/>
            </a:lvl2pPr>
            <a:lvl3pPr>
              <a:buClr>
                <a:schemeClr val="bg1"/>
              </a:buClr>
              <a:defRPr/>
            </a:lvl3pPr>
            <a:lvl4pPr>
              <a:buClr>
                <a:schemeClr val="bg1"/>
              </a:buClr>
              <a:defRPr/>
            </a:lvl4pPr>
            <a:lvl5pPr>
              <a:buClr>
                <a:schemeClr val="bg1"/>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Title Placeholder 1">
            <a:extLst>
              <a:ext uri="{FF2B5EF4-FFF2-40B4-BE49-F238E27FC236}">
                <a16:creationId xmlns:a16="http://schemas.microsoft.com/office/drawing/2014/main" id="{92C6084F-4814-B589-289A-A1DF9EDA27F7}"/>
              </a:ext>
            </a:extLst>
          </p:cNvPr>
          <p:cNvSpPr>
            <a:spLocks noGrp="1"/>
          </p:cNvSpPr>
          <p:nvPr>
            <p:ph type="title"/>
          </p:nvPr>
        </p:nvSpPr>
        <p:spPr>
          <a:xfrm>
            <a:off x="399738" y="343837"/>
            <a:ext cx="801909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2" name="Picture 1" descr="A picture containing pattern, symmetry, black, darkness&#10;&#10;Description automatically generated">
            <a:extLst>
              <a:ext uri="{FF2B5EF4-FFF2-40B4-BE49-F238E27FC236}">
                <a16:creationId xmlns:a16="http://schemas.microsoft.com/office/drawing/2014/main" id="{461E62F1-B92D-012C-3731-A9C3B7DD9E8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Tree>
    <p:extLst>
      <p:ext uri="{BB962C8B-B14F-4D97-AF65-F5344CB8AC3E}">
        <p14:creationId xmlns:p14="http://schemas.microsoft.com/office/powerpoint/2010/main" val="27649264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3" y="3"/>
            <a:ext cx="12192000" cy="6296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5400000">
            <a:off x="7150201" y="1189801"/>
            <a:ext cx="6231600" cy="3852000"/>
          </a:xfrm>
          <a:prstGeom prst="rect">
            <a:avLst/>
          </a:prstGeom>
        </p:spPr>
      </p:pic>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21" name="Picture 20">
            <a:extLst>
              <a:ext uri="{FF2B5EF4-FFF2-40B4-BE49-F238E27FC236}">
                <a16:creationId xmlns:a16="http://schemas.microsoft.com/office/drawing/2014/main" id="{B0523545-3227-E344-8808-B6DBDFF8FFC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043FA94E-A12A-1690-D93B-690C8944ECFA}"/>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EC1FDB05-9DA2-6468-7F29-063F6EBF524C}"/>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77C4FCF8-47CC-0EA3-8FF5-37B68069D8AC}"/>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2" name="Content Placeholder 2">
            <a:extLst>
              <a:ext uri="{FF2B5EF4-FFF2-40B4-BE49-F238E27FC236}">
                <a16:creationId xmlns:a16="http://schemas.microsoft.com/office/drawing/2014/main" id="{C188AFE5-FC84-C69B-2DB3-DF363E231931}"/>
              </a:ext>
            </a:extLst>
          </p:cNvPr>
          <p:cNvSpPr>
            <a:spLocks noGrp="1"/>
          </p:cNvSpPr>
          <p:nvPr>
            <p:ph sz="half" idx="1" hasCustomPrompt="1"/>
          </p:nvPr>
        </p:nvSpPr>
        <p:spPr>
          <a:xfrm>
            <a:off x="399738" y="1503307"/>
            <a:ext cx="8019098" cy="1846659"/>
          </a:xfrm>
        </p:spPr>
        <p:txBody>
          <a:bodyPr wrap="square" lIns="0" tIns="0" rIns="0" bIns="0">
            <a:spAutoFit/>
          </a:bodyPr>
          <a:lstStyle>
            <a:lvl1pPr marL="287986" indent="-287986">
              <a:buClr>
                <a:schemeClr val="accent1"/>
              </a:buClr>
              <a:buFont typeface=".Lucida Grande UI Regular"/>
              <a:buChar char="◆"/>
              <a:defRPr/>
            </a:lvl1pPr>
            <a:lvl2pPr marL="575972" indent="-287986">
              <a:buClr>
                <a:schemeClr val="accent1"/>
              </a:buClr>
              <a:buFont typeface=".Lucida Grande UI Regular"/>
              <a:buChar char="◆"/>
              <a:defRPr/>
            </a:lvl2pPr>
            <a:lvl3pPr marL="863957" indent="-287986">
              <a:buClr>
                <a:schemeClr val="accent1"/>
              </a:buClr>
              <a:buFont typeface=".Lucida Grande UI Regular"/>
              <a:buChar char="◆"/>
              <a:defRPr/>
            </a:lvl3pPr>
            <a:lvl4pPr marL="1151942" indent="-287986">
              <a:buClr>
                <a:schemeClr val="accent1"/>
              </a:buClr>
              <a:buFont typeface=".Lucida Grande UI Regular"/>
              <a:buChar char="◆"/>
              <a:defRPr/>
            </a:lvl4pPr>
            <a:lvl5pPr marL="1439928" indent="-287986">
              <a:buClr>
                <a:schemeClr val="accent1"/>
              </a:buClr>
              <a:buFont typeface=".Lucida Grande UI Regular"/>
              <a:buChar cha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5" name="Title Placeholder 1">
            <a:extLst>
              <a:ext uri="{FF2B5EF4-FFF2-40B4-BE49-F238E27FC236}">
                <a16:creationId xmlns:a16="http://schemas.microsoft.com/office/drawing/2014/main" id="{87E69F8A-40C2-95D8-6C78-2805150E05B5}"/>
              </a:ext>
            </a:extLst>
          </p:cNvPr>
          <p:cNvSpPr>
            <a:spLocks noGrp="1"/>
          </p:cNvSpPr>
          <p:nvPr>
            <p:ph type="title"/>
          </p:nvPr>
        </p:nvSpPr>
        <p:spPr>
          <a:xfrm>
            <a:off x="399738" y="343837"/>
            <a:ext cx="801909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screenshot, pattern, symmetry, black&#10;&#10;Description automatically generated">
            <a:extLst>
              <a:ext uri="{FF2B5EF4-FFF2-40B4-BE49-F238E27FC236}">
                <a16:creationId xmlns:a16="http://schemas.microsoft.com/office/drawing/2014/main" id="{C1E954CD-73EF-F046-EC10-62CA0E515E6C}"/>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4" name="TextBox 3">
            <a:extLst>
              <a:ext uri="{FF2B5EF4-FFF2-40B4-BE49-F238E27FC236}">
                <a16:creationId xmlns:a16="http://schemas.microsoft.com/office/drawing/2014/main" id="{89C82B84-00EE-0914-CA5E-9D26D54E1F2E}"/>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605588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6_Custom Layout">
    <p:bg>
      <p:bgPr>
        <a:solidFill>
          <a:schemeClr val="tx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3" name="Picture 12">
            <a:extLst>
              <a:ext uri="{FF2B5EF4-FFF2-40B4-BE49-F238E27FC236}">
                <a16:creationId xmlns:a16="http://schemas.microsoft.com/office/drawing/2014/main" id="{648DAA79-5972-9941-8B04-9BF74EBDBD5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67377D2E-6CCF-9089-33FD-811A6A9F95EB}"/>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0994AC71-BF86-0E9E-548C-85F0AB3A1C9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B98D3903-AEC4-13D2-283D-4805D7246F25}"/>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9" name="Content Placeholder 2">
            <a:extLst>
              <a:ext uri="{FF2B5EF4-FFF2-40B4-BE49-F238E27FC236}">
                <a16:creationId xmlns:a16="http://schemas.microsoft.com/office/drawing/2014/main" id="{2095D537-8F4D-C169-F01F-5278C969AACD}"/>
              </a:ext>
            </a:extLst>
          </p:cNvPr>
          <p:cNvSpPr>
            <a:spLocks noGrp="1"/>
          </p:cNvSpPr>
          <p:nvPr>
            <p:ph sz="half" idx="1" hasCustomPrompt="1"/>
          </p:nvPr>
        </p:nvSpPr>
        <p:spPr>
          <a:xfrm>
            <a:off x="399738" y="1503307"/>
            <a:ext cx="8019098" cy="1846659"/>
          </a:xfrm>
        </p:spPr>
        <p:txBody>
          <a:bodyPr wrap="square" lIns="0" tIns="0" rIns="0" bIns="0">
            <a:spAutoFit/>
          </a:bodyPr>
          <a:lstStyle>
            <a:lvl1pPr marL="287986" indent="-287986">
              <a:buClr>
                <a:schemeClr val="accent1"/>
              </a:buClr>
              <a:buFont typeface=".Lucida Grande UI Regular"/>
              <a:buChar char="◆"/>
              <a:defRPr>
                <a:solidFill>
                  <a:schemeClr val="bg1"/>
                </a:solidFill>
              </a:defRPr>
            </a:lvl1pPr>
            <a:lvl2pPr marL="575972" indent="-287986">
              <a:buClr>
                <a:schemeClr val="accent1"/>
              </a:buClr>
              <a:buFont typeface=".Lucida Grande UI Regular"/>
              <a:buChar char="◆"/>
              <a:defRPr>
                <a:solidFill>
                  <a:schemeClr val="bg1"/>
                </a:solidFill>
              </a:defRPr>
            </a:lvl2pPr>
            <a:lvl3pPr marL="863957" indent="-287986">
              <a:buClr>
                <a:schemeClr val="accent1"/>
              </a:buClr>
              <a:buFont typeface=".Lucida Grande UI Regular"/>
              <a:buChar char="◆"/>
              <a:defRPr>
                <a:solidFill>
                  <a:schemeClr val="bg1"/>
                </a:solidFill>
              </a:defRPr>
            </a:lvl3pPr>
            <a:lvl4pPr marL="1151942" indent="-287986">
              <a:buClr>
                <a:schemeClr val="accent1"/>
              </a:buClr>
              <a:buFont typeface=".Lucida Grande UI Regular"/>
              <a:buChar char="◆"/>
              <a:defRPr>
                <a:solidFill>
                  <a:schemeClr val="bg1"/>
                </a:solidFill>
              </a:defRPr>
            </a:lvl4pPr>
            <a:lvl5pPr marL="1439928" indent="-287986">
              <a:buClr>
                <a:schemeClr val="accent1"/>
              </a:buClr>
              <a:buFont typeface=".Lucida Grande UI Regular"/>
              <a:buChar cha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Title Placeholder 1">
            <a:extLst>
              <a:ext uri="{FF2B5EF4-FFF2-40B4-BE49-F238E27FC236}">
                <a16:creationId xmlns:a16="http://schemas.microsoft.com/office/drawing/2014/main" id="{49659056-15A5-782B-90B5-388BDE47CCDB}"/>
              </a:ext>
            </a:extLst>
          </p:cNvPr>
          <p:cNvSpPr>
            <a:spLocks noGrp="1"/>
          </p:cNvSpPr>
          <p:nvPr>
            <p:ph type="title"/>
          </p:nvPr>
        </p:nvSpPr>
        <p:spPr>
          <a:xfrm>
            <a:off x="399737" y="343837"/>
            <a:ext cx="11365319" cy="443198"/>
          </a:xfrm>
          <a:prstGeom prst="rect">
            <a:avLst/>
          </a:prstGeom>
        </p:spPr>
        <p:txBody>
          <a:bodyPr vert="horz" wrap="square" lIns="0" tIns="0" rIns="0" bIns="0" rtlCol="0" anchor="t" anchorCtr="0">
            <a:spAutoFit/>
          </a:bodyPr>
          <a:lstStyle>
            <a:lvl1pPr>
              <a:defRPr>
                <a:solidFill>
                  <a:schemeClr val="bg1"/>
                </a:solidFill>
              </a:defRPr>
            </a:lvl1pPr>
          </a:lstStyle>
          <a:p>
            <a:r>
              <a:rPr lang="en-US"/>
              <a:t>Click to edit Master title style</a:t>
            </a:r>
            <a:endParaRPr lang="en-US" dirty="0"/>
          </a:p>
        </p:txBody>
      </p:sp>
      <p:pic>
        <p:nvPicPr>
          <p:cNvPr id="2" name="Picture 1" descr="A picture containing screenshot, pattern, symmetry, black&#10;&#10;Description automatically generated">
            <a:extLst>
              <a:ext uri="{FF2B5EF4-FFF2-40B4-BE49-F238E27FC236}">
                <a16:creationId xmlns:a16="http://schemas.microsoft.com/office/drawing/2014/main" id="{0A4FD1D8-7099-AE7B-C4BE-9297B45BEE0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4" name="TextBox 3">
            <a:extLst>
              <a:ext uri="{FF2B5EF4-FFF2-40B4-BE49-F238E27FC236}">
                <a16:creationId xmlns:a16="http://schemas.microsoft.com/office/drawing/2014/main" id="{17282052-A3B6-1416-E3D3-DD738668A839}"/>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45195340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61516" y="2248455"/>
            <a:ext cx="6297023" cy="1291498"/>
          </a:xfrm>
        </p:spPr>
        <p:txBody>
          <a:bodyPr/>
          <a:lstStyle>
            <a:lvl1pPr>
              <a:defRPr sz="4400">
                <a:solidFill>
                  <a:schemeClr val="tx1"/>
                </a:solidFill>
              </a:defRPr>
            </a:lvl1pPr>
          </a:lstStyle>
          <a:p>
            <a:r>
              <a:rPr lang="en-GB" dirty="0"/>
              <a:t>Click to edit master title style</a:t>
            </a:r>
            <a:endParaRPr lang="en-US" dirty="0"/>
          </a:p>
        </p:txBody>
      </p:sp>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519FEDA2-B9A7-CC46-A50F-E76C7B57A2A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68BB3307-2F1C-144B-FCE9-6CF1594D73D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8465500A-1AE8-9466-F533-026B217BF9E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5318FDA1-31F4-0E44-BC1A-C7897BD3A766}"/>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pattern, symmetry, black, darkness&#10;&#10;Description automatically generated">
            <a:extLst>
              <a:ext uri="{FF2B5EF4-FFF2-40B4-BE49-F238E27FC236}">
                <a16:creationId xmlns:a16="http://schemas.microsoft.com/office/drawing/2014/main" id="{C399F179-FE58-5CAD-8D38-7F0528E3341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D2EF5C8C-EDAC-C213-0C59-8A31586D9573}"/>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057688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68696" y="2248385"/>
            <a:ext cx="5944683" cy="1291498"/>
          </a:xfrm>
        </p:spPr>
        <p:txBody>
          <a:bodyPr/>
          <a:lstStyle>
            <a:lvl1pPr>
              <a:defRPr sz="4400">
                <a:solidFill>
                  <a:schemeClr val="tx1"/>
                </a:solidFill>
              </a:defRPr>
            </a:lvl1pPr>
          </a:lstStyle>
          <a:p>
            <a:r>
              <a:rPr lang="en-GB" dirty="0"/>
              <a:t>Click to edit master title style</a:t>
            </a:r>
            <a:endParaRPr lang="en-US" dirty="0"/>
          </a:p>
        </p:txBody>
      </p:sp>
      <p:sp>
        <p:nvSpPr>
          <p:cNvPr id="16" name="Rectangle 15">
            <a:extLst>
              <a:ext uri="{FF2B5EF4-FFF2-40B4-BE49-F238E27FC236}">
                <a16:creationId xmlns:a16="http://schemas.microsoft.com/office/drawing/2014/main" id="{AD936BE6-6112-6D41-8366-3E182182E9E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9" name="Picture 8">
            <a:extLst>
              <a:ext uri="{FF2B5EF4-FFF2-40B4-BE49-F238E27FC236}">
                <a16:creationId xmlns:a16="http://schemas.microsoft.com/office/drawing/2014/main" id="{4CE00F83-B7B4-2D46-8819-128947031A5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3AEBA50B-7961-3D47-9173-5819A153BC11}"/>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6E10178E-5855-5B93-810C-4B75E9B89500}"/>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B390DAE2-14BE-5523-40C4-348BD64882EC}"/>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3E5BC234-63C3-57D1-1CBA-2583553C165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5" name="TextBox 4">
            <a:extLst>
              <a:ext uri="{FF2B5EF4-FFF2-40B4-BE49-F238E27FC236}">
                <a16:creationId xmlns:a16="http://schemas.microsoft.com/office/drawing/2014/main" id="{1D7A7BE8-C041-8BBD-B434-FE81A346FFEF}"/>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4604960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53060" y="2280665"/>
            <a:ext cx="6253479" cy="1291498"/>
          </a:xfrm>
        </p:spPr>
        <p:txBody>
          <a:bodyPr/>
          <a:lstStyle>
            <a:lvl1pPr>
              <a:defRPr sz="4400">
                <a:solidFill>
                  <a:schemeClr val="accent1"/>
                </a:solidFill>
              </a:defRPr>
            </a:lvl1pPr>
          </a:lstStyle>
          <a:p>
            <a:r>
              <a:rPr lang="en-GB" dirty="0"/>
              <a:t>Click to edit master title style</a:t>
            </a:r>
            <a:endParaRPr lang="en-US" dirty="0"/>
          </a:p>
        </p:txBody>
      </p:sp>
      <p:sp>
        <p:nvSpPr>
          <p:cNvPr id="16" name="Rectangle 15">
            <a:extLst>
              <a:ext uri="{FF2B5EF4-FFF2-40B4-BE49-F238E27FC236}">
                <a16:creationId xmlns:a16="http://schemas.microsoft.com/office/drawing/2014/main" id="{AD936BE6-6112-6D41-8366-3E182182E9E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61B92C45-3EDE-074C-8187-1049CCED899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9394BC0D-EB47-34BA-C559-25F41DEAAB57}"/>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7EF284EC-B11E-6252-04AB-2D31CA4D0058}"/>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D17EA44B-2C6D-C5C3-A77F-36A87FA389FA}"/>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pattern, symmetry, black, darkness&#10;&#10;Description automatically generated">
            <a:extLst>
              <a:ext uri="{FF2B5EF4-FFF2-40B4-BE49-F238E27FC236}">
                <a16:creationId xmlns:a16="http://schemas.microsoft.com/office/drawing/2014/main" id="{48C78B85-0731-9269-63F5-138D9D1EEE85}"/>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F9B804B7-35A1-E5DD-99CF-4DC7D88AD30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3726414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6C291E2-CD12-2D47-B250-71F0C55CD07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468BB1F6-1F9C-4B43-A3CF-73D42034484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3" name="Content Placeholder 2">
            <a:extLst>
              <a:ext uri="{FF2B5EF4-FFF2-40B4-BE49-F238E27FC236}">
                <a16:creationId xmlns:a16="http://schemas.microsoft.com/office/drawing/2014/main" id="{A74221F2-C39C-8F76-AFB7-65BC0BEE7617}"/>
              </a:ext>
            </a:extLst>
          </p:cNvPr>
          <p:cNvSpPr>
            <a:spLocks noGrp="1"/>
          </p:cNvSpPr>
          <p:nvPr>
            <p:ph sz="half" idx="12" hasCustomPrompt="1"/>
          </p:nvPr>
        </p:nvSpPr>
        <p:spPr>
          <a:xfrm>
            <a:off x="399737" y="1503307"/>
            <a:ext cx="8577208" cy="1846659"/>
          </a:xfrm>
        </p:spPr>
        <p:txBody>
          <a:bodyPr wrap="square" lIns="0" tIns="0" rIns="0" bIns="0">
            <a:spAutoFit/>
          </a:bodyPr>
          <a:lstStyle>
            <a:lvl1pPr marL="0" indent="0">
              <a:buFontTx/>
              <a:buNone/>
              <a:defRPr/>
            </a:lvl1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51ECFDD3-6A5B-2187-AD2A-25D51A21C75E}"/>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3" name="Straight Connector 2">
            <a:extLst>
              <a:ext uri="{FF2B5EF4-FFF2-40B4-BE49-F238E27FC236}">
                <a16:creationId xmlns:a16="http://schemas.microsoft.com/office/drawing/2014/main" id="{7B1B1C2A-CA9B-7E2C-7E63-8ECC4C95C1B7}"/>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F231DEA-F0DD-4F75-82AB-BC6051D889C3}"/>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D65F1039-B6AF-37AF-17C2-921C2AE213E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4" name="Picture 3" descr="A picture containing screenshot, pattern, symmetry, black&#10;&#10;Description automatically generated">
            <a:extLst>
              <a:ext uri="{FF2B5EF4-FFF2-40B4-BE49-F238E27FC236}">
                <a16:creationId xmlns:a16="http://schemas.microsoft.com/office/drawing/2014/main" id="{C04A9EE1-6933-3437-8FDA-A20B7A21531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6" name="TextBox 5">
            <a:extLst>
              <a:ext uri="{FF2B5EF4-FFF2-40B4-BE49-F238E27FC236}">
                <a16:creationId xmlns:a16="http://schemas.microsoft.com/office/drawing/2014/main" id="{2FCB0FC2-2364-F3F5-C032-955AB04CCD97}"/>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99129643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399737" y="1503304"/>
            <a:ext cx="9082830" cy="4502724"/>
          </a:xfrm>
        </p:spPr>
        <p:txBody>
          <a:bodyPr/>
          <a:lstStyle>
            <a:lvl1pPr marL="0" indent="0">
              <a:buClr>
                <a:schemeClr val="bg1"/>
              </a:buClr>
              <a:buFontTx/>
              <a:buNone/>
              <a:defRPr>
                <a:solidFill>
                  <a:schemeClr val="tx1"/>
                </a:solidFill>
              </a:defRPr>
            </a:lvl1pPr>
            <a:lvl2pPr marL="6350" indent="0">
              <a:buClr>
                <a:schemeClr val="bg1"/>
              </a:buClr>
              <a:buFontTx/>
              <a:buNone/>
              <a:tabLst/>
              <a:defRPr>
                <a:solidFill>
                  <a:schemeClr val="tx1"/>
                </a:solidFill>
              </a:defRPr>
            </a:lvl2pPr>
            <a:lvl3pPr marL="6350" indent="0">
              <a:buClr>
                <a:schemeClr val="bg1"/>
              </a:buClr>
              <a:buFontTx/>
              <a:buNone/>
              <a:tabLst/>
              <a:defRPr>
                <a:solidFill>
                  <a:schemeClr val="tx1"/>
                </a:solidFill>
              </a:defRPr>
            </a:lvl3pPr>
            <a:lvl4pPr marL="6350" indent="0">
              <a:buClr>
                <a:schemeClr val="bg1"/>
              </a:buClr>
              <a:buFontTx/>
              <a:buNone/>
              <a:tabLst/>
              <a:defRPr>
                <a:solidFill>
                  <a:schemeClr val="tx1"/>
                </a:solidFill>
              </a:defRPr>
            </a:lvl4pPr>
            <a:lvl5pPr marL="6350" indent="0">
              <a:buClr>
                <a:schemeClr val="bg1"/>
              </a:buClr>
              <a:buFontTx/>
              <a:buNone/>
              <a:tabLst/>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B05C9648-CD8C-3949-987A-32564A1A21E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7" name="TextBox 6">
            <a:extLst>
              <a:ext uri="{FF2B5EF4-FFF2-40B4-BE49-F238E27FC236}">
                <a16:creationId xmlns:a16="http://schemas.microsoft.com/office/drawing/2014/main" id="{91251687-52D0-8BD9-F9CA-059AFDE4E3E3}"/>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2" name="TextBox 1">
            <a:extLst>
              <a:ext uri="{FF2B5EF4-FFF2-40B4-BE49-F238E27FC236}">
                <a16:creationId xmlns:a16="http://schemas.microsoft.com/office/drawing/2014/main" id="{2C55AED4-7EF0-58C9-A0AF-6CCF60EB916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3FC2459D-3136-6570-1015-F0E7F013F55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6D1CCEE3-5553-491F-0F18-375DCD363633}"/>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0BFC678E-FC47-CB24-5767-2B76D2BC4DB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screenshot, pattern, symmetry, black&#10;&#10;Description automatically generated">
            <a:extLst>
              <a:ext uri="{FF2B5EF4-FFF2-40B4-BE49-F238E27FC236}">
                <a16:creationId xmlns:a16="http://schemas.microsoft.com/office/drawing/2014/main" id="{442314FD-05D8-069B-F2D0-F184D1B8C44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Tree>
    <p:extLst>
      <p:ext uri="{BB962C8B-B14F-4D97-AF65-F5344CB8AC3E}">
        <p14:creationId xmlns:p14="http://schemas.microsoft.com/office/powerpoint/2010/main" val="22040877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Content with Caption">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AE8C87C-B0FB-B74B-98A8-02318D332ADA}"/>
              </a:ext>
            </a:extLst>
          </p:cNvPr>
          <p:cNvSpPr>
            <a:spLocks noGrp="1"/>
          </p:cNvSpPr>
          <p:nvPr>
            <p:ph type="body" sz="half" idx="2" hasCustomPrompt="1"/>
          </p:nvPr>
        </p:nvSpPr>
        <p:spPr>
          <a:xfrm>
            <a:off x="399737" y="1503307"/>
            <a:ext cx="11459536" cy="4437560"/>
          </a:xfrm>
        </p:spPr>
        <p:txBody>
          <a:bodyPr>
            <a:no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0"/>
            <a:endParaRPr lang="en-GB" dirty="0"/>
          </a:p>
        </p:txBody>
      </p:sp>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9" name="Picture 8">
            <a:extLst>
              <a:ext uri="{FF2B5EF4-FFF2-40B4-BE49-F238E27FC236}">
                <a16:creationId xmlns:a16="http://schemas.microsoft.com/office/drawing/2014/main" id="{88CC51C9-ECA3-5340-ABCF-83B40312B6F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A1421B67-4D43-BB08-5C10-8A16073BF4A9}"/>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5" name="Straight Connector 4">
            <a:extLst>
              <a:ext uri="{FF2B5EF4-FFF2-40B4-BE49-F238E27FC236}">
                <a16:creationId xmlns:a16="http://schemas.microsoft.com/office/drawing/2014/main" id="{BD44A885-303D-A3BF-98BD-56CEDAD5105C}"/>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F783C8F0-25AE-E07D-A37F-3D558E5051DE}"/>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3" name="Title Placeholder 1">
            <a:extLst>
              <a:ext uri="{FF2B5EF4-FFF2-40B4-BE49-F238E27FC236}">
                <a16:creationId xmlns:a16="http://schemas.microsoft.com/office/drawing/2014/main" id="{5F66D656-9888-1A15-623F-3B0417C10EDC}"/>
              </a:ext>
            </a:extLst>
          </p:cNvPr>
          <p:cNvSpPr>
            <a:spLocks noGrp="1"/>
          </p:cNvSpPr>
          <p:nvPr>
            <p:ph type="title"/>
          </p:nvPr>
        </p:nvSpPr>
        <p:spPr>
          <a:xfrm>
            <a:off x="399737" y="343837"/>
            <a:ext cx="11459535"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6556BFC7-55B8-DA91-E08B-08C9D419006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2020587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Content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63CA3AD-6B9A-AD41-A7E7-9462E6B533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7" name="Text Placeholder 3">
            <a:extLst>
              <a:ext uri="{FF2B5EF4-FFF2-40B4-BE49-F238E27FC236}">
                <a16:creationId xmlns:a16="http://schemas.microsoft.com/office/drawing/2014/main" id="{2AD421B6-4912-5A45-8D3C-2FB70C1FC801}"/>
              </a:ext>
            </a:extLst>
          </p:cNvPr>
          <p:cNvSpPr>
            <a:spLocks noGrp="1"/>
          </p:cNvSpPr>
          <p:nvPr>
            <p:ph type="body" sz="half" idx="13" hasCustomPrompt="1"/>
          </p:nvPr>
        </p:nvSpPr>
        <p:spPr>
          <a:xfrm>
            <a:off x="6257217" y="1503307"/>
            <a:ext cx="5557512" cy="4404516"/>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0"/>
            <a:endParaRPr lang="en-GB" dirty="0"/>
          </a:p>
        </p:txBody>
      </p:sp>
      <p:sp>
        <p:nvSpPr>
          <p:cNvPr id="18" name="Text Placeholder 3">
            <a:extLst>
              <a:ext uri="{FF2B5EF4-FFF2-40B4-BE49-F238E27FC236}">
                <a16:creationId xmlns:a16="http://schemas.microsoft.com/office/drawing/2014/main" id="{D9240F03-0365-FDB5-6FE3-B61E81C37404}"/>
              </a:ext>
            </a:extLst>
          </p:cNvPr>
          <p:cNvSpPr>
            <a:spLocks noGrp="1"/>
          </p:cNvSpPr>
          <p:nvPr>
            <p:ph type="body" sz="half" idx="14" hasCustomPrompt="1"/>
          </p:nvPr>
        </p:nvSpPr>
        <p:spPr>
          <a:xfrm>
            <a:off x="399737" y="1503307"/>
            <a:ext cx="5557512" cy="4404516"/>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0"/>
            <a:endParaRPr lang="en-GB" dirty="0"/>
          </a:p>
        </p:txBody>
      </p:sp>
      <p:sp>
        <p:nvSpPr>
          <p:cNvPr id="2" name="TextBox 1">
            <a:extLst>
              <a:ext uri="{FF2B5EF4-FFF2-40B4-BE49-F238E27FC236}">
                <a16:creationId xmlns:a16="http://schemas.microsoft.com/office/drawing/2014/main" id="{31DE070B-2ECD-757E-05B7-7D464A7D7801}"/>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01B07F9F-A015-7CF7-1B3A-D6BC0DAEBEA6}"/>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F78BD73-7173-1382-04CA-8E1199A5443A}"/>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2" name="Title Placeholder 1">
            <a:extLst>
              <a:ext uri="{FF2B5EF4-FFF2-40B4-BE49-F238E27FC236}">
                <a16:creationId xmlns:a16="http://schemas.microsoft.com/office/drawing/2014/main" id="{1D24DA40-BF0E-B7A6-8CDB-6DD58F73843B}"/>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D74CE0A5-424F-1D7C-1A49-A1B6B9A8A007}"/>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3063680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5" name="Text Placeholder 3">
            <a:extLst>
              <a:ext uri="{FF2B5EF4-FFF2-40B4-BE49-F238E27FC236}">
                <a16:creationId xmlns:a16="http://schemas.microsoft.com/office/drawing/2014/main" id="{8D041142-4F7A-A180-B4EF-B8B9A8A9977E}"/>
              </a:ext>
            </a:extLst>
          </p:cNvPr>
          <p:cNvSpPr>
            <a:spLocks noGrp="1"/>
          </p:cNvSpPr>
          <p:nvPr>
            <p:ph type="body" sz="half" idx="10" hasCustomPrompt="1"/>
          </p:nvPr>
        </p:nvSpPr>
        <p:spPr>
          <a:xfrm>
            <a:off x="399737" y="1503307"/>
            <a:ext cx="5557512" cy="4404515"/>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269875" indent="-263525">
              <a:buFont typeface=".Lucida Grande UI Regular"/>
              <a:buChar char="◆"/>
              <a:tabLst/>
              <a:defRPr sz="1400"/>
            </a:lvl2pPr>
            <a:lvl3pPr marL="269875" indent="-263525">
              <a:buFont typeface=".Lucida Grande UI Regular"/>
              <a:buChar char="◆"/>
              <a:tabLst/>
              <a:defRPr sz="1200"/>
            </a:lvl3pPr>
            <a:lvl4pPr marL="269875" indent="-263525">
              <a:buFont typeface=".Lucida Grande UI Regular"/>
              <a:buChar char="◆"/>
              <a:tabLst/>
              <a:defRPr sz="1000"/>
            </a:lvl4pPr>
            <a:lvl5pPr marL="269875" indent="-263525">
              <a:buFont typeface=".Lucida Grande UI Regular"/>
              <a:buChar char="◆"/>
              <a:tabLst/>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6C291E2-CD12-2D47-B250-71F0C55CD07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67EE6855-6739-994B-B890-250D287A05D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9" name="Text Placeholder 3">
            <a:extLst>
              <a:ext uri="{FF2B5EF4-FFF2-40B4-BE49-F238E27FC236}">
                <a16:creationId xmlns:a16="http://schemas.microsoft.com/office/drawing/2014/main" id="{CB8668DE-AC0D-87D3-054D-C8504C0B6613}"/>
              </a:ext>
            </a:extLst>
          </p:cNvPr>
          <p:cNvSpPr>
            <a:spLocks noGrp="1"/>
          </p:cNvSpPr>
          <p:nvPr>
            <p:ph type="body" sz="half" idx="11" hasCustomPrompt="1"/>
          </p:nvPr>
        </p:nvSpPr>
        <p:spPr>
          <a:xfrm>
            <a:off x="6255530" y="1503307"/>
            <a:ext cx="5559199" cy="4404515"/>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269875" indent="-263525">
              <a:buFont typeface=".Lucida Grande UI Regular"/>
              <a:buChar char="◆"/>
              <a:tabLst/>
              <a:defRPr sz="1400"/>
            </a:lvl2pPr>
            <a:lvl3pPr marL="269875" indent="-263525">
              <a:buFont typeface=".Lucida Grande UI Regular"/>
              <a:buChar char="◆"/>
              <a:tabLst/>
              <a:defRPr sz="1200"/>
            </a:lvl3pPr>
            <a:lvl4pPr marL="269875" indent="-263525">
              <a:buFont typeface=".Lucida Grande UI Regular"/>
              <a:buChar char="◆"/>
              <a:tabLst/>
              <a:defRPr sz="1000"/>
            </a:lvl4pPr>
            <a:lvl5pPr marL="269875" indent="-263525">
              <a:buFont typeface=".Lucida Grande UI Regular"/>
              <a:buChar char="◆"/>
              <a:tabLst/>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8A740C33-6C73-E595-4B9E-B3C1368BA88E}"/>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3" name="Straight Connector 2">
            <a:extLst>
              <a:ext uri="{FF2B5EF4-FFF2-40B4-BE49-F238E27FC236}">
                <a16:creationId xmlns:a16="http://schemas.microsoft.com/office/drawing/2014/main" id="{E5C8E73B-C1A0-4747-053E-CEA3E760EF1E}"/>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46F378E4-E006-11F6-0B4E-C148B1654BB4}"/>
              </a:ext>
            </a:extLst>
          </p:cNvPr>
          <p:cNvSpPr>
            <a:spLocks noGrp="1"/>
          </p:cNvSpPr>
          <p:nvPr>
            <p:ph type="ftr" sz="quarter" idx="12"/>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5" name="Title Placeholder 1">
            <a:extLst>
              <a:ext uri="{FF2B5EF4-FFF2-40B4-BE49-F238E27FC236}">
                <a16:creationId xmlns:a16="http://schemas.microsoft.com/office/drawing/2014/main" id="{C69DD8FA-2BF1-16EB-760F-AA7F3729A57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6" name="TextBox 5">
            <a:extLst>
              <a:ext uri="{FF2B5EF4-FFF2-40B4-BE49-F238E27FC236}">
                <a16:creationId xmlns:a16="http://schemas.microsoft.com/office/drawing/2014/main" id="{EF920DB4-7309-8DEB-2929-2B27514DA963}"/>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1470137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BA69A2-6A43-3E40-87D7-C9EF31A5047B}"/>
              </a:ext>
            </a:extLst>
          </p:cNvPr>
          <p:cNvSpPr>
            <a:spLocks noGrp="1"/>
          </p:cNvSpPr>
          <p:nvPr>
            <p:ph idx="1" hasCustomPrompt="1"/>
          </p:nvPr>
        </p:nvSpPr>
        <p:spPr>
          <a:xfrm>
            <a:off x="4927601" y="1503302"/>
            <a:ext cx="6887127" cy="4404516"/>
          </a:xfrm>
        </p:spPr>
        <p:txBody>
          <a:bodyPr>
            <a:normAutofit/>
          </a:bodyPr>
          <a:lstStyle>
            <a:lvl1pPr marL="0" indent="0">
              <a:buFontTx/>
              <a:buNone/>
              <a:defRPr sz="2000" b="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dirty="0"/>
              <a:t>Click to edit master text styles</a:t>
            </a:r>
          </a:p>
        </p:txBody>
      </p:sp>
      <p:sp>
        <p:nvSpPr>
          <p:cNvPr id="4" name="Text Placeholder 3">
            <a:extLst>
              <a:ext uri="{FF2B5EF4-FFF2-40B4-BE49-F238E27FC236}">
                <a16:creationId xmlns:a16="http://schemas.microsoft.com/office/drawing/2014/main" id="{AAE8C87C-B0FB-B74B-98A8-02318D332ADA}"/>
              </a:ext>
            </a:extLst>
          </p:cNvPr>
          <p:cNvSpPr>
            <a:spLocks noGrp="1"/>
          </p:cNvSpPr>
          <p:nvPr>
            <p:ph type="body" sz="half" idx="2" hasCustomPrompt="1"/>
          </p:nvPr>
        </p:nvSpPr>
        <p:spPr>
          <a:xfrm>
            <a:off x="399737" y="1503304"/>
            <a:ext cx="4187253" cy="4404514"/>
          </a:xfrm>
        </p:spPr>
        <p:txBody>
          <a:bodyPr>
            <a:normAutofit/>
          </a:bodyPr>
          <a:lstStyle>
            <a:lvl1pPr marL="0" indent="0">
              <a:buNone/>
              <a:defRPr sz="200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p:txBody>
      </p:sp>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11AA30BC-1D42-9846-9AF2-E2A5071148B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B0B467FB-30AA-F6BE-5110-D9CC90B98D3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7C6C29CC-67CE-6421-C8B0-489BBC5647F0}"/>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41B5FE3D-CA78-C098-999D-C842514BE79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5" name="Title Placeholder 1">
            <a:extLst>
              <a:ext uri="{FF2B5EF4-FFF2-40B4-BE49-F238E27FC236}">
                <a16:creationId xmlns:a16="http://schemas.microsoft.com/office/drawing/2014/main" id="{E8475EEE-A2AA-6793-0317-A2C5009E59E3}"/>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5" name="TextBox 4">
            <a:extLst>
              <a:ext uri="{FF2B5EF4-FFF2-40B4-BE49-F238E27FC236}">
                <a16:creationId xmlns:a16="http://schemas.microsoft.com/office/drawing/2014/main" id="{0F550321-7F1F-3286-1384-A3723E61FDB6}"/>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7738671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824E094-F896-8E40-AC9C-ABF9075C5AE1}"/>
              </a:ext>
            </a:extLst>
          </p:cNvPr>
          <p:cNvSpPr>
            <a:spLocks noGrp="1"/>
          </p:cNvSpPr>
          <p:nvPr>
            <p:ph type="pic" idx="1"/>
          </p:nvPr>
        </p:nvSpPr>
        <p:spPr>
          <a:xfrm>
            <a:off x="4939263" y="1503300"/>
            <a:ext cx="7252737" cy="4728169"/>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12" name="Rectangle 11">
            <a:extLst>
              <a:ext uri="{FF2B5EF4-FFF2-40B4-BE49-F238E27FC236}">
                <a16:creationId xmlns:a16="http://schemas.microsoft.com/office/drawing/2014/main" id="{5FB21F4C-4EE3-A548-921D-45FB30330E6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7" name="Picture 16">
            <a:extLst>
              <a:ext uri="{FF2B5EF4-FFF2-40B4-BE49-F238E27FC236}">
                <a16:creationId xmlns:a16="http://schemas.microsoft.com/office/drawing/2014/main" id="{77D3286F-C0D4-6642-8D0B-14EEC9C7AFE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7" name="Content Placeholder 2">
            <a:extLst>
              <a:ext uri="{FF2B5EF4-FFF2-40B4-BE49-F238E27FC236}">
                <a16:creationId xmlns:a16="http://schemas.microsoft.com/office/drawing/2014/main" id="{4A908564-1E90-ABBE-37D2-7DC31735C088}"/>
              </a:ext>
            </a:extLst>
          </p:cNvPr>
          <p:cNvSpPr>
            <a:spLocks noGrp="1"/>
          </p:cNvSpPr>
          <p:nvPr>
            <p:ph sz="half" idx="14" hasCustomPrompt="1"/>
          </p:nvPr>
        </p:nvSpPr>
        <p:spPr>
          <a:xfrm>
            <a:off x="398783" y="1503301"/>
            <a:ext cx="4187253" cy="4404514"/>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TextBox 7">
            <a:extLst>
              <a:ext uri="{FF2B5EF4-FFF2-40B4-BE49-F238E27FC236}">
                <a16:creationId xmlns:a16="http://schemas.microsoft.com/office/drawing/2014/main" id="{FFF3E3DC-94E4-F17D-36CB-450544502F3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9" name="Straight Connector 8">
            <a:extLst>
              <a:ext uri="{FF2B5EF4-FFF2-40B4-BE49-F238E27FC236}">
                <a16:creationId xmlns:a16="http://schemas.microsoft.com/office/drawing/2014/main" id="{90BF3BC5-D94C-EDA3-8FBC-6435B4DE16C7}"/>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DB726D05-460B-0A59-026D-A6ABD195828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447C72BC-0B7D-4FB3-3772-38C5E4C708D1}"/>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2" name="TextBox 1">
            <a:extLst>
              <a:ext uri="{FF2B5EF4-FFF2-40B4-BE49-F238E27FC236}">
                <a16:creationId xmlns:a16="http://schemas.microsoft.com/office/drawing/2014/main" id="{F4AAD095-7F6F-2D3F-0CCA-FB24F185F57F}"/>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9371847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0D1CB3-C3E8-8E4B-AAC3-082CC0AF6319}"/>
              </a:ext>
            </a:extLst>
          </p:cNvPr>
          <p:cNvSpPr>
            <a:spLocks noGrp="1"/>
          </p:cNvSpPr>
          <p:nvPr>
            <p:ph sz="half" idx="1" hasCustomPrompt="1"/>
          </p:nvPr>
        </p:nvSpPr>
        <p:spPr>
          <a:xfrm>
            <a:off x="399737" y="1511016"/>
            <a:ext cx="4328644" cy="4350137"/>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6C291E2-CD12-2D47-B250-71F0C55CD07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9" name="Content Placeholder 2">
            <a:extLst>
              <a:ext uri="{FF2B5EF4-FFF2-40B4-BE49-F238E27FC236}">
                <a16:creationId xmlns:a16="http://schemas.microsoft.com/office/drawing/2014/main" id="{DDDAF287-83F2-C44A-BF25-155F5BF57EEB}"/>
              </a:ext>
            </a:extLst>
          </p:cNvPr>
          <p:cNvSpPr>
            <a:spLocks noGrp="1"/>
          </p:cNvSpPr>
          <p:nvPr>
            <p:ph idx="12"/>
          </p:nvPr>
        </p:nvSpPr>
        <p:spPr>
          <a:xfrm>
            <a:off x="5026662" y="1503304"/>
            <a:ext cx="5067372" cy="4357850"/>
          </a:xfrm>
        </p:spPr>
        <p:txBody>
          <a:bodyPr/>
          <a:lstStyle>
            <a:lvl1pPr marL="0" indent="0">
              <a:buFontTx/>
              <a:buNone/>
              <a:defRPr/>
            </a:lvl1pPr>
          </a:lstStyle>
          <a:p>
            <a:pPr lvl="0"/>
            <a:r>
              <a:rPr lang="en-US"/>
              <a:t>Click to edit Master text styles</a:t>
            </a:r>
          </a:p>
        </p:txBody>
      </p:sp>
      <p:pic>
        <p:nvPicPr>
          <p:cNvPr id="11" name="Picture 10">
            <a:extLst>
              <a:ext uri="{FF2B5EF4-FFF2-40B4-BE49-F238E27FC236}">
                <a16:creationId xmlns:a16="http://schemas.microsoft.com/office/drawing/2014/main" id="{E846172F-6290-AC4F-9851-A75FAD18249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343597D2-6234-696B-F5AA-307FEE725761}"/>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5" name="Straight Connector 4">
            <a:extLst>
              <a:ext uri="{FF2B5EF4-FFF2-40B4-BE49-F238E27FC236}">
                <a16:creationId xmlns:a16="http://schemas.microsoft.com/office/drawing/2014/main" id="{6A7DA34A-383A-16A2-0FEE-FE854DA0F3D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ooter Placeholder 4">
            <a:extLst>
              <a:ext uri="{FF2B5EF4-FFF2-40B4-BE49-F238E27FC236}">
                <a16:creationId xmlns:a16="http://schemas.microsoft.com/office/drawing/2014/main" id="{0C4DA649-F063-49F9-EEA4-E099F09DE7F0}"/>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6" name="Title Placeholder 1">
            <a:extLst>
              <a:ext uri="{FF2B5EF4-FFF2-40B4-BE49-F238E27FC236}">
                <a16:creationId xmlns:a16="http://schemas.microsoft.com/office/drawing/2014/main" id="{B9F5F6DC-9D74-3B39-1849-9967761D563D}"/>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4" name="Picture 3" descr="A picture containing screenshot, pattern, symmetry, black&#10;&#10;Description automatically generated">
            <a:extLst>
              <a:ext uri="{FF2B5EF4-FFF2-40B4-BE49-F238E27FC236}">
                <a16:creationId xmlns:a16="http://schemas.microsoft.com/office/drawing/2014/main" id="{A7FD0B13-B446-BD59-8B8C-DB0E88B170A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56301" r="1"/>
          <a:stretch/>
        </p:blipFill>
        <p:spPr>
          <a:xfrm>
            <a:off x="10302948" y="416892"/>
            <a:ext cx="1670459" cy="5397500"/>
          </a:xfrm>
          <a:prstGeom prst="rect">
            <a:avLst/>
          </a:prstGeom>
        </p:spPr>
      </p:pic>
      <p:sp>
        <p:nvSpPr>
          <p:cNvPr id="6" name="TextBox 5">
            <a:extLst>
              <a:ext uri="{FF2B5EF4-FFF2-40B4-BE49-F238E27FC236}">
                <a16:creationId xmlns:a16="http://schemas.microsoft.com/office/drawing/2014/main" id="{6FB64277-B642-727C-F7FE-FFADA4C2040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765944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1CC34B4-C291-1845-8F85-19EE1A313584}"/>
              </a:ext>
            </a:extLst>
          </p:cNvPr>
          <p:cNvSpPr>
            <a:spLocks noGrp="1"/>
          </p:cNvSpPr>
          <p:nvPr>
            <p:ph type="body" idx="1" hasCustomPrompt="1"/>
          </p:nvPr>
        </p:nvSpPr>
        <p:spPr>
          <a:xfrm>
            <a:off x="399737" y="1514528"/>
            <a:ext cx="5577071" cy="545932"/>
          </a:xfrm>
          <a:solidFill>
            <a:schemeClr val="accent1"/>
          </a:solidFill>
        </p:spPr>
        <p:txBody>
          <a:bodyPr lIns="144000" anchor="ctr" anchorCtr="0"/>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GB" dirty="0"/>
              <a:t>Click to edit master text styles</a:t>
            </a:r>
          </a:p>
        </p:txBody>
      </p:sp>
      <p:sp>
        <p:nvSpPr>
          <p:cNvPr id="4" name="Content Placeholder 3">
            <a:extLst>
              <a:ext uri="{FF2B5EF4-FFF2-40B4-BE49-F238E27FC236}">
                <a16:creationId xmlns:a16="http://schemas.microsoft.com/office/drawing/2014/main" id="{59CE3547-43AB-3343-96D0-300034BEC47B}"/>
              </a:ext>
            </a:extLst>
          </p:cNvPr>
          <p:cNvSpPr>
            <a:spLocks noGrp="1"/>
          </p:cNvSpPr>
          <p:nvPr>
            <p:ph sz="half" idx="2" hasCustomPrompt="1"/>
          </p:nvPr>
        </p:nvSpPr>
        <p:spPr>
          <a:xfrm>
            <a:off x="399737" y="2338441"/>
            <a:ext cx="5577071" cy="3244369"/>
          </a:xfrm>
        </p:spPr>
        <p:txBody>
          <a:bodyPr/>
          <a:lstStyle>
            <a:lvl1pPr>
              <a:defRPr sz="2400"/>
            </a:lvl1pPr>
            <a:lvl3pPr>
              <a:defRPr>
                <a:solidFill>
                  <a:schemeClr val="accent2"/>
                </a:solidFill>
              </a:defRPr>
            </a:lvl3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Rectangle 12">
            <a:extLst>
              <a:ext uri="{FF2B5EF4-FFF2-40B4-BE49-F238E27FC236}">
                <a16:creationId xmlns:a16="http://schemas.microsoft.com/office/drawing/2014/main" id="{181F6DE2-F45B-5548-AC93-0AC8CD73A22F}"/>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2" name="Picture 11">
            <a:extLst>
              <a:ext uri="{FF2B5EF4-FFF2-40B4-BE49-F238E27FC236}">
                <a16:creationId xmlns:a16="http://schemas.microsoft.com/office/drawing/2014/main" id="{46232D65-41CC-734C-883D-26D89F1B26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8" name="Text Placeholder 2">
            <a:extLst>
              <a:ext uri="{FF2B5EF4-FFF2-40B4-BE49-F238E27FC236}">
                <a16:creationId xmlns:a16="http://schemas.microsoft.com/office/drawing/2014/main" id="{42499B4A-BC3F-66ED-33DF-03102A73F90C}"/>
              </a:ext>
            </a:extLst>
          </p:cNvPr>
          <p:cNvSpPr>
            <a:spLocks noGrp="1"/>
          </p:cNvSpPr>
          <p:nvPr>
            <p:ph type="body" idx="13" hasCustomPrompt="1"/>
          </p:nvPr>
        </p:nvSpPr>
        <p:spPr>
          <a:xfrm>
            <a:off x="6237658" y="1514528"/>
            <a:ext cx="5577071" cy="545932"/>
          </a:xfrm>
          <a:solidFill>
            <a:schemeClr val="accent1"/>
          </a:solidFill>
        </p:spPr>
        <p:txBody>
          <a:bodyPr lIns="144000" anchor="ctr" anchorCtr="0"/>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GB" dirty="0"/>
              <a:t>Click to edit master text styles</a:t>
            </a:r>
          </a:p>
        </p:txBody>
      </p:sp>
      <p:sp>
        <p:nvSpPr>
          <p:cNvPr id="19" name="Content Placeholder 3">
            <a:extLst>
              <a:ext uri="{FF2B5EF4-FFF2-40B4-BE49-F238E27FC236}">
                <a16:creationId xmlns:a16="http://schemas.microsoft.com/office/drawing/2014/main" id="{E1C9DA8B-FED8-041D-C2A3-4BE6014B50FD}"/>
              </a:ext>
            </a:extLst>
          </p:cNvPr>
          <p:cNvSpPr>
            <a:spLocks noGrp="1"/>
          </p:cNvSpPr>
          <p:nvPr>
            <p:ph sz="half" idx="14" hasCustomPrompt="1"/>
          </p:nvPr>
        </p:nvSpPr>
        <p:spPr>
          <a:xfrm>
            <a:off x="6237658" y="2338441"/>
            <a:ext cx="5577071" cy="3244369"/>
          </a:xfrm>
        </p:spPr>
        <p:txBody>
          <a:bodyPr/>
          <a:lstStyle>
            <a:lvl1pPr>
              <a:defRPr sz="2400"/>
            </a:lvl1pPr>
            <a:lvl3pPr>
              <a:defRPr>
                <a:solidFill>
                  <a:schemeClr val="accent2"/>
                </a:solidFill>
              </a:defRPr>
            </a:lvl3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F4F3F962-268D-7E8F-E0A7-FC40EC2195D2}"/>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5" name="Straight Connector 4">
            <a:extLst>
              <a:ext uri="{FF2B5EF4-FFF2-40B4-BE49-F238E27FC236}">
                <a16:creationId xmlns:a16="http://schemas.microsoft.com/office/drawing/2014/main" id="{EF67D6CA-A404-6EAA-9894-119E28996123}"/>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4">
            <a:extLst>
              <a:ext uri="{FF2B5EF4-FFF2-40B4-BE49-F238E27FC236}">
                <a16:creationId xmlns:a16="http://schemas.microsoft.com/office/drawing/2014/main" id="{069CFB3D-778C-9AA2-261C-C6F7BCE8A95F}"/>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5" name="Title Placeholder 1">
            <a:extLst>
              <a:ext uri="{FF2B5EF4-FFF2-40B4-BE49-F238E27FC236}">
                <a16:creationId xmlns:a16="http://schemas.microsoft.com/office/drawing/2014/main" id="{7A3C954C-26BD-006C-AF1C-7BCFB4728C2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7" name="TextBox 6">
            <a:extLst>
              <a:ext uri="{FF2B5EF4-FFF2-40B4-BE49-F238E27FC236}">
                <a16:creationId xmlns:a16="http://schemas.microsoft.com/office/drawing/2014/main" id="{F7A4A621-AAE6-B1BF-2758-69ED058DD130}"/>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0655665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6" name="Picture Placeholder 2">
            <a:extLst>
              <a:ext uri="{FF2B5EF4-FFF2-40B4-BE49-F238E27FC236}">
                <a16:creationId xmlns:a16="http://schemas.microsoft.com/office/drawing/2014/main" id="{DDF5BCD2-566C-304B-9603-DBF49E1C6C3B}"/>
              </a:ext>
            </a:extLst>
          </p:cNvPr>
          <p:cNvSpPr>
            <a:spLocks noGrp="1"/>
          </p:cNvSpPr>
          <p:nvPr>
            <p:ph type="pic" idx="1"/>
          </p:nvPr>
        </p:nvSpPr>
        <p:spPr>
          <a:xfrm>
            <a:off x="399738"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0" name="Content Placeholder 2">
            <a:extLst>
              <a:ext uri="{FF2B5EF4-FFF2-40B4-BE49-F238E27FC236}">
                <a16:creationId xmlns:a16="http://schemas.microsoft.com/office/drawing/2014/main" id="{D5C6FD78-5957-3743-9051-7A833B8B93B7}"/>
              </a:ext>
            </a:extLst>
          </p:cNvPr>
          <p:cNvSpPr>
            <a:spLocks noGrp="1"/>
          </p:cNvSpPr>
          <p:nvPr>
            <p:ph sz="half" idx="18" hasCustomPrompt="1"/>
          </p:nvPr>
        </p:nvSpPr>
        <p:spPr>
          <a:xfrm>
            <a:off x="399746"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25" name="Text Placeholder 3">
            <a:extLst>
              <a:ext uri="{FF2B5EF4-FFF2-40B4-BE49-F238E27FC236}">
                <a16:creationId xmlns:a16="http://schemas.microsoft.com/office/drawing/2014/main" id="{8D62D7B6-9A5A-644C-8286-5E98BABC4490}"/>
              </a:ext>
            </a:extLst>
          </p:cNvPr>
          <p:cNvSpPr>
            <a:spLocks noGrp="1"/>
          </p:cNvSpPr>
          <p:nvPr>
            <p:ph type="body" sz="half" idx="2" hasCustomPrompt="1"/>
          </p:nvPr>
        </p:nvSpPr>
        <p:spPr>
          <a:xfrm>
            <a:off x="399738" y="1431326"/>
            <a:ext cx="9827454" cy="1061936"/>
          </a:xfrm>
        </p:spPr>
        <p:txBody>
          <a:bodyPr>
            <a:noAutofit/>
          </a:bodyPr>
          <a:lstStyle>
            <a:lvl1pPr marL="0" indent="0">
              <a:buNone/>
              <a:defRPr sz="16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p:txBody>
      </p:sp>
      <p:pic>
        <p:nvPicPr>
          <p:cNvPr id="17" name="Picture 16">
            <a:extLst>
              <a:ext uri="{FF2B5EF4-FFF2-40B4-BE49-F238E27FC236}">
                <a16:creationId xmlns:a16="http://schemas.microsoft.com/office/drawing/2014/main" id="{64C4096F-2FFA-DE41-9D57-0CE5D3D1587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1" name="Picture Placeholder 2">
            <a:extLst>
              <a:ext uri="{FF2B5EF4-FFF2-40B4-BE49-F238E27FC236}">
                <a16:creationId xmlns:a16="http://schemas.microsoft.com/office/drawing/2014/main" id="{F57DBF7D-11EE-F2C5-80EC-E85C32283ABE}"/>
              </a:ext>
            </a:extLst>
          </p:cNvPr>
          <p:cNvSpPr>
            <a:spLocks noGrp="1"/>
          </p:cNvSpPr>
          <p:nvPr>
            <p:ph type="pic" idx="19"/>
          </p:nvPr>
        </p:nvSpPr>
        <p:spPr>
          <a:xfrm>
            <a:off x="3301635"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30" name="Content Placeholder 2">
            <a:extLst>
              <a:ext uri="{FF2B5EF4-FFF2-40B4-BE49-F238E27FC236}">
                <a16:creationId xmlns:a16="http://schemas.microsoft.com/office/drawing/2014/main" id="{EC7DA3D2-59BD-6137-81AD-86750A32889C}"/>
              </a:ext>
            </a:extLst>
          </p:cNvPr>
          <p:cNvSpPr>
            <a:spLocks noGrp="1"/>
          </p:cNvSpPr>
          <p:nvPr>
            <p:ph sz="half" idx="20" hasCustomPrompt="1"/>
          </p:nvPr>
        </p:nvSpPr>
        <p:spPr>
          <a:xfrm>
            <a:off x="3301643"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31" name="Picture Placeholder 2">
            <a:extLst>
              <a:ext uri="{FF2B5EF4-FFF2-40B4-BE49-F238E27FC236}">
                <a16:creationId xmlns:a16="http://schemas.microsoft.com/office/drawing/2014/main" id="{9C9B462E-49D5-11F9-F1F5-872D1298452F}"/>
              </a:ext>
            </a:extLst>
          </p:cNvPr>
          <p:cNvSpPr>
            <a:spLocks noGrp="1"/>
          </p:cNvSpPr>
          <p:nvPr>
            <p:ph type="pic" idx="21"/>
          </p:nvPr>
        </p:nvSpPr>
        <p:spPr>
          <a:xfrm>
            <a:off x="6203526"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32" name="Content Placeholder 2">
            <a:extLst>
              <a:ext uri="{FF2B5EF4-FFF2-40B4-BE49-F238E27FC236}">
                <a16:creationId xmlns:a16="http://schemas.microsoft.com/office/drawing/2014/main" id="{9F4812D9-E50A-9912-1AAB-2CBFCD7BB51C}"/>
              </a:ext>
            </a:extLst>
          </p:cNvPr>
          <p:cNvSpPr>
            <a:spLocks noGrp="1"/>
          </p:cNvSpPr>
          <p:nvPr>
            <p:ph sz="half" idx="22" hasCustomPrompt="1"/>
          </p:nvPr>
        </p:nvSpPr>
        <p:spPr>
          <a:xfrm>
            <a:off x="6203534"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33" name="Picture Placeholder 2">
            <a:extLst>
              <a:ext uri="{FF2B5EF4-FFF2-40B4-BE49-F238E27FC236}">
                <a16:creationId xmlns:a16="http://schemas.microsoft.com/office/drawing/2014/main" id="{4AC0237F-F3D2-5B48-FDD3-0D38A29F9329}"/>
              </a:ext>
            </a:extLst>
          </p:cNvPr>
          <p:cNvSpPr>
            <a:spLocks noGrp="1"/>
          </p:cNvSpPr>
          <p:nvPr>
            <p:ph type="pic" idx="23"/>
          </p:nvPr>
        </p:nvSpPr>
        <p:spPr>
          <a:xfrm>
            <a:off x="9105429"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34" name="Content Placeholder 2">
            <a:extLst>
              <a:ext uri="{FF2B5EF4-FFF2-40B4-BE49-F238E27FC236}">
                <a16:creationId xmlns:a16="http://schemas.microsoft.com/office/drawing/2014/main" id="{9C3F4213-26B4-FC1E-F3B7-05D32356B3BD}"/>
              </a:ext>
            </a:extLst>
          </p:cNvPr>
          <p:cNvSpPr>
            <a:spLocks noGrp="1"/>
          </p:cNvSpPr>
          <p:nvPr>
            <p:ph sz="half" idx="24" hasCustomPrompt="1"/>
          </p:nvPr>
        </p:nvSpPr>
        <p:spPr>
          <a:xfrm>
            <a:off x="9105437"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2" name="TextBox 1">
            <a:extLst>
              <a:ext uri="{FF2B5EF4-FFF2-40B4-BE49-F238E27FC236}">
                <a16:creationId xmlns:a16="http://schemas.microsoft.com/office/drawing/2014/main" id="{90E3E1F3-60BC-A502-C92D-697C2C408463}"/>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743AB2FE-DFD2-0FA3-C038-FB5684C9FAF2}"/>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A715E079-78EC-4037-5AC3-052D98B24FEF}"/>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9" name="Title Placeholder 1">
            <a:extLst>
              <a:ext uri="{FF2B5EF4-FFF2-40B4-BE49-F238E27FC236}">
                <a16:creationId xmlns:a16="http://schemas.microsoft.com/office/drawing/2014/main" id="{A081EB8E-5372-4255-8858-E2870EA73172}"/>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25EA7A7A-5CFD-5739-A684-0C18C083165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8313123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Blank">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1E77CA1-9CDF-734F-9BC2-A77ABB697C7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8" name="Picture 7">
            <a:extLst>
              <a:ext uri="{FF2B5EF4-FFF2-40B4-BE49-F238E27FC236}">
                <a16:creationId xmlns:a16="http://schemas.microsoft.com/office/drawing/2014/main" id="{77C989A6-F100-D244-9811-9480ED6055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2953FB21-2646-0D56-02B8-10257E98D9F2}"/>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8CDB768E-55F5-7876-CF52-F1518763AAE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DC1351BB-F4DD-D90C-430F-C7056589AD15}"/>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0" name="Title Placeholder 1">
            <a:extLst>
              <a:ext uri="{FF2B5EF4-FFF2-40B4-BE49-F238E27FC236}">
                <a16:creationId xmlns:a16="http://schemas.microsoft.com/office/drawing/2014/main" id="{7CABF511-E87A-C207-7C25-AC958A88C0D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2" name="TextBox 1">
            <a:extLst>
              <a:ext uri="{FF2B5EF4-FFF2-40B4-BE49-F238E27FC236}">
                <a16:creationId xmlns:a16="http://schemas.microsoft.com/office/drawing/2014/main" id="{DC9689DA-81EA-4FC5-28D0-500FEE179010}"/>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7418636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2" r="23451" b="15127"/>
          <a:stretch/>
        </p:blipFill>
        <p:spPr>
          <a:xfrm>
            <a:off x="8217720" y="11646"/>
            <a:ext cx="3960000" cy="6219825"/>
          </a:xfrm>
          <a:prstGeom prst="rect">
            <a:avLst/>
          </a:prstGeom>
        </p:spPr>
      </p:pic>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528884" cy="4017364"/>
          </a:xfrm>
        </p:spPr>
        <p:txBody>
          <a:bodyPr/>
          <a:lstStyle>
            <a:lvl1pPr marL="0" indent="0">
              <a:buClr>
                <a:schemeClr val="bg1"/>
              </a:buClr>
              <a:buFontTx/>
              <a:buNone/>
              <a:defRPr sz="4000">
                <a:solidFill>
                  <a:schemeClr val="tx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tx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7" name="Picture 16">
            <a:extLst>
              <a:ext uri="{FF2B5EF4-FFF2-40B4-BE49-F238E27FC236}">
                <a16:creationId xmlns:a16="http://schemas.microsoft.com/office/drawing/2014/main" id="{9F174683-C40A-5E4F-9BF6-BC7F9703047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5FE38075-372F-6844-9F98-C937958AD6B5}"/>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B451E343-9084-E686-3699-FAA7B6CBC1E6}"/>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AED84418-AEC2-6F8C-A6E8-0F39927E5B7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2" name="TextBox 1">
            <a:extLst>
              <a:ext uri="{FF2B5EF4-FFF2-40B4-BE49-F238E27FC236}">
                <a16:creationId xmlns:a16="http://schemas.microsoft.com/office/drawing/2014/main" id="{5438FB49-85BE-3E87-1702-3595716815FF}"/>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8237965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4901" r="26223"/>
          <a:stretch/>
        </p:blipFill>
        <p:spPr>
          <a:xfrm>
            <a:off x="9245674" y="252197"/>
            <a:ext cx="2761485" cy="5679878"/>
          </a:xfrm>
          <a:prstGeom prst="rect">
            <a:avLst/>
          </a:prstGeom>
        </p:spPr>
      </p:pic>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528884" cy="4017364"/>
          </a:xfrm>
        </p:spPr>
        <p:txBody>
          <a:bodyPr/>
          <a:lstStyle>
            <a:lvl1pPr marL="0" indent="0">
              <a:buClr>
                <a:schemeClr val="bg1"/>
              </a:buClr>
              <a:buFontTx/>
              <a:buNone/>
              <a:defRPr sz="4000">
                <a:solidFill>
                  <a:schemeClr val="tx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tx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7" name="Picture 16">
            <a:extLst>
              <a:ext uri="{FF2B5EF4-FFF2-40B4-BE49-F238E27FC236}">
                <a16:creationId xmlns:a16="http://schemas.microsoft.com/office/drawing/2014/main" id="{9F174683-C40A-5E4F-9BF6-BC7F9703047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073DC8B9-5768-F986-D58C-5C39F0469C8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1BBAEA4F-2F7D-F21F-2313-D358C006F46F}"/>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52A20AE0-AC3D-470A-3954-50AC61FED74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2" name="TextBox 1">
            <a:extLst>
              <a:ext uri="{FF2B5EF4-FFF2-40B4-BE49-F238E27FC236}">
                <a16:creationId xmlns:a16="http://schemas.microsoft.com/office/drawing/2014/main" id="{AED0737A-B554-2118-56EF-2BA0D0867278}"/>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471115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449444" cy="4017364"/>
          </a:xfrm>
        </p:spPr>
        <p:txBody>
          <a:bodyPr/>
          <a:lstStyle>
            <a:lvl1pPr marL="0" indent="0">
              <a:buClr>
                <a:schemeClr val="bg1"/>
              </a:buClr>
              <a:buFontTx/>
              <a:buNone/>
              <a:defRPr sz="4000">
                <a:solidFill>
                  <a:schemeClr val="bg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bg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88918C8C-90F5-544F-87D4-4A3D3F2B012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2" name="TextBox 11">
            <a:extLst>
              <a:ext uri="{FF2B5EF4-FFF2-40B4-BE49-F238E27FC236}">
                <a16:creationId xmlns:a16="http://schemas.microsoft.com/office/drawing/2014/main" id="{634A6CF0-C66C-59ED-4F69-B1F2CFF4E0C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14" name="Straight Connector 13">
            <a:extLst>
              <a:ext uri="{FF2B5EF4-FFF2-40B4-BE49-F238E27FC236}">
                <a16:creationId xmlns:a16="http://schemas.microsoft.com/office/drawing/2014/main" id="{E87900B1-CCD2-07B5-E6CA-A036E077CD5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564C38D5-0B53-7E61-E7F7-1A01524FB5D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EB1441EA-87AE-CA59-A66A-2A78F95593A2}"/>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2" name="TextBox 1">
            <a:extLst>
              <a:ext uri="{FF2B5EF4-FFF2-40B4-BE49-F238E27FC236}">
                <a16:creationId xmlns:a16="http://schemas.microsoft.com/office/drawing/2014/main" id="{5A74AB3D-938B-19A8-19F2-4EF9378543B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7557609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449444" cy="4017364"/>
          </a:xfrm>
        </p:spPr>
        <p:txBody>
          <a:bodyPr/>
          <a:lstStyle>
            <a:lvl1pPr marL="0" indent="0">
              <a:buClr>
                <a:schemeClr val="bg1"/>
              </a:buClr>
              <a:buFontTx/>
              <a:buNone/>
              <a:defRPr sz="4000">
                <a:solidFill>
                  <a:schemeClr val="bg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bg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88918C8C-90F5-544F-87D4-4A3D3F2B012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AB6E2CBE-CD80-5BB4-CAFE-132C6A98DCEA}"/>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1B0DF6B8-49B1-01CF-1B67-5A88EE2CEA7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5606676F-FDEC-7B5B-19F7-349E65490DB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C1368512-FEB8-4E8B-FDD2-3D135596DB3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4" name="TextBox 3">
            <a:extLst>
              <a:ext uri="{FF2B5EF4-FFF2-40B4-BE49-F238E27FC236}">
                <a16:creationId xmlns:a16="http://schemas.microsoft.com/office/drawing/2014/main" id="{0729FB62-5559-2CC8-0B52-9B2C12A3622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3844370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E4F5E42C-C654-DB45-B035-68B7257F6A2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00E7C711-F858-BF6F-32AF-9A2726E33B35}"/>
              </a:ext>
            </a:extLst>
          </p:cNvPr>
          <p:cNvSpPr>
            <a:spLocks noGrp="1"/>
          </p:cNvSpPr>
          <p:nvPr>
            <p:ph sz="half" idx="1" hasCustomPrompt="1"/>
          </p:nvPr>
        </p:nvSpPr>
        <p:spPr>
          <a:xfrm>
            <a:off x="399738" y="1439113"/>
            <a:ext cx="9201462" cy="4455366"/>
          </a:xfrm>
        </p:spPr>
        <p:txBody>
          <a:bodyPr/>
          <a:lstStyle>
            <a:lvl1pPr>
              <a:buClr>
                <a:schemeClr val="bg1"/>
              </a:buClr>
              <a:defRPr>
                <a:solidFill>
                  <a:schemeClr val="tx1"/>
                </a:solidFill>
              </a:defRPr>
            </a:lvl1pPr>
            <a:lvl2pPr>
              <a:buClr>
                <a:schemeClr val="bg1"/>
              </a:buClr>
              <a:defRPr>
                <a:solidFill>
                  <a:schemeClr val="tx1"/>
                </a:solidFill>
              </a:defRPr>
            </a:lvl2pPr>
            <a:lvl3pPr>
              <a:buClr>
                <a:schemeClr val="bg1"/>
              </a:buClr>
              <a:defRPr>
                <a:solidFill>
                  <a:schemeClr val="tx1"/>
                </a:solidFill>
              </a:defRPr>
            </a:lvl3pPr>
            <a:lvl4pPr>
              <a:buClr>
                <a:schemeClr val="bg1"/>
              </a:buClr>
              <a:defRPr>
                <a:solidFill>
                  <a:schemeClr val="tx1"/>
                </a:solidFill>
              </a:defRPr>
            </a:lvl4pPr>
            <a:lvl5pPr>
              <a:buClr>
                <a:schemeClr val="bg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D12BDC4E-18B4-4F80-E298-6277CB4949B2}"/>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BF572040-95A7-9333-2822-8936DDB4D65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ooter Placeholder 4">
            <a:extLst>
              <a:ext uri="{FF2B5EF4-FFF2-40B4-BE49-F238E27FC236}">
                <a16:creationId xmlns:a16="http://schemas.microsoft.com/office/drawing/2014/main" id="{01070AA9-73AA-BFBF-9CC9-D39DB8676D2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E58F9A88-72B2-39F3-5CE0-22A5B1847BD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pattern, symmetry, black, darkness&#10;&#10;Description automatically generated">
            <a:extLst>
              <a:ext uri="{FF2B5EF4-FFF2-40B4-BE49-F238E27FC236}">
                <a16:creationId xmlns:a16="http://schemas.microsoft.com/office/drawing/2014/main" id="{9D7E4530-CEFF-1897-0019-7070CBD9344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72AFE2B6-8718-F6E9-6C5B-AC6D543E5D2A}"/>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5110859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907C2A4A-AB7D-C346-A4AE-5D700790B49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397674E6-4CD2-5DC2-979E-5A11515DA5CE}"/>
              </a:ext>
            </a:extLst>
          </p:cNvPr>
          <p:cNvSpPr>
            <a:spLocks noGrp="1"/>
          </p:cNvSpPr>
          <p:nvPr>
            <p:ph sz="half" idx="1" hasCustomPrompt="1"/>
          </p:nvPr>
        </p:nvSpPr>
        <p:spPr>
          <a:xfrm>
            <a:off x="399737" y="1439113"/>
            <a:ext cx="11414992" cy="4455366"/>
          </a:xfrm>
        </p:spPr>
        <p:txBody>
          <a:bodyPr/>
          <a:lstStyle>
            <a:lvl1pPr>
              <a:buClr>
                <a:schemeClr val="bg1"/>
              </a:buClr>
              <a:defRPr>
                <a:solidFill>
                  <a:schemeClr val="tx1"/>
                </a:solidFill>
              </a:defRPr>
            </a:lvl1pPr>
            <a:lvl2pPr>
              <a:buClr>
                <a:schemeClr val="bg1"/>
              </a:buClr>
              <a:defRPr>
                <a:solidFill>
                  <a:schemeClr val="tx1"/>
                </a:solidFill>
              </a:defRPr>
            </a:lvl2pPr>
            <a:lvl3pPr>
              <a:buClr>
                <a:schemeClr val="bg1"/>
              </a:buClr>
              <a:defRPr>
                <a:solidFill>
                  <a:schemeClr val="tx1"/>
                </a:solidFill>
              </a:defRPr>
            </a:lvl3pPr>
            <a:lvl4pPr>
              <a:buClr>
                <a:schemeClr val="bg1"/>
              </a:buClr>
              <a:defRPr>
                <a:solidFill>
                  <a:schemeClr val="tx1"/>
                </a:solidFill>
              </a:defRPr>
            </a:lvl4pPr>
            <a:lvl5pPr>
              <a:buClr>
                <a:schemeClr val="bg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6802BE17-EEF4-07E7-8B66-4E233EB7C073}"/>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78DF14D4-802C-408D-210E-510FC171118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Footer Placeholder 4">
            <a:extLst>
              <a:ext uri="{FF2B5EF4-FFF2-40B4-BE49-F238E27FC236}">
                <a16:creationId xmlns:a16="http://schemas.microsoft.com/office/drawing/2014/main" id="{544D89AB-C64C-8B64-8877-E3719DBC199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3" name="Title Placeholder 1">
            <a:extLst>
              <a:ext uri="{FF2B5EF4-FFF2-40B4-BE49-F238E27FC236}">
                <a16:creationId xmlns:a16="http://schemas.microsoft.com/office/drawing/2014/main" id="{9684CB88-9266-F952-BF1A-BCAE5B3F8C20}"/>
              </a:ext>
            </a:extLst>
          </p:cNvPr>
          <p:cNvSpPr>
            <a:spLocks noGrp="1"/>
          </p:cNvSpPr>
          <p:nvPr>
            <p:ph type="title"/>
          </p:nvPr>
        </p:nvSpPr>
        <p:spPr>
          <a:xfrm>
            <a:off x="399737" y="343837"/>
            <a:ext cx="11414991"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242A7EF2-C9E0-E4A3-BA94-C458564CC46A}"/>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7928350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9" name="Picture 8">
            <a:extLst>
              <a:ext uri="{FF2B5EF4-FFF2-40B4-BE49-F238E27FC236}">
                <a16:creationId xmlns:a16="http://schemas.microsoft.com/office/drawing/2014/main" id="{8BFEDAD7-F69F-4C4F-9E99-953D7E949E9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F2D79A63-41FE-DB3D-BA6E-C61D8F9BFC10}"/>
              </a:ext>
            </a:extLst>
          </p:cNvPr>
          <p:cNvSpPr>
            <a:spLocks noGrp="1"/>
          </p:cNvSpPr>
          <p:nvPr>
            <p:ph sz="half" idx="1" hasCustomPrompt="1"/>
          </p:nvPr>
        </p:nvSpPr>
        <p:spPr>
          <a:xfrm>
            <a:off x="399737" y="1439113"/>
            <a:ext cx="11414992" cy="4455366"/>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945E02DD-F400-2D5D-8839-1827C8BCC25C}"/>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CB320EFD-B929-4CAD-0B2F-8AAE73C486A8}"/>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AF402314-0F80-4B7D-619F-0E4554C6C19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1" name="Title Placeholder 1">
            <a:extLst>
              <a:ext uri="{FF2B5EF4-FFF2-40B4-BE49-F238E27FC236}">
                <a16:creationId xmlns:a16="http://schemas.microsoft.com/office/drawing/2014/main" id="{A5DBE723-68B9-7915-E582-1E32B82ACE98}"/>
              </a:ext>
            </a:extLst>
          </p:cNvPr>
          <p:cNvSpPr>
            <a:spLocks noGrp="1"/>
          </p:cNvSpPr>
          <p:nvPr>
            <p:ph type="title"/>
          </p:nvPr>
        </p:nvSpPr>
        <p:spPr>
          <a:xfrm>
            <a:off x="399737" y="343837"/>
            <a:ext cx="11414991"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5A4572D8-0735-550F-0BAE-54D1A261DFB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6253876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2EEA8E5F-D372-3F46-8D11-BD4E448DB62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1204432E-E762-DE06-6323-E73B06716CD3}"/>
              </a:ext>
            </a:extLst>
          </p:cNvPr>
          <p:cNvSpPr>
            <a:spLocks noGrp="1"/>
          </p:cNvSpPr>
          <p:nvPr>
            <p:ph sz="half" idx="1" hasCustomPrompt="1"/>
          </p:nvPr>
        </p:nvSpPr>
        <p:spPr>
          <a:xfrm>
            <a:off x="399738" y="1439113"/>
            <a:ext cx="9144784" cy="4455366"/>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D9175E44-33CD-2FD2-DBB2-6AB836EBA5FC}"/>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912929EE-0091-7B22-DA4C-0324C074247A}"/>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ooter Placeholder 4">
            <a:extLst>
              <a:ext uri="{FF2B5EF4-FFF2-40B4-BE49-F238E27FC236}">
                <a16:creationId xmlns:a16="http://schemas.microsoft.com/office/drawing/2014/main" id="{35FFEE06-648D-C71E-F49B-06D912F5D46A}"/>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20D27E15-43B5-CAD5-73BD-387115E92C1B}"/>
              </a:ext>
            </a:extLst>
          </p:cNvPr>
          <p:cNvSpPr>
            <a:spLocks noGrp="1"/>
          </p:cNvSpPr>
          <p:nvPr>
            <p:ph type="title"/>
          </p:nvPr>
        </p:nvSpPr>
        <p:spPr>
          <a:xfrm>
            <a:off x="399737" y="343837"/>
            <a:ext cx="9144783"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pattern, symmetry, black, darkness&#10;&#10;Description automatically generated">
            <a:extLst>
              <a:ext uri="{FF2B5EF4-FFF2-40B4-BE49-F238E27FC236}">
                <a16:creationId xmlns:a16="http://schemas.microsoft.com/office/drawing/2014/main" id="{EF0AC716-A195-1E4F-3FF8-99DF68016BA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7636E1F5-B69F-7543-E521-650D14983C29}"/>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92353341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1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0"/>
            <a:ext cx="12192000" cy="62960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399737" y="1439113"/>
            <a:ext cx="11414992" cy="4455366"/>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BD3D1167-3A5B-3540-AF3B-AE48F5C0768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625F3D20-44B0-012A-11E3-B845C1454DCC}"/>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2342E279-61ED-DC45-F3AE-4AD2BC53405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8BD8578A-DB80-E679-2DA7-6C3D97BF909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1" name="Title Placeholder 1">
            <a:extLst>
              <a:ext uri="{FF2B5EF4-FFF2-40B4-BE49-F238E27FC236}">
                <a16:creationId xmlns:a16="http://schemas.microsoft.com/office/drawing/2014/main" id="{6215E171-94D6-C64B-704F-702DDFC7D04E}"/>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73218746-4DC1-957D-5822-F6CC0D79F4D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743284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99735" y="345416"/>
            <a:ext cx="8055778" cy="515901"/>
          </a:xfrm>
        </p:spPr>
        <p:txBody>
          <a:bodyPr/>
          <a:lstStyle>
            <a:lvl1pPr>
              <a:defRPr>
                <a:solidFill>
                  <a:schemeClr val="bg1"/>
                </a:solidFill>
              </a:defRPr>
            </a:lvl1pPr>
          </a:lstStyle>
          <a:p>
            <a:r>
              <a:rPr lang="en-GB" dirty="0"/>
              <a:t>Click to edit master title style</a:t>
            </a:r>
            <a:endParaRPr lang="en-US" dirty="0"/>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399735" y="1451501"/>
            <a:ext cx="8055778" cy="4367371"/>
          </a:xfrm>
        </p:spPr>
        <p:txBody>
          <a:bodyPr/>
          <a:lstStyle>
            <a:lvl1pPr>
              <a:buClr>
                <a:schemeClr val="bg1"/>
              </a:buClr>
              <a:defRPr>
                <a:solidFill>
                  <a:schemeClr val="bg1"/>
                </a:solidFill>
              </a:defRPr>
            </a:lvl1pPr>
            <a:lvl2pPr>
              <a:buClr>
                <a:schemeClr val="accent1"/>
              </a:buClr>
              <a:defRPr>
                <a:solidFill>
                  <a:schemeClr val="accent1"/>
                </a:solidFill>
              </a:defRPr>
            </a:lvl2pPr>
            <a:lvl3pPr>
              <a:buClr>
                <a:schemeClr val="accent1"/>
              </a:buClr>
              <a:defRPr>
                <a:solidFill>
                  <a:schemeClr val="accent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C4E7C2E4-01F1-E442-B8C8-0DF81347D091}"/>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6488F74A-3BB3-7641-8E75-F37B03910AD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B216D54C-F1E6-7181-3C06-FED98DBA8A09}"/>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10B60624-9DD9-B79A-4AF9-B891924086AD}"/>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Footer Placeholder 4">
            <a:extLst>
              <a:ext uri="{FF2B5EF4-FFF2-40B4-BE49-F238E27FC236}">
                <a16:creationId xmlns:a16="http://schemas.microsoft.com/office/drawing/2014/main" id="{7B4537AC-52F4-6FDB-19F6-68BD45F92A1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33D01D56-89FF-1FD8-C139-0ABC70DDD3C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5" name="TextBox 4">
            <a:extLst>
              <a:ext uri="{FF2B5EF4-FFF2-40B4-BE49-F238E27FC236}">
                <a16:creationId xmlns:a16="http://schemas.microsoft.com/office/drawing/2014/main" id="{AE538175-A7CA-18FD-1439-5CD11A4805E5}"/>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3778032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2FD3FEC-F3E9-864F-A930-BADE1873571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568"/>
          <a:stretch/>
        </p:blipFill>
        <p:spPr>
          <a:xfrm>
            <a:off x="5899319" y="0"/>
            <a:ext cx="2196000" cy="5070984"/>
          </a:xfrm>
          <a:prstGeom prst="rect">
            <a:avLst/>
          </a:prstGeom>
        </p:spPr>
      </p:pic>
      <p:pic>
        <p:nvPicPr>
          <p:cNvPr id="9" name="Picture 8">
            <a:extLst>
              <a:ext uri="{FF2B5EF4-FFF2-40B4-BE49-F238E27FC236}">
                <a16:creationId xmlns:a16="http://schemas.microsoft.com/office/drawing/2014/main" id="{695EBA51-6387-4C4C-81D6-6B59BC0903D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3" r="-293" b="15968"/>
          <a:stretch/>
        </p:blipFill>
        <p:spPr>
          <a:xfrm>
            <a:off x="7908000" y="0"/>
            <a:ext cx="4284000" cy="5070984"/>
          </a:xfrm>
          <a:prstGeom prst="rect">
            <a:avLst/>
          </a:prstGeom>
        </p:spPr>
      </p:pic>
      <p:pic>
        <p:nvPicPr>
          <p:cNvPr id="12" name="Picture 11">
            <a:extLst>
              <a:ext uri="{FF2B5EF4-FFF2-40B4-BE49-F238E27FC236}">
                <a16:creationId xmlns:a16="http://schemas.microsoft.com/office/drawing/2014/main" id="{6F10BBFD-B3A4-5D47-9E65-C7EFA466431B}"/>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42253" y="5116341"/>
            <a:ext cx="3097618" cy="1425800"/>
          </a:xfrm>
          <a:prstGeom prst="rect">
            <a:avLst/>
          </a:prstGeom>
        </p:spPr>
      </p:pic>
      <p:sp>
        <p:nvSpPr>
          <p:cNvPr id="2" name="Title 1">
            <a:extLst>
              <a:ext uri="{FF2B5EF4-FFF2-40B4-BE49-F238E27FC236}">
                <a16:creationId xmlns:a16="http://schemas.microsoft.com/office/drawing/2014/main" id="{33B2095B-3738-14BB-59F0-FBF3EA2EEB4A}"/>
              </a:ext>
            </a:extLst>
          </p:cNvPr>
          <p:cNvSpPr>
            <a:spLocks noGrp="1"/>
          </p:cNvSpPr>
          <p:nvPr>
            <p:ph type="ctrTitle" idx="4294967295" hasCustomPrompt="1"/>
          </p:nvPr>
        </p:nvSpPr>
        <p:spPr>
          <a:xfrm>
            <a:off x="603860" y="2137502"/>
            <a:ext cx="5077440" cy="1291498"/>
          </a:xfrm>
        </p:spPr>
        <p:txBody>
          <a:bodyPr anchor="ctr" anchorCtr="0"/>
          <a:lstStyle>
            <a:lvl1pPr>
              <a:spcBef>
                <a:spcPts val="1600"/>
              </a:spcBef>
              <a:spcAft>
                <a:spcPts val="2400"/>
              </a:spcAft>
              <a:defRPr sz="4400">
                <a:solidFill>
                  <a:schemeClr val="tx1"/>
                </a:solidFill>
              </a:defRPr>
            </a:lvl1pPr>
          </a:lstStyle>
          <a:p>
            <a:pPr>
              <a:spcBef>
                <a:spcPts val="1200"/>
              </a:spcBef>
              <a:spcAft>
                <a:spcPts val="1800"/>
              </a:spcAft>
            </a:pPr>
            <a:r>
              <a:rPr lang="en-GB" dirty="0"/>
              <a:t>Click to edit master title style</a:t>
            </a:r>
            <a:endParaRPr lang="en-US" sz="3600" b="0" dirty="0"/>
          </a:p>
        </p:txBody>
      </p:sp>
      <p:pic>
        <p:nvPicPr>
          <p:cNvPr id="3" name="Picture 2" descr="A picture containing pattern, symmetry, black, darkness&#10;&#10;Description automatically generated">
            <a:extLst>
              <a:ext uri="{FF2B5EF4-FFF2-40B4-BE49-F238E27FC236}">
                <a16:creationId xmlns:a16="http://schemas.microsoft.com/office/drawing/2014/main" id="{0B3F2832-7570-4705-05E1-C4D00F3039B5}"/>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4254"/>
          <a:stretch/>
        </p:blipFill>
        <p:spPr>
          <a:xfrm>
            <a:off x="8313338" y="416892"/>
            <a:ext cx="3660070" cy="5397500"/>
          </a:xfrm>
          <a:prstGeom prst="rect">
            <a:avLst/>
          </a:prstGeom>
        </p:spPr>
      </p:pic>
      <p:sp>
        <p:nvSpPr>
          <p:cNvPr id="5" name="TextBox 4">
            <a:extLst>
              <a:ext uri="{FF2B5EF4-FFF2-40B4-BE49-F238E27FC236}">
                <a16:creationId xmlns:a16="http://schemas.microsoft.com/office/drawing/2014/main" id="{11793F8E-D348-C752-2686-405F4EDCC51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tx1">
                    <a:lumMod val="65000"/>
                    <a:lumOff val="35000"/>
                  </a:schemeClr>
                </a:solidFill>
                <a:effectLst/>
                <a:latin typeface="Helvetica Neue" panose="02000503000000020004" pitchFamily="2" charset="0"/>
              </a:rPr>
              <a:t>©</a:t>
            </a:r>
            <a:r>
              <a:rPr lang="en-AU" sz="800" dirty="0">
                <a:solidFill>
                  <a:schemeClr val="tx1">
                    <a:lumMod val="65000"/>
                    <a:lumOff val="35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22280688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0AE4D03-A620-D14C-BD5A-2A350807216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42253" y="5108785"/>
            <a:ext cx="3097618" cy="1425798"/>
          </a:xfrm>
          <a:prstGeom prst="rect">
            <a:avLst/>
          </a:prstGeom>
        </p:spPr>
      </p:pic>
      <p:sp>
        <p:nvSpPr>
          <p:cNvPr id="3" name="Title 1">
            <a:extLst>
              <a:ext uri="{FF2B5EF4-FFF2-40B4-BE49-F238E27FC236}">
                <a16:creationId xmlns:a16="http://schemas.microsoft.com/office/drawing/2014/main" id="{B6BBAC78-63F0-46DE-3550-3E04975BEB10}"/>
              </a:ext>
            </a:extLst>
          </p:cNvPr>
          <p:cNvSpPr>
            <a:spLocks noGrp="1"/>
          </p:cNvSpPr>
          <p:nvPr>
            <p:ph type="ctrTitle" idx="4294967295" hasCustomPrompt="1"/>
          </p:nvPr>
        </p:nvSpPr>
        <p:spPr>
          <a:xfrm>
            <a:off x="603860" y="2173853"/>
            <a:ext cx="5077440" cy="1218795"/>
          </a:xfrm>
        </p:spPr>
        <p:txBody>
          <a:bodyPr anchor="ctr" anchorCtr="0"/>
          <a:lstStyle>
            <a:lvl1pPr>
              <a:spcBef>
                <a:spcPts val="1600"/>
              </a:spcBef>
              <a:spcAft>
                <a:spcPts val="2400"/>
              </a:spcAft>
              <a:defRPr sz="4400">
                <a:solidFill>
                  <a:schemeClr val="bg1"/>
                </a:solidFill>
              </a:defRPr>
            </a:lvl1pPr>
          </a:lstStyle>
          <a:p>
            <a:pPr>
              <a:spcBef>
                <a:spcPts val="1200"/>
              </a:spcBef>
              <a:spcAft>
                <a:spcPts val="1800"/>
              </a:spcAft>
            </a:pPr>
            <a:r>
              <a:rPr lang="en-GB" dirty="0"/>
              <a:t>Click to edit master title style</a:t>
            </a:r>
            <a:endParaRPr lang="en-US" sz="3600" b="0" dirty="0"/>
          </a:p>
        </p:txBody>
      </p:sp>
      <p:pic>
        <p:nvPicPr>
          <p:cNvPr id="4" name="Picture 3" descr="A picture containing screenshot, pattern, symmetry, black&#10;&#10;Description automatically generated">
            <a:extLst>
              <a:ext uri="{FF2B5EF4-FFF2-40B4-BE49-F238E27FC236}">
                <a16:creationId xmlns:a16="http://schemas.microsoft.com/office/drawing/2014/main" id="{050392FE-8149-4829-F2B5-10E8A5D47E6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4639" r="1"/>
          <a:stretch/>
        </p:blipFill>
        <p:spPr>
          <a:xfrm>
            <a:off x="8328074" y="416892"/>
            <a:ext cx="3645334" cy="5397500"/>
          </a:xfrm>
          <a:prstGeom prst="rect">
            <a:avLst/>
          </a:prstGeom>
        </p:spPr>
      </p:pic>
      <p:sp>
        <p:nvSpPr>
          <p:cNvPr id="2" name="TextBox 1">
            <a:extLst>
              <a:ext uri="{FF2B5EF4-FFF2-40B4-BE49-F238E27FC236}">
                <a16:creationId xmlns:a16="http://schemas.microsoft.com/office/drawing/2014/main" id="{4D2F848E-F372-1363-36F4-3378179C61FE}"/>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6801426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Title Slide">
    <p:bg>
      <p:bgPr>
        <a:solidFill>
          <a:srgbClr val="ECECEC"/>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E8522B1-D663-0841-86D8-80D681225302}"/>
              </a:ext>
            </a:extLst>
          </p:cNvPr>
          <p:cNvSpPr>
            <a:spLocks noGrp="1"/>
          </p:cNvSpPr>
          <p:nvPr>
            <p:ph type="ctrTitle" idx="4294967295" hasCustomPrompt="1"/>
          </p:nvPr>
        </p:nvSpPr>
        <p:spPr>
          <a:xfrm>
            <a:off x="603860" y="2137502"/>
            <a:ext cx="5077440" cy="1291498"/>
          </a:xfrm>
        </p:spPr>
        <p:txBody>
          <a:bodyPr anchor="ctr" anchorCtr="0"/>
          <a:lstStyle>
            <a:lvl1pPr>
              <a:spcBef>
                <a:spcPts val="1600"/>
              </a:spcBef>
              <a:spcAft>
                <a:spcPts val="2400"/>
              </a:spcAft>
              <a:defRPr sz="4400">
                <a:solidFill>
                  <a:schemeClr val="tx1"/>
                </a:solidFill>
              </a:defRPr>
            </a:lvl1pPr>
          </a:lstStyle>
          <a:p>
            <a:pPr>
              <a:spcBef>
                <a:spcPts val="1200"/>
              </a:spcBef>
              <a:spcAft>
                <a:spcPts val="1800"/>
              </a:spcAft>
            </a:pPr>
            <a:r>
              <a:rPr lang="en-GB" dirty="0"/>
              <a:t>Click to edit master title style</a:t>
            </a:r>
            <a:endParaRPr lang="en-US" sz="3600" b="0" dirty="0"/>
          </a:p>
        </p:txBody>
      </p:sp>
      <p:pic>
        <p:nvPicPr>
          <p:cNvPr id="6" name="Picture 5">
            <a:extLst>
              <a:ext uri="{FF2B5EF4-FFF2-40B4-BE49-F238E27FC236}">
                <a16:creationId xmlns:a16="http://schemas.microsoft.com/office/drawing/2014/main" id="{A6E1F9C1-B904-C64A-9353-68E1CCDB98D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42253" y="5116341"/>
            <a:ext cx="3097618" cy="1425800"/>
          </a:xfrm>
          <a:prstGeom prst="rect">
            <a:avLst/>
          </a:prstGeom>
        </p:spPr>
      </p:pic>
      <p:pic>
        <p:nvPicPr>
          <p:cNvPr id="2" name="Picture 1" descr="A picture containing screenshot, pattern, symmetry, black&#10;&#10;Description automatically generated">
            <a:extLst>
              <a:ext uri="{FF2B5EF4-FFF2-40B4-BE49-F238E27FC236}">
                <a16:creationId xmlns:a16="http://schemas.microsoft.com/office/drawing/2014/main" id="{D4637D6B-3535-21BB-F5A3-4CEB19DD308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4639" r="1"/>
          <a:stretch/>
        </p:blipFill>
        <p:spPr>
          <a:xfrm>
            <a:off x="8328074" y="416892"/>
            <a:ext cx="3645334" cy="5397500"/>
          </a:xfrm>
          <a:prstGeom prst="rect">
            <a:avLst/>
          </a:prstGeom>
        </p:spPr>
      </p:pic>
      <p:sp>
        <p:nvSpPr>
          <p:cNvPr id="4" name="TextBox 3">
            <a:extLst>
              <a:ext uri="{FF2B5EF4-FFF2-40B4-BE49-F238E27FC236}">
                <a16:creationId xmlns:a16="http://schemas.microsoft.com/office/drawing/2014/main" id="{05EF8265-7BE8-7D30-63D9-3B73F577D4E8}"/>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4129254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_Title Slide">
    <p:bg>
      <p:bgPr>
        <a:solidFill>
          <a:srgbClr val="ECECEC"/>
        </a:solidFill>
        <a:effectLst/>
      </p:bgPr>
    </p:bg>
    <p:spTree>
      <p:nvGrpSpPr>
        <p:cNvPr id="1" name=""/>
        <p:cNvGrpSpPr/>
        <p:nvPr/>
      </p:nvGrpSpPr>
      <p:grpSpPr>
        <a:xfrm>
          <a:off x="0" y="0"/>
          <a:ext cx="0" cy="0"/>
          <a:chOff x="0" y="0"/>
          <a:chExt cx="0" cy="0"/>
        </a:xfrm>
      </p:grpSpPr>
      <p:pic>
        <p:nvPicPr>
          <p:cNvPr id="5" name="Picture 4" descr="A large building&#10;&#10;Description automatically generated">
            <a:extLst>
              <a:ext uri="{FF2B5EF4-FFF2-40B4-BE49-F238E27FC236}">
                <a16:creationId xmlns:a16="http://schemas.microsoft.com/office/drawing/2014/main" id="{44BB9AD5-5855-D74E-8009-AB00B987C4E0}"/>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05A239C4-066B-F74E-82A2-FE2AA5E70B1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
        <p:nvSpPr>
          <p:cNvPr id="3" name="Title 1">
            <a:extLst>
              <a:ext uri="{FF2B5EF4-FFF2-40B4-BE49-F238E27FC236}">
                <a16:creationId xmlns:a16="http://schemas.microsoft.com/office/drawing/2014/main" id="{641518E3-3AA8-F6D3-CBEF-2EB3AEFFBBE0}"/>
              </a:ext>
            </a:extLst>
          </p:cNvPr>
          <p:cNvSpPr>
            <a:spLocks noGrp="1"/>
          </p:cNvSpPr>
          <p:nvPr>
            <p:ph type="ctrTitle" idx="4294967295" hasCustomPrompt="1"/>
          </p:nvPr>
        </p:nvSpPr>
        <p:spPr>
          <a:xfrm>
            <a:off x="563897" y="1194792"/>
            <a:ext cx="5077440" cy="1218795"/>
          </a:xfrm>
        </p:spPr>
        <p:txBody>
          <a:bodyPr anchor="ctr" anchorCtr="0"/>
          <a:lstStyle>
            <a:lvl1pPr>
              <a:spcBef>
                <a:spcPts val="1600"/>
              </a:spcBef>
              <a:spcAft>
                <a:spcPts val="2400"/>
              </a:spcAft>
              <a:defRPr sz="4400">
                <a:solidFill>
                  <a:schemeClr val="tx1"/>
                </a:solidFill>
              </a:defRPr>
            </a:lvl1pPr>
          </a:lstStyle>
          <a:p>
            <a:pPr>
              <a:spcBef>
                <a:spcPts val="1200"/>
              </a:spcBef>
              <a:spcAft>
                <a:spcPts val="1800"/>
              </a:spcAft>
            </a:pPr>
            <a:r>
              <a:rPr lang="en-GB" dirty="0"/>
              <a:t>Click to edit master title style</a:t>
            </a:r>
            <a:endParaRPr lang="en-US" sz="3600" b="0" dirty="0"/>
          </a:p>
        </p:txBody>
      </p:sp>
      <p:sp>
        <p:nvSpPr>
          <p:cNvPr id="2" name="TextBox 1">
            <a:extLst>
              <a:ext uri="{FF2B5EF4-FFF2-40B4-BE49-F238E27FC236}">
                <a16:creationId xmlns:a16="http://schemas.microsoft.com/office/drawing/2014/main" id="{AB47E340-2F7D-8151-66B7-D638258C842A}"/>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1660094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5_Title Slide">
    <p:bg>
      <p:bgPr>
        <a:solidFill>
          <a:srgbClr val="ECECEC"/>
        </a:solidFill>
        <a:effectLst/>
      </p:bgPr>
    </p:bg>
    <p:spTree>
      <p:nvGrpSpPr>
        <p:cNvPr id="1" name=""/>
        <p:cNvGrpSpPr/>
        <p:nvPr/>
      </p:nvGrpSpPr>
      <p:grpSpPr>
        <a:xfrm>
          <a:off x="0" y="0"/>
          <a:ext cx="0" cy="0"/>
          <a:chOff x="0" y="0"/>
          <a:chExt cx="0" cy="0"/>
        </a:xfrm>
      </p:grpSpPr>
      <p:pic>
        <p:nvPicPr>
          <p:cNvPr id="5" name="Picture 4" descr="A picture containing outdoor, cloud, sky, tree&#10;&#10;Description automatically generated">
            <a:extLst>
              <a:ext uri="{FF2B5EF4-FFF2-40B4-BE49-F238E27FC236}">
                <a16:creationId xmlns:a16="http://schemas.microsoft.com/office/drawing/2014/main" id="{1BE27CF4-73CF-CF33-B948-C4085B2E3F0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304842" cy="6946899"/>
          </a:xfrm>
          <a:prstGeom prst="rect">
            <a:avLst/>
          </a:prstGeom>
        </p:spPr>
      </p:pic>
      <p:sp>
        <p:nvSpPr>
          <p:cNvPr id="8" name="Title 1">
            <a:extLst>
              <a:ext uri="{FF2B5EF4-FFF2-40B4-BE49-F238E27FC236}">
                <a16:creationId xmlns:a16="http://schemas.microsoft.com/office/drawing/2014/main" id="{3D1D3796-7D4F-154E-A210-F58938F3E69C}"/>
              </a:ext>
            </a:extLst>
          </p:cNvPr>
          <p:cNvSpPr>
            <a:spLocks noGrp="1"/>
          </p:cNvSpPr>
          <p:nvPr>
            <p:ph type="ctrTitle" idx="4294967295" hasCustomPrompt="1"/>
          </p:nvPr>
        </p:nvSpPr>
        <p:spPr>
          <a:xfrm>
            <a:off x="563897" y="1672318"/>
            <a:ext cx="5077440" cy="1291498"/>
          </a:xfrm>
        </p:spPr>
        <p:txBody>
          <a:bodyPr anchor="ctr" anchorCtr="0"/>
          <a:lstStyle>
            <a:lvl1pPr>
              <a:spcBef>
                <a:spcPts val="1600"/>
              </a:spcBef>
              <a:spcAft>
                <a:spcPts val="2400"/>
              </a:spcAft>
              <a:defRPr sz="4400">
                <a:solidFill>
                  <a:schemeClr val="bg1"/>
                </a:solidFill>
              </a:defRPr>
            </a:lvl1pPr>
          </a:lstStyle>
          <a:p>
            <a:pPr>
              <a:spcBef>
                <a:spcPts val="1200"/>
              </a:spcBef>
              <a:spcAft>
                <a:spcPts val="1800"/>
              </a:spcAft>
            </a:pPr>
            <a:r>
              <a:rPr lang="en-GB" dirty="0"/>
              <a:t>Click to edit master title style</a:t>
            </a:r>
            <a:endParaRPr lang="en-US" sz="3600" b="0" dirty="0"/>
          </a:p>
        </p:txBody>
      </p:sp>
      <p:pic>
        <p:nvPicPr>
          <p:cNvPr id="7" name="Picture 6">
            <a:extLst>
              <a:ext uri="{FF2B5EF4-FFF2-40B4-BE49-F238E27FC236}">
                <a16:creationId xmlns:a16="http://schemas.microsoft.com/office/drawing/2014/main" id="{B38D0EC0-A17F-A048-AB05-F1B8F237A153}"/>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
        <p:nvSpPr>
          <p:cNvPr id="4" name="TextBox 3">
            <a:extLst>
              <a:ext uri="{FF2B5EF4-FFF2-40B4-BE49-F238E27FC236}">
                <a16:creationId xmlns:a16="http://schemas.microsoft.com/office/drawing/2014/main" id="{BC9A4477-F31B-0306-040E-CDEC1DD0B3C6}"/>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19715499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8_Title Slide">
    <p:bg>
      <p:bgPr>
        <a:solidFill>
          <a:srgbClr val="ECECEC"/>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BB3C75B-2CDB-B3A7-76D3-8B38035E190F}"/>
              </a:ext>
            </a:extLst>
          </p:cNvPr>
          <p:cNvPicPr>
            <a:picLocks noChangeAspect="1"/>
          </p:cNvPicPr>
          <p:nvPr userDrawn="1"/>
        </p:nvPicPr>
        <p:blipFill>
          <a:blip r:embed="rId2"/>
          <a:src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526AB0C6-18A8-A690-7B2C-80947655F75E}"/>
              </a:ext>
            </a:extLst>
          </p:cNvPr>
          <p:cNvSpPr/>
          <p:nvPr userDrawn="1"/>
        </p:nvSpPr>
        <p:spPr>
          <a:xfrm>
            <a:off x="0" y="5354320"/>
            <a:ext cx="12191999" cy="1503680"/>
          </a:xfrm>
          <a:prstGeom prst="rect">
            <a:avLst/>
          </a:prstGeom>
          <a:gradFill>
            <a:gsLst>
              <a:gs pos="0">
                <a:schemeClr val="accent1">
                  <a:lumMod val="5000"/>
                  <a:lumOff val="95000"/>
                  <a:alpha val="0"/>
                </a:schemeClr>
              </a:gs>
              <a:gs pos="25000">
                <a:schemeClr val="tx1">
                  <a:alpha val="57854"/>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3D1D3796-7D4F-154E-A210-F58938F3E69C}"/>
              </a:ext>
            </a:extLst>
          </p:cNvPr>
          <p:cNvSpPr>
            <a:spLocks noGrp="1"/>
          </p:cNvSpPr>
          <p:nvPr>
            <p:ph type="ctrTitle" idx="4294967295" hasCustomPrompt="1"/>
          </p:nvPr>
        </p:nvSpPr>
        <p:spPr>
          <a:xfrm>
            <a:off x="563897" y="1672318"/>
            <a:ext cx="5077440" cy="1291498"/>
          </a:xfrm>
        </p:spPr>
        <p:txBody>
          <a:bodyPr anchor="ctr" anchorCtr="0"/>
          <a:lstStyle>
            <a:lvl1pPr>
              <a:spcBef>
                <a:spcPts val="1600"/>
              </a:spcBef>
              <a:spcAft>
                <a:spcPts val="2400"/>
              </a:spcAft>
              <a:defRPr sz="4400">
                <a:solidFill>
                  <a:schemeClr val="bg1"/>
                </a:solidFill>
              </a:defRPr>
            </a:lvl1pPr>
          </a:lstStyle>
          <a:p>
            <a:pPr>
              <a:spcBef>
                <a:spcPts val="1200"/>
              </a:spcBef>
              <a:spcAft>
                <a:spcPts val="1800"/>
              </a:spcAft>
            </a:pPr>
            <a:r>
              <a:rPr lang="en-GB" dirty="0"/>
              <a:t>Click to edit master title style</a:t>
            </a:r>
            <a:endParaRPr lang="en-US" sz="3600" b="0" dirty="0"/>
          </a:p>
        </p:txBody>
      </p:sp>
      <p:sp>
        <p:nvSpPr>
          <p:cNvPr id="4" name="TextBox 3">
            <a:extLst>
              <a:ext uri="{FF2B5EF4-FFF2-40B4-BE49-F238E27FC236}">
                <a16:creationId xmlns:a16="http://schemas.microsoft.com/office/drawing/2014/main" id="{BC9A4477-F31B-0306-040E-CDEC1DD0B3C6}"/>
              </a:ext>
            </a:extLst>
          </p:cNvPr>
          <p:cNvSpPr txBox="1"/>
          <p:nvPr userDrawn="1"/>
        </p:nvSpPr>
        <p:spPr>
          <a:xfrm>
            <a:off x="3341038" y="6708625"/>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pic>
        <p:nvPicPr>
          <p:cNvPr id="10" name="Picture 9">
            <a:extLst>
              <a:ext uri="{FF2B5EF4-FFF2-40B4-BE49-F238E27FC236}">
                <a16:creationId xmlns:a16="http://schemas.microsoft.com/office/drawing/2014/main" id="{D12ED99E-6B9D-7AEA-3698-4DD759E3B9B7}"/>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Tree>
    <p:extLst>
      <p:ext uri="{BB962C8B-B14F-4D97-AF65-F5344CB8AC3E}">
        <p14:creationId xmlns:p14="http://schemas.microsoft.com/office/powerpoint/2010/main" val="27745762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9_Title Slide">
    <p:bg>
      <p:bgPr>
        <a:solidFill>
          <a:srgbClr val="ECECEC"/>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066CA2-5C58-5921-60E9-D28ADA36826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1B693D0-9E80-C772-133E-7B4CB57CE3B3}"/>
              </a:ext>
            </a:extLst>
          </p:cNvPr>
          <p:cNvSpPr/>
          <p:nvPr userDrawn="1"/>
        </p:nvSpPr>
        <p:spPr>
          <a:xfrm>
            <a:off x="0" y="5354320"/>
            <a:ext cx="12191999" cy="1503680"/>
          </a:xfrm>
          <a:prstGeom prst="rect">
            <a:avLst/>
          </a:prstGeom>
          <a:gradFill>
            <a:gsLst>
              <a:gs pos="0">
                <a:schemeClr val="accent1">
                  <a:lumMod val="5000"/>
                  <a:lumOff val="95000"/>
                  <a:alpha val="0"/>
                </a:schemeClr>
              </a:gs>
              <a:gs pos="25000">
                <a:schemeClr val="tx1">
                  <a:alpha val="57854"/>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C9A4477-F31B-0306-040E-CDEC1DD0B3C6}"/>
              </a:ext>
            </a:extLst>
          </p:cNvPr>
          <p:cNvSpPr txBox="1"/>
          <p:nvPr userDrawn="1"/>
        </p:nvSpPr>
        <p:spPr>
          <a:xfrm>
            <a:off x="3341038" y="6708625"/>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pic>
        <p:nvPicPr>
          <p:cNvPr id="7" name="Picture 6">
            <a:extLst>
              <a:ext uri="{FF2B5EF4-FFF2-40B4-BE49-F238E27FC236}">
                <a16:creationId xmlns:a16="http://schemas.microsoft.com/office/drawing/2014/main" id="{FC76220B-EB3D-736A-703B-9D5C9AC0506B}"/>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
        <p:nvSpPr>
          <p:cNvPr id="2" name="Rectangle 1">
            <a:extLst>
              <a:ext uri="{FF2B5EF4-FFF2-40B4-BE49-F238E27FC236}">
                <a16:creationId xmlns:a16="http://schemas.microsoft.com/office/drawing/2014/main" id="{EEB389DE-8018-324D-9427-78B74469B8FA}"/>
              </a:ext>
            </a:extLst>
          </p:cNvPr>
          <p:cNvSpPr/>
          <p:nvPr userDrawn="1"/>
        </p:nvSpPr>
        <p:spPr>
          <a:xfrm rot="10800000">
            <a:off x="0" y="0"/>
            <a:ext cx="12191999" cy="2769326"/>
          </a:xfrm>
          <a:prstGeom prst="rect">
            <a:avLst/>
          </a:prstGeom>
          <a:gradFill>
            <a:gsLst>
              <a:gs pos="0">
                <a:schemeClr val="accent1">
                  <a:lumMod val="5000"/>
                  <a:lumOff val="95000"/>
                  <a:alpha val="0"/>
                </a:schemeClr>
              </a:gs>
              <a:gs pos="25000">
                <a:schemeClr val="tx1">
                  <a:alpha val="2174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544572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F4FD54-D143-8544-8A0E-C449B851C5F4}"/>
              </a:ext>
            </a:extLst>
          </p:cNvPr>
          <p:cNvSpPr>
            <a:spLocks noGrp="1"/>
          </p:cNvSpPr>
          <p:nvPr>
            <p:ph type="title"/>
          </p:nvPr>
        </p:nvSpPr>
        <p:spPr>
          <a:xfrm>
            <a:off x="365760" y="350838"/>
            <a:ext cx="11436772"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876B6D7-1BFF-2D47-9B38-9CF11F641FED}"/>
              </a:ext>
            </a:extLst>
          </p:cNvPr>
          <p:cNvSpPr>
            <a:spLocks noGrp="1"/>
          </p:cNvSpPr>
          <p:nvPr>
            <p:ph type="body" idx="1"/>
          </p:nvPr>
        </p:nvSpPr>
        <p:spPr>
          <a:xfrm>
            <a:off x="365759" y="1393825"/>
            <a:ext cx="11436773" cy="457517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2817484"/>
      </p:ext>
    </p:extLst>
  </p:cSld>
  <p:clrMap bg1="lt1" tx1="dk1" bg2="lt2" tx2="dk2" accent1="accent1" accent2="accent2" accent3="accent3" accent4="accent4" accent5="accent5" accent6="accent6" hlink="hlink" folHlink="folHlink"/>
  <p:sldLayoutIdLst>
    <p:sldLayoutId id="2147483649" r:id="rId1"/>
    <p:sldLayoutId id="2147483705" r:id="rId2"/>
    <p:sldLayoutId id="2147483706" r:id="rId3"/>
    <p:sldLayoutId id="2147483650" r:id="rId4"/>
    <p:sldLayoutId id="2147483710" r:id="rId5"/>
    <p:sldLayoutId id="2147483702" r:id="rId6"/>
    <p:sldLayoutId id="2147483709" r:id="rId7"/>
    <p:sldLayoutId id="2147483658" r:id="rId8"/>
    <p:sldLayoutId id="2147483693" r:id="rId9"/>
    <p:sldLayoutId id="2147483694" r:id="rId10"/>
    <p:sldLayoutId id="2147483692" r:id="rId11"/>
    <p:sldLayoutId id="2147483686" r:id="rId12"/>
    <p:sldLayoutId id="2147483667" r:id="rId13"/>
    <p:sldLayoutId id="2147483652" r:id="rId14"/>
    <p:sldLayoutId id="2147483698" r:id="rId15"/>
    <p:sldLayoutId id="2147483695" r:id="rId16"/>
    <p:sldLayoutId id="2147483696" r:id="rId17"/>
    <p:sldLayoutId id="2147483680" r:id="rId18"/>
    <p:sldLayoutId id="2147483656" r:id="rId19"/>
    <p:sldLayoutId id="2147483657" r:id="rId20"/>
    <p:sldLayoutId id="2147483681" r:id="rId21"/>
    <p:sldLayoutId id="2147483653" r:id="rId22"/>
    <p:sldLayoutId id="2147483682" r:id="rId23"/>
    <p:sldLayoutId id="2147483676" r:id="rId24"/>
    <p:sldLayoutId id="2147483666" r:id="rId25"/>
    <p:sldLayoutId id="2147483708" r:id="rId26"/>
    <p:sldLayoutId id="2147483683" r:id="rId27"/>
    <p:sldLayoutId id="2147483707" r:id="rId28"/>
    <p:sldLayoutId id="2147483663" r:id="rId29"/>
    <p:sldLayoutId id="2147483700" r:id="rId30"/>
    <p:sldLayoutId id="2147483697" r:id="rId31"/>
    <p:sldLayoutId id="2147483699" r:id="rId32"/>
    <p:sldLayoutId id="2147483701" r:id="rId33"/>
    <p:sldLayoutId id="2147483661" r:id="rId34"/>
    <p:sldLayoutId id="2147483669" r:id="rId35"/>
    <p:sldLayoutId id="2147483690" r:id="rId36"/>
    <p:sldLayoutId id="2147483691" r:id="rId37"/>
    <p:sldLayoutId id="2147483703" r:id="rId38"/>
    <p:sldLayoutId id="2147483704" r:id="rId39"/>
    <p:sldLayoutId id="2147483711" r:id="rId40"/>
    <p:sldLayoutId id="2147483712" r:id="rId41"/>
  </p:sldLayoutIdLst>
  <p:hf sldNum="0" hdr="0" dt="0"/>
  <p:txStyles>
    <p:title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p:titleStyle>
    <p:bodyStyle>
      <a:lvl1pPr marL="287986"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2000" b="1" i="0" kern="1200">
          <a:solidFill>
            <a:schemeClr val="tx1"/>
          </a:solidFill>
          <a:latin typeface="Arial" panose="020B0604020202020204" pitchFamily="34" charset="0"/>
          <a:ea typeface="+mn-ea"/>
          <a:cs typeface="Arial" panose="020B0604020202020204" pitchFamily="34" charset="0"/>
        </a:defRPr>
      </a:lvl1pPr>
      <a:lvl2pPr marL="575972"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800" b="0" i="0" kern="1200">
          <a:solidFill>
            <a:schemeClr val="tx1"/>
          </a:solidFill>
          <a:latin typeface="Arial" panose="020B0604020202020204" pitchFamily="34" charset="0"/>
          <a:ea typeface="+mn-ea"/>
          <a:cs typeface="Arial" panose="020B0604020202020204" pitchFamily="34" charset="0"/>
        </a:defRPr>
      </a:lvl2pPr>
      <a:lvl3pPr marL="863957"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600" b="1" i="0" kern="1200">
          <a:solidFill>
            <a:schemeClr val="tx1"/>
          </a:solidFill>
          <a:latin typeface="Arial" panose="020B0604020202020204" pitchFamily="34" charset="0"/>
          <a:ea typeface="+mn-ea"/>
          <a:cs typeface="Arial" panose="020B0604020202020204" pitchFamily="34" charset="0"/>
        </a:defRPr>
      </a:lvl3pPr>
      <a:lvl4pPr marL="1151942"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400" b="0" i="0" kern="1200">
          <a:solidFill>
            <a:schemeClr val="tx1"/>
          </a:solidFill>
          <a:latin typeface="Arial" panose="020B0604020202020204" pitchFamily="34" charset="0"/>
          <a:ea typeface="+mn-ea"/>
          <a:cs typeface="Arial" panose="020B0604020202020204" pitchFamily="34" charset="0"/>
        </a:defRPr>
      </a:lvl4pPr>
      <a:lvl5pPr marL="1439928"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200" b="1" i="0" kern="1200">
          <a:solidFill>
            <a:schemeClr val="tx1"/>
          </a:solidFill>
          <a:latin typeface="Arial" panose="020B0604020202020204" pitchFamily="34" charset="0"/>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6.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6.xml"/><Relationship Id="rId6" Type="http://schemas.openxmlformats.org/officeDocument/2006/relationships/image" Target="../media/image43.png"/><Relationship Id="rId5" Type="http://schemas.openxmlformats.org/officeDocument/2006/relationships/image" Target="../media/image42.emf"/><Relationship Id="rId4" Type="http://schemas.openxmlformats.org/officeDocument/2006/relationships/image" Target="../media/image41.png"/></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9.emf"/><Relationship Id="rId2" Type="http://schemas.openxmlformats.org/officeDocument/2006/relationships/image" Target="../media/image44.png"/><Relationship Id="rId1" Type="http://schemas.openxmlformats.org/officeDocument/2006/relationships/slideLayout" Target="../slideLayouts/slideLayout16.xml"/><Relationship Id="rId6" Type="http://schemas.openxmlformats.org/officeDocument/2006/relationships/image" Target="../media/image48.png"/><Relationship Id="rId5" Type="http://schemas.openxmlformats.org/officeDocument/2006/relationships/image" Target="../media/image47.emf"/><Relationship Id="rId4" Type="http://schemas.openxmlformats.org/officeDocument/2006/relationships/image" Target="../media/image4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55.emf"/><Relationship Id="rId2" Type="http://schemas.openxmlformats.org/officeDocument/2006/relationships/image" Target="../media/image50.emf"/><Relationship Id="rId1" Type="http://schemas.openxmlformats.org/officeDocument/2006/relationships/slideLayout" Target="../slideLayouts/slideLayout16.xml"/><Relationship Id="rId6" Type="http://schemas.openxmlformats.org/officeDocument/2006/relationships/image" Target="../media/image54.emf"/><Relationship Id="rId5" Type="http://schemas.openxmlformats.org/officeDocument/2006/relationships/image" Target="../media/image53.png"/><Relationship Id="rId4" Type="http://schemas.openxmlformats.org/officeDocument/2006/relationships/image" Target="../media/image52.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3" Type="http://schemas.openxmlformats.org/officeDocument/2006/relationships/image" Target="../media/image63.jpg"/><Relationship Id="rId2" Type="http://schemas.openxmlformats.org/officeDocument/2006/relationships/image" Target="../media/image62.png"/><Relationship Id="rId1" Type="http://schemas.openxmlformats.org/officeDocument/2006/relationships/slideLayout" Target="../slideLayouts/slideLayout16.xml"/><Relationship Id="rId4" Type="http://schemas.openxmlformats.org/officeDocument/2006/relationships/image" Target="../media/image64.jpg"/></Relationships>
</file>

<file path=ppt/slides/_rels/slide45.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image" Target="../media/image65.png"/><Relationship Id="rId1" Type="http://schemas.openxmlformats.org/officeDocument/2006/relationships/slideLayout" Target="../slideLayouts/slideLayout16.xml"/><Relationship Id="rId4" Type="http://schemas.openxmlformats.org/officeDocument/2006/relationships/image" Target="../media/image67.jpg"/></Relationships>
</file>

<file path=ppt/slides/_rels/slide46.xml.rels><?xml version="1.0" encoding="UTF-8" standalone="yes"?>
<Relationships xmlns="http://schemas.openxmlformats.org/package/2006/relationships"><Relationship Id="rId3" Type="http://schemas.openxmlformats.org/officeDocument/2006/relationships/image" Target="../media/image69.jpg"/><Relationship Id="rId2" Type="http://schemas.openxmlformats.org/officeDocument/2006/relationships/image" Target="../media/image68.png"/><Relationship Id="rId1" Type="http://schemas.openxmlformats.org/officeDocument/2006/relationships/slideLayout" Target="../slideLayouts/slideLayout16.xml"/><Relationship Id="rId4" Type="http://schemas.openxmlformats.org/officeDocument/2006/relationships/image" Target="../media/image70.jpg"/></Relationships>
</file>

<file path=ppt/slides/_rels/slide47.xml.rels><?xml version="1.0" encoding="UTF-8" standalone="yes"?>
<Relationships xmlns="http://schemas.openxmlformats.org/package/2006/relationships"><Relationship Id="rId3" Type="http://schemas.openxmlformats.org/officeDocument/2006/relationships/image" Target="../media/image72.jpg"/><Relationship Id="rId2" Type="http://schemas.openxmlformats.org/officeDocument/2006/relationships/image" Target="../media/image71.png"/><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3" Type="http://schemas.openxmlformats.org/officeDocument/2006/relationships/image" Target="../media/image76.jpg"/><Relationship Id="rId2" Type="http://schemas.openxmlformats.org/officeDocument/2006/relationships/image" Target="../media/image75.jpg"/><Relationship Id="rId1" Type="http://schemas.openxmlformats.org/officeDocument/2006/relationships/slideLayout" Target="../slideLayouts/slideLayout16.xml"/><Relationship Id="rId4" Type="http://schemas.openxmlformats.org/officeDocument/2006/relationships/image" Target="../media/image77.jpg"/></Relationships>
</file>

<file path=ppt/slides/_rels/slide5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16.xml"/><Relationship Id="rId4" Type="http://schemas.openxmlformats.org/officeDocument/2006/relationships/image" Target="../media/image80.png"/></Relationships>
</file>

<file path=ppt/slides/_rels/slide51.xml.rels><?xml version="1.0" encoding="UTF-8" standalone="yes"?>
<Relationships xmlns="http://schemas.openxmlformats.org/package/2006/relationships"><Relationship Id="rId3" Type="http://schemas.openxmlformats.org/officeDocument/2006/relationships/image" Target="../media/image82.jpg"/><Relationship Id="rId2" Type="http://schemas.openxmlformats.org/officeDocument/2006/relationships/image" Target="../media/image81.jpg"/><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16.xml"/><Relationship Id="rId4" Type="http://schemas.openxmlformats.org/officeDocument/2006/relationships/image" Target="../media/image89.png"/></Relationships>
</file>

<file path=ppt/slides/_rels/slide55.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16.xml"/><Relationship Id="rId4" Type="http://schemas.openxmlformats.org/officeDocument/2006/relationships/image" Target="../media/image92.png"/></Relationships>
</file>

<file path=ppt/slides/_rels/slide56.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3" Type="http://schemas.openxmlformats.org/officeDocument/2006/relationships/hyperlink" Target="https://www.worksafe.vic.gov.au/resources/designing-safer-buildings-and-structures" TargetMode="External"/><Relationship Id="rId2" Type="http://schemas.openxmlformats.org/officeDocument/2006/relationships/hyperlink" Target="https://aaca.org.au/wp-content/uploads/2021-NSCA.pdf" TargetMode="External"/><Relationship Id="rId1" Type="http://schemas.openxmlformats.org/officeDocument/2006/relationships/slideLayout" Target="../slideLayouts/slideLayout16.xml"/><Relationship Id="rId6" Type="http://schemas.openxmlformats.org/officeDocument/2006/relationships/hyperlink" Target="https://www.newcastleherald.com.au/story/5503988/hunter-asbestos-deaths-are-increasing/" TargetMode="External"/><Relationship Id="rId5" Type="http://schemas.openxmlformats.org/officeDocument/2006/relationships/hyperlink" Target="https://store.standards.org.au/product/as-1428-1-2021" TargetMode="External"/><Relationship Id="rId4" Type="http://schemas.openxmlformats.org/officeDocument/2006/relationships/hyperlink" Target="https://ncc.abcb.gov.au/editions/ncc-2022/adopted/volume-one"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037F766-F5AA-C743-82FA-9221F693F5C7}"/>
              </a:ext>
            </a:extLst>
          </p:cNvPr>
          <p:cNvSpPr>
            <a:spLocks noGrp="1"/>
          </p:cNvSpPr>
          <p:nvPr>
            <p:ph type="ctrTitle"/>
          </p:nvPr>
        </p:nvSpPr>
        <p:spPr>
          <a:xfrm>
            <a:off x="599440" y="1832433"/>
            <a:ext cx="6291512" cy="1479648"/>
          </a:xfrm>
        </p:spPr>
        <p:txBody>
          <a:bodyPr lIns="0" tIns="0" rIns="0" bIns="0"/>
          <a:lstStyle/>
          <a:p>
            <a:r>
              <a:rPr lang="en-US" dirty="0"/>
              <a:t>Session 1</a:t>
            </a:r>
          </a:p>
        </p:txBody>
      </p:sp>
      <p:sp>
        <p:nvSpPr>
          <p:cNvPr id="10" name="Subtitle 2">
            <a:extLst>
              <a:ext uri="{FF2B5EF4-FFF2-40B4-BE49-F238E27FC236}">
                <a16:creationId xmlns:a16="http://schemas.microsoft.com/office/drawing/2014/main" id="{2122BAEA-8E13-DA41-A1A3-099D1631A6AE}"/>
              </a:ext>
            </a:extLst>
          </p:cNvPr>
          <p:cNvSpPr>
            <a:spLocks noGrp="1"/>
          </p:cNvSpPr>
          <p:nvPr>
            <p:ph type="subTitle" idx="1"/>
          </p:nvPr>
        </p:nvSpPr>
        <p:spPr>
          <a:xfrm>
            <a:off x="599441" y="3259667"/>
            <a:ext cx="5069840" cy="990115"/>
          </a:xfrm>
        </p:spPr>
        <p:txBody>
          <a:bodyPr lIns="0" tIns="0" rIns="0" bIns="0"/>
          <a:lstStyle/>
          <a:p>
            <a:r>
              <a:rPr lang="en-US" dirty="0"/>
              <a:t>NAD1001: INTRODUCTION TO ARCHITECTURAL DESIGN</a:t>
            </a:r>
          </a:p>
        </p:txBody>
      </p:sp>
    </p:spTree>
    <p:extLst>
      <p:ext uri="{BB962C8B-B14F-4D97-AF65-F5344CB8AC3E}">
        <p14:creationId xmlns:p14="http://schemas.microsoft.com/office/powerpoint/2010/main" val="2693254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6784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F9916F8-77B9-0744-B45D-3456AE466A59}"/>
              </a:ext>
            </a:extLst>
          </p:cNvPr>
          <p:cNvSpPr>
            <a:spLocks noGrp="1"/>
          </p:cNvSpPr>
          <p:nvPr>
            <p:ph type="body" sz="half" idx="2"/>
          </p:nvPr>
        </p:nvSpPr>
        <p:spPr>
          <a:xfrm>
            <a:off x="358243" y="1464476"/>
            <a:ext cx="11456485" cy="4437560"/>
          </a:xfrm>
        </p:spPr>
        <p:txBody>
          <a:bodyPr/>
          <a:lstStyle/>
          <a:p>
            <a:pPr marL="342900" indent="-342900">
              <a:lnSpc>
                <a:spcPct val="100000"/>
              </a:lnSpc>
              <a:buFont typeface="Arial" panose="020B0604020202020204" pitchFamily="34" charset="0"/>
              <a:buChar char="•"/>
            </a:pPr>
            <a:r>
              <a:rPr lang="en-US" dirty="0"/>
              <a:t>NAD1001 Introduction to Architectural Design</a:t>
            </a:r>
          </a:p>
          <a:p>
            <a:pPr marL="342900" indent="-342900">
              <a:lnSpc>
                <a:spcPct val="100000"/>
              </a:lnSpc>
              <a:buFont typeface="Arial" panose="020B0604020202020204" pitchFamily="34" charset="0"/>
              <a:buChar char="•"/>
            </a:pPr>
            <a:r>
              <a:rPr lang="en-US" dirty="0"/>
              <a:t>The purpose of this unit is to provide students with an overview of the built environment discipline, highlighting fundamental principles of design and digital proficiency. The unit provides students with an understanding of occupational health and safety (OHS) regulations, </a:t>
            </a:r>
            <a:r>
              <a:rPr lang="en-US" dirty="0" err="1"/>
              <a:t>organisational</a:t>
            </a:r>
            <a:r>
              <a:rPr lang="en-US" dirty="0"/>
              <a:t> policies and procedures, as well as the ability to master industry-standard computer-aided design software. </a:t>
            </a:r>
          </a:p>
          <a:p>
            <a:pPr marL="342900" indent="-342900">
              <a:lnSpc>
                <a:spcPct val="100000"/>
              </a:lnSpc>
              <a:buFont typeface="Arial" panose="020B0604020202020204" pitchFamily="34" charset="0"/>
              <a:buChar char="•"/>
            </a:pPr>
            <a:r>
              <a:rPr lang="en-US" dirty="0"/>
              <a:t>By incorporating culturally diverse knowledge systems, the unit broadens students' perspectives on spatial design and communication, fostering a more inclusive and socially aware approach to the field. </a:t>
            </a:r>
          </a:p>
          <a:p>
            <a:pPr marL="342900" indent="-342900">
              <a:lnSpc>
                <a:spcPct val="100000"/>
              </a:lnSpc>
              <a:buFont typeface="Arial" panose="020B0604020202020204" pitchFamily="34" charset="0"/>
              <a:buChar char="•"/>
            </a:pPr>
            <a:r>
              <a:rPr lang="en-US" dirty="0"/>
              <a:t>The unit also equips students with core architectural concepts and digital skills, laying a solid groundwork for their continued education and future professional practice in architecture. </a:t>
            </a:r>
          </a:p>
          <a:p>
            <a:pPr marL="342900" indent="-342900">
              <a:lnSpc>
                <a:spcPct val="100000"/>
              </a:lnSpc>
              <a:buFont typeface="Arial" panose="020B0604020202020204" pitchFamily="34" charset="0"/>
              <a:buChar char="•"/>
            </a:pPr>
            <a:r>
              <a:rPr lang="en-US" dirty="0"/>
              <a:t>Students will have an opportunity to apply their theoretical knowledge and skills in professional practice activities such as design projects.</a:t>
            </a:r>
          </a:p>
          <a:p>
            <a:pPr>
              <a:lnSpc>
                <a:spcPct val="100000"/>
              </a:lnSpc>
            </a:pPr>
            <a:endParaRPr lang="en-US" dirty="0"/>
          </a:p>
        </p:txBody>
      </p:sp>
      <p:sp>
        <p:nvSpPr>
          <p:cNvPr id="5" name="Title 1">
            <a:extLst>
              <a:ext uri="{FF2B5EF4-FFF2-40B4-BE49-F238E27FC236}">
                <a16:creationId xmlns:a16="http://schemas.microsoft.com/office/drawing/2014/main" id="{E377CE3D-477D-2F7B-FA12-986682D89A8E}"/>
              </a:ext>
            </a:extLst>
          </p:cNvPr>
          <p:cNvSpPr txBox="1">
            <a:spLocks/>
          </p:cNvSpPr>
          <p:nvPr/>
        </p:nvSpPr>
        <p:spPr>
          <a:xfrm>
            <a:off x="358244" y="310620"/>
            <a:ext cx="8536374"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Welcome and Unit Overview</a:t>
            </a:r>
          </a:p>
        </p:txBody>
      </p:sp>
    </p:spTree>
    <p:extLst>
      <p:ext uri="{BB962C8B-B14F-4D97-AF65-F5344CB8AC3E}">
        <p14:creationId xmlns:p14="http://schemas.microsoft.com/office/powerpoint/2010/main" val="22118193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624C7-B87A-5723-75B0-F0E6CA104CD2}"/>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8F84FE3-4AC0-DAE4-5909-6A9FDB8F17FE}"/>
              </a:ext>
            </a:extLst>
          </p:cNvPr>
          <p:cNvSpPr>
            <a:spLocks noGrp="1"/>
          </p:cNvSpPr>
          <p:nvPr>
            <p:ph type="body" sz="half" idx="2"/>
          </p:nvPr>
        </p:nvSpPr>
        <p:spPr>
          <a:xfrm>
            <a:off x="358243" y="1464476"/>
            <a:ext cx="11456485" cy="4437560"/>
          </a:xfrm>
        </p:spPr>
        <p:txBody>
          <a:bodyPr/>
          <a:lstStyle/>
          <a:p>
            <a:pPr>
              <a:lnSpc>
                <a:spcPct val="100000"/>
              </a:lnSpc>
            </a:pPr>
            <a:r>
              <a:rPr lang="en-US" dirty="0"/>
              <a:t>On successful completion of this unit, students will be able to: </a:t>
            </a:r>
          </a:p>
          <a:p>
            <a:pPr marL="342900" indent="-342900">
              <a:lnSpc>
                <a:spcPct val="100000"/>
              </a:lnSpc>
              <a:buFont typeface="Arial" panose="020B0604020202020204" pitchFamily="34" charset="0"/>
              <a:buChar char="•"/>
            </a:pPr>
            <a:r>
              <a:rPr lang="en-US" dirty="0"/>
              <a:t>Evaluate and integrate fundamental architectural design principles in the creation of spatial environments;	 </a:t>
            </a:r>
          </a:p>
          <a:p>
            <a:pPr marL="342900" indent="-342900">
              <a:lnSpc>
                <a:spcPct val="100000"/>
              </a:lnSpc>
              <a:buFont typeface="Arial" panose="020B0604020202020204" pitchFamily="34" charset="0"/>
              <a:buChar char="•"/>
            </a:pPr>
            <a:r>
              <a:rPr lang="en-US" dirty="0"/>
              <a:t>Comply with OHS regulations relevant to architectural practice and workplace environments;	 </a:t>
            </a:r>
          </a:p>
          <a:p>
            <a:pPr marL="342900" indent="-342900">
              <a:lnSpc>
                <a:spcPct val="100000"/>
              </a:lnSpc>
              <a:buFont typeface="Arial" panose="020B0604020202020204" pitchFamily="34" charset="0"/>
              <a:buChar char="•"/>
            </a:pPr>
            <a:r>
              <a:rPr lang="en-US" dirty="0"/>
              <a:t>Implement </a:t>
            </a:r>
            <a:r>
              <a:rPr lang="en-US" dirty="0" err="1"/>
              <a:t>organisational</a:t>
            </a:r>
            <a:r>
              <a:rPr lang="en-US" dirty="0"/>
              <a:t> policies and adhere to quality assurance standards in architectural projects, ensuring that designs are culturally informed and actively promote diverse cultures and traditions;	 </a:t>
            </a:r>
          </a:p>
          <a:p>
            <a:pPr marL="342900" indent="-342900">
              <a:lnSpc>
                <a:spcPct val="100000"/>
              </a:lnSpc>
              <a:buFont typeface="Arial" panose="020B0604020202020204" pitchFamily="34" charset="0"/>
              <a:buChar char="•"/>
            </a:pPr>
            <a:r>
              <a:rPr lang="en-US" dirty="0"/>
              <a:t>Employ suitable techniques for effectively documenting and communicating architectural designs; and	 </a:t>
            </a:r>
          </a:p>
          <a:p>
            <a:pPr marL="342900" indent="-342900">
              <a:lnSpc>
                <a:spcPct val="100000"/>
              </a:lnSpc>
              <a:buFont typeface="Arial" panose="020B0604020202020204" pitchFamily="34" charset="0"/>
              <a:buChar char="•"/>
            </a:pPr>
            <a:r>
              <a:rPr lang="en-US" dirty="0"/>
              <a:t>Produce two and three-dimensional drawings for architectural designs.</a:t>
            </a:r>
          </a:p>
        </p:txBody>
      </p:sp>
      <p:sp>
        <p:nvSpPr>
          <p:cNvPr id="5" name="Title 1">
            <a:extLst>
              <a:ext uri="{FF2B5EF4-FFF2-40B4-BE49-F238E27FC236}">
                <a16:creationId xmlns:a16="http://schemas.microsoft.com/office/drawing/2014/main" id="{29DEAAA3-3DD0-77DD-DCE1-09577EDC6DC5}"/>
              </a:ext>
            </a:extLst>
          </p:cNvPr>
          <p:cNvSpPr txBox="1">
            <a:spLocks/>
          </p:cNvSpPr>
          <p:nvPr/>
        </p:nvSpPr>
        <p:spPr>
          <a:xfrm>
            <a:off x="358244" y="310620"/>
            <a:ext cx="8536374"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Learning Outcomes</a:t>
            </a:r>
          </a:p>
        </p:txBody>
      </p:sp>
    </p:spTree>
    <p:extLst>
      <p:ext uri="{BB962C8B-B14F-4D97-AF65-F5344CB8AC3E}">
        <p14:creationId xmlns:p14="http://schemas.microsoft.com/office/powerpoint/2010/main" val="1474043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747B9-42F3-5F76-34A2-1E24F05884F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21F373F-ED9C-85AF-4FE2-19C58CDCBC85}"/>
              </a:ext>
            </a:extLst>
          </p:cNvPr>
          <p:cNvSpPr txBox="1">
            <a:spLocks/>
          </p:cNvSpPr>
          <p:nvPr/>
        </p:nvSpPr>
        <p:spPr>
          <a:xfrm>
            <a:off x="358244" y="310620"/>
            <a:ext cx="8536374"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Unit Structure and Theme</a:t>
            </a:r>
          </a:p>
        </p:txBody>
      </p:sp>
      <p:pic>
        <p:nvPicPr>
          <p:cNvPr id="6" name="Content Placeholder 6">
            <a:extLst>
              <a:ext uri="{FF2B5EF4-FFF2-40B4-BE49-F238E27FC236}">
                <a16:creationId xmlns:a16="http://schemas.microsoft.com/office/drawing/2014/main" id="{F45D30A6-AD38-DCA8-EA8F-17AD053B7571}"/>
              </a:ext>
            </a:extLst>
          </p:cNvPr>
          <p:cNvPicPr>
            <a:picLocks noGrp="1" noChangeAspect="1"/>
          </p:cNvPicPr>
          <p:nvPr/>
        </p:nvPicPr>
        <p:blipFill>
          <a:blip r:embed="rId2">
            <a:extLst>
              <a:ext uri="{28A0092B-C50C-407E-A947-70E740481C1C}">
                <a14:useLocalDpi xmlns:a14="http://schemas.microsoft.com/office/drawing/2010/main" val="0"/>
              </a:ext>
            </a:extLst>
          </a:blip>
          <a:stretch>
            <a:fillRect/>
          </a:stretch>
        </p:blipFill>
        <p:spPr>
          <a:xfrm>
            <a:off x="689058" y="1005946"/>
            <a:ext cx="10813885" cy="4846108"/>
          </a:xfrm>
          <a:prstGeom prst="rect">
            <a:avLst/>
          </a:prstGeom>
        </p:spPr>
      </p:pic>
    </p:spTree>
    <p:extLst>
      <p:ext uri="{BB962C8B-B14F-4D97-AF65-F5344CB8AC3E}">
        <p14:creationId xmlns:p14="http://schemas.microsoft.com/office/powerpoint/2010/main" val="2216636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27813-7344-1381-0050-2BEF25A4747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A31057E-A0CF-1C09-B9B8-3E025EB6B613}"/>
              </a:ext>
            </a:extLst>
          </p:cNvPr>
          <p:cNvSpPr>
            <a:spLocks noGrp="1"/>
          </p:cNvSpPr>
          <p:nvPr>
            <p:ph type="body" sz="half" idx="2"/>
          </p:nvPr>
        </p:nvSpPr>
        <p:spPr>
          <a:xfrm>
            <a:off x="682336" y="1372153"/>
            <a:ext cx="4387376" cy="1637264"/>
          </a:xfrm>
        </p:spPr>
        <p:txBody>
          <a:bodyPr/>
          <a:lstStyle/>
          <a:p>
            <a:pPr>
              <a:lnSpc>
                <a:spcPct val="100000"/>
              </a:lnSpc>
            </a:pPr>
            <a:r>
              <a:rPr lang="en-US" sz="1400" b="1" dirty="0"/>
              <a:t>Week 1:</a:t>
            </a:r>
          </a:p>
          <a:p>
            <a:pPr marL="285750" indent="-285750">
              <a:lnSpc>
                <a:spcPct val="100000"/>
              </a:lnSpc>
              <a:buFont typeface="Arial" panose="020B0604020202020204" pitchFamily="34" charset="0"/>
              <a:buChar char="•"/>
            </a:pPr>
            <a:r>
              <a:rPr lang="en-US" sz="1400" dirty="0"/>
              <a:t>Pre-Design and Schematic Design</a:t>
            </a:r>
          </a:p>
          <a:p>
            <a:pPr marL="285750" indent="-285750">
              <a:lnSpc>
                <a:spcPct val="100000"/>
              </a:lnSpc>
              <a:buFont typeface="Arial" panose="020B0604020202020204" pitchFamily="34" charset="0"/>
              <a:buChar char="•"/>
            </a:pPr>
            <a:r>
              <a:rPr lang="en-US" sz="1400" dirty="0"/>
              <a:t>Introduction of Design, OHS, Precedent, Site </a:t>
            </a:r>
          </a:p>
          <a:p>
            <a:pPr marL="285750" indent="-285750">
              <a:lnSpc>
                <a:spcPct val="100000"/>
              </a:lnSpc>
              <a:buFont typeface="Arial" panose="020B0604020202020204" pitchFamily="34" charset="0"/>
              <a:buChar char="•"/>
            </a:pPr>
            <a:r>
              <a:rPr lang="en-US" sz="1400" dirty="0"/>
              <a:t>Main Design Tool: Hand Sketch and AutoCAD</a:t>
            </a:r>
          </a:p>
          <a:p>
            <a:pPr>
              <a:lnSpc>
                <a:spcPct val="100000"/>
              </a:lnSpc>
            </a:pPr>
            <a:endParaRPr lang="en-US" sz="1400" dirty="0"/>
          </a:p>
        </p:txBody>
      </p:sp>
      <p:sp>
        <p:nvSpPr>
          <p:cNvPr id="5" name="Title 1">
            <a:extLst>
              <a:ext uri="{FF2B5EF4-FFF2-40B4-BE49-F238E27FC236}">
                <a16:creationId xmlns:a16="http://schemas.microsoft.com/office/drawing/2014/main" id="{0B988656-78F6-5AB8-93BD-881163F053BE}"/>
              </a:ext>
            </a:extLst>
          </p:cNvPr>
          <p:cNvSpPr txBox="1">
            <a:spLocks/>
          </p:cNvSpPr>
          <p:nvPr/>
        </p:nvSpPr>
        <p:spPr>
          <a:xfrm>
            <a:off x="358244" y="310620"/>
            <a:ext cx="8536374"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Weekly Overview and Stages of Design</a:t>
            </a:r>
          </a:p>
        </p:txBody>
      </p:sp>
      <p:sp>
        <p:nvSpPr>
          <p:cNvPr id="2" name="Text Placeholder 2">
            <a:extLst>
              <a:ext uri="{FF2B5EF4-FFF2-40B4-BE49-F238E27FC236}">
                <a16:creationId xmlns:a16="http://schemas.microsoft.com/office/drawing/2014/main" id="{746DCD2C-AFAF-AF9B-FEB2-2870568C0206}"/>
              </a:ext>
            </a:extLst>
          </p:cNvPr>
          <p:cNvSpPr txBox="1">
            <a:spLocks/>
          </p:cNvSpPr>
          <p:nvPr/>
        </p:nvSpPr>
        <p:spPr>
          <a:xfrm>
            <a:off x="6513805" y="1378217"/>
            <a:ext cx="4761625" cy="1770650"/>
          </a:xfrm>
          <a:prstGeom prst="rect">
            <a:avLst/>
          </a:prstGeom>
        </p:spPr>
        <p:txBody>
          <a:bodyPr vert="horz" lIns="0" tIns="0" rIns="0" bIns="0" rtlCol="0">
            <a:no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i="0" kern="1200">
                <a:solidFill>
                  <a:schemeClr val="tx1"/>
                </a:solidFill>
                <a:latin typeface="Arial" panose="020B0604020202020204" pitchFamily="34" charset="0"/>
                <a:ea typeface="+mn-ea"/>
                <a:cs typeface="Arial" panose="020B0604020202020204" pitchFamily="34" charset="0"/>
              </a:defRPr>
            </a:lvl1pPr>
            <a:lvl2pPr marL="457178" indent="0" algn="l" defTabSz="914354" rtl="0" eaLnBrk="1" latinLnBrk="0" hangingPunct="1">
              <a:lnSpc>
                <a:spcPct val="100000"/>
              </a:lnSpc>
              <a:spcBef>
                <a:spcPts val="600"/>
              </a:spcBef>
              <a:spcAft>
                <a:spcPts val="600"/>
              </a:spcAft>
              <a:buClr>
                <a:schemeClr val="accent1"/>
              </a:buClr>
              <a:buSzPct val="60000"/>
              <a:buFont typeface=".Lucida Grande UI Regular"/>
              <a:buNone/>
              <a:defRPr sz="1400" b="0" i="0" kern="1200">
                <a:solidFill>
                  <a:schemeClr val="tx1"/>
                </a:solidFill>
                <a:latin typeface="Arial" panose="020B0604020202020204" pitchFamily="34" charset="0"/>
                <a:ea typeface="+mn-ea"/>
                <a:cs typeface="Arial" panose="020B0604020202020204" pitchFamily="34" charset="0"/>
              </a:defRPr>
            </a:lvl2pPr>
            <a:lvl3pPr marL="914354" indent="0" algn="l" defTabSz="914354" rtl="0" eaLnBrk="1" latinLnBrk="0" hangingPunct="1">
              <a:lnSpc>
                <a:spcPct val="100000"/>
              </a:lnSpc>
              <a:spcBef>
                <a:spcPts val="600"/>
              </a:spcBef>
              <a:spcAft>
                <a:spcPts val="600"/>
              </a:spcAft>
              <a:buClr>
                <a:schemeClr val="accent1"/>
              </a:buClr>
              <a:buSzPct val="60000"/>
              <a:buFont typeface=".Lucida Grande UI Regular"/>
              <a:buNone/>
              <a:defRPr sz="1200" b="1" i="0" kern="1200">
                <a:solidFill>
                  <a:schemeClr val="tx1"/>
                </a:solidFill>
                <a:latin typeface="Arial" panose="020B0604020202020204" pitchFamily="34" charset="0"/>
                <a:ea typeface="+mn-ea"/>
                <a:cs typeface="Arial" panose="020B0604020202020204" pitchFamily="34" charset="0"/>
              </a:defRPr>
            </a:lvl3pPr>
            <a:lvl4pPr marL="1371532" indent="0" algn="l" defTabSz="914354" rtl="0" eaLnBrk="1" latinLnBrk="0" hangingPunct="1">
              <a:lnSpc>
                <a:spcPct val="100000"/>
              </a:lnSpc>
              <a:spcBef>
                <a:spcPts val="600"/>
              </a:spcBef>
              <a:spcAft>
                <a:spcPts val="600"/>
              </a:spcAft>
              <a:buClr>
                <a:schemeClr val="accent1"/>
              </a:buClr>
              <a:buSzPct val="60000"/>
              <a:buFont typeface=".Lucida Grande UI Regular"/>
              <a:buNone/>
              <a:defRPr sz="1000" b="0" i="0" kern="1200">
                <a:solidFill>
                  <a:schemeClr val="tx1"/>
                </a:solidFill>
                <a:latin typeface="Arial" panose="020B0604020202020204" pitchFamily="34" charset="0"/>
                <a:ea typeface="+mn-ea"/>
                <a:cs typeface="Arial" panose="020B0604020202020204" pitchFamily="34" charset="0"/>
              </a:defRPr>
            </a:lvl4pPr>
            <a:lvl5pPr marL="1828709" indent="0" algn="l" defTabSz="914354" rtl="0" eaLnBrk="1" latinLnBrk="0" hangingPunct="1">
              <a:lnSpc>
                <a:spcPct val="100000"/>
              </a:lnSpc>
              <a:spcBef>
                <a:spcPts val="600"/>
              </a:spcBef>
              <a:spcAft>
                <a:spcPts val="600"/>
              </a:spcAft>
              <a:buClr>
                <a:schemeClr val="accent1"/>
              </a:buClr>
              <a:buSzPct val="60000"/>
              <a:buFont typeface=".Lucida Grande UI Regular"/>
              <a:buNone/>
              <a:defRPr sz="1000" b="1" i="0" kern="1200">
                <a:solidFill>
                  <a:schemeClr val="tx1"/>
                </a:solidFill>
                <a:latin typeface="Arial" panose="020B0604020202020204" pitchFamily="34" charset="0"/>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a:lnSpc>
                <a:spcPct val="100000"/>
              </a:lnSpc>
            </a:pPr>
            <a:r>
              <a:rPr lang="en-US" sz="1400" b="1" dirty="0"/>
              <a:t>Week 2: </a:t>
            </a:r>
          </a:p>
          <a:p>
            <a:pPr marL="285750" indent="-285750">
              <a:lnSpc>
                <a:spcPct val="100000"/>
              </a:lnSpc>
              <a:buFont typeface="Arial" panose="020B0604020202020204" pitchFamily="34" charset="0"/>
              <a:buChar char="•"/>
            </a:pPr>
            <a:r>
              <a:rPr lang="en-US" sz="1400" dirty="0"/>
              <a:t>Schematic Design and Design Development </a:t>
            </a:r>
          </a:p>
          <a:p>
            <a:pPr marL="285750" indent="-285750">
              <a:lnSpc>
                <a:spcPct val="100000"/>
              </a:lnSpc>
              <a:buFont typeface="Arial" panose="020B0604020202020204" pitchFamily="34" charset="0"/>
              <a:buChar char="•"/>
            </a:pPr>
            <a:r>
              <a:rPr lang="en-US" sz="1400" dirty="0"/>
              <a:t>Concept, Massing, Design Methods, Plan, Other Views</a:t>
            </a:r>
          </a:p>
          <a:p>
            <a:pPr marL="285750" indent="-285750">
              <a:lnSpc>
                <a:spcPct val="100000"/>
              </a:lnSpc>
              <a:buFont typeface="Arial" panose="020B0604020202020204" pitchFamily="34" charset="0"/>
              <a:buChar char="•"/>
            </a:pPr>
            <a:r>
              <a:rPr lang="en-US" sz="1400" dirty="0"/>
              <a:t>Main Design Tool: AutoCAD and REVIT</a:t>
            </a:r>
          </a:p>
          <a:p>
            <a:pPr>
              <a:lnSpc>
                <a:spcPct val="100000"/>
              </a:lnSpc>
            </a:pPr>
            <a:endParaRPr lang="en-US" sz="1400" dirty="0"/>
          </a:p>
        </p:txBody>
      </p:sp>
      <p:sp>
        <p:nvSpPr>
          <p:cNvPr id="4" name="Text Placeholder 2">
            <a:extLst>
              <a:ext uri="{FF2B5EF4-FFF2-40B4-BE49-F238E27FC236}">
                <a16:creationId xmlns:a16="http://schemas.microsoft.com/office/drawing/2014/main" id="{DF281A29-A910-5AE9-8978-17D09E049B74}"/>
              </a:ext>
            </a:extLst>
          </p:cNvPr>
          <p:cNvSpPr txBox="1">
            <a:spLocks/>
          </p:cNvSpPr>
          <p:nvPr/>
        </p:nvSpPr>
        <p:spPr>
          <a:xfrm>
            <a:off x="682336" y="3709134"/>
            <a:ext cx="4443320" cy="2100804"/>
          </a:xfrm>
          <a:prstGeom prst="rect">
            <a:avLst/>
          </a:prstGeom>
        </p:spPr>
        <p:txBody>
          <a:bodyPr vert="horz" lIns="0" tIns="0" rIns="0" bIns="0" rtlCol="0">
            <a:no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i="0" kern="1200">
                <a:solidFill>
                  <a:schemeClr val="tx1"/>
                </a:solidFill>
                <a:latin typeface="Arial" panose="020B0604020202020204" pitchFamily="34" charset="0"/>
                <a:ea typeface="+mn-ea"/>
                <a:cs typeface="Arial" panose="020B0604020202020204" pitchFamily="34" charset="0"/>
              </a:defRPr>
            </a:lvl1pPr>
            <a:lvl2pPr marL="457178" indent="0" algn="l" defTabSz="914354" rtl="0" eaLnBrk="1" latinLnBrk="0" hangingPunct="1">
              <a:lnSpc>
                <a:spcPct val="100000"/>
              </a:lnSpc>
              <a:spcBef>
                <a:spcPts val="600"/>
              </a:spcBef>
              <a:spcAft>
                <a:spcPts val="600"/>
              </a:spcAft>
              <a:buClr>
                <a:schemeClr val="accent1"/>
              </a:buClr>
              <a:buSzPct val="60000"/>
              <a:buFont typeface=".Lucida Grande UI Regular"/>
              <a:buNone/>
              <a:defRPr sz="1400" b="0" i="0" kern="1200">
                <a:solidFill>
                  <a:schemeClr val="tx1"/>
                </a:solidFill>
                <a:latin typeface="Arial" panose="020B0604020202020204" pitchFamily="34" charset="0"/>
                <a:ea typeface="+mn-ea"/>
                <a:cs typeface="Arial" panose="020B0604020202020204" pitchFamily="34" charset="0"/>
              </a:defRPr>
            </a:lvl2pPr>
            <a:lvl3pPr marL="914354" indent="0" algn="l" defTabSz="914354" rtl="0" eaLnBrk="1" latinLnBrk="0" hangingPunct="1">
              <a:lnSpc>
                <a:spcPct val="100000"/>
              </a:lnSpc>
              <a:spcBef>
                <a:spcPts val="600"/>
              </a:spcBef>
              <a:spcAft>
                <a:spcPts val="600"/>
              </a:spcAft>
              <a:buClr>
                <a:schemeClr val="accent1"/>
              </a:buClr>
              <a:buSzPct val="60000"/>
              <a:buFont typeface=".Lucida Grande UI Regular"/>
              <a:buNone/>
              <a:defRPr sz="1200" b="1" i="0" kern="1200">
                <a:solidFill>
                  <a:schemeClr val="tx1"/>
                </a:solidFill>
                <a:latin typeface="Arial" panose="020B0604020202020204" pitchFamily="34" charset="0"/>
                <a:ea typeface="+mn-ea"/>
                <a:cs typeface="Arial" panose="020B0604020202020204" pitchFamily="34" charset="0"/>
              </a:defRPr>
            </a:lvl3pPr>
            <a:lvl4pPr marL="1371532" indent="0" algn="l" defTabSz="914354" rtl="0" eaLnBrk="1" latinLnBrk="0" hangingPunct="1">
              <a:lnSpc>
                <a:spcPct val="100000"/>
              </a:lnSpc>
              <a:spcBef>
                <a:spcPts val="600"/>
              </a:spcBef>
              <a:spcAft>
                <a:spcPts val="600"/>
              </a:spcAft>
              <a:buClr>
                <a:schemeClr val="accent1"/>
              </a:buClr>
              <a:buSzPct val="60000"/>
              <a:buFont typeface=".Lucida Grande UI Regular"/>
              <a:buNone/>
              <a:defRPr sz="1000" b="0" i="0" kern="1200">
                <a:solidFill>
                  <a:schemeClr val="tx1"/>
                </a:solidFill>
                <a:latin typeface="Arial" panose="020B0604020202020204" pitchFamily="34" charset="0"/>
                <a:ea typeface="+mn-ea"/>
                <a:cs typeface="Arial" panose="020B0604020202020204" pitchFamily="34" charset="0"/>
              </a:defRPr>
            </a:lvl4pPr>
            <a:lvl5pPr marL="1828709" indent="0" algn="l" defTabSz="914354" rtl="0" eaLnBrk="1" latinLnBrk="0" hangingPunct="1">
              <a:lnSpc>
                <a:spcPct val="100000"/>
              </a:lnSpc>
              <a:spcBef>
                <a:spcPts val="600"/>
              </a:spcBef>
              <a:spcAft>
                <a:spcPts val="600"/>
              </a:spcAft>
              <a:buClr>
                <a:schemeClr val="accent1"/>
              </a:buClr>
              <a:buSzPct val="60000"/>
              <a:buFont typeface=".Lucida Grande UI Regular"/>
              <a:buNone/>
              <a:defRPr sz="1000" b="1" i="0" kern="1200">
                <a:solidFill>
                  <a:schemeClr val="tx1"/>
                </a:solidFill>
                <a:latin typeface="Arial" panose="020B0604020202020204" pitchFamily="34" charset="0"/>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a:lnSpc>
                <a:spcPct val="100000"/>
              </a:lnSpc>
            </a:pPr>
            <a:r>
              <a:rPr lang="en-US" sz="1400" b="1" dirty="0"/>
              <a:t>Week 3:</a:t>
            </a:r>
          </a:p>
          <a:p>
            <a:pPr marL="285750" indent="-285750">
              <a:lnSpc>
                <a:spcPct val="100000"/>
              </a:lnSpc>
              <a:buFont typeface="Arial" panose="020B0604020202020204" pitchFamily="34" charset="0"/>
              <a:buChar char="•"/>
            </a:pPr>
            <a:r>
              <a:rPr lang="en-US" sz="1400" dirty="0"/>
              <a:t>Design Development and Construction Documentations</a:t>
            </a:r>
          </a:p>
          <a:p>
            <a:pPr marL="285750" indent="-285750">
              <a:lnSpc>
                <a:spcPct val="100000"/>
              </a:lnSpc>
              <a:buFont typeface="Arial" panose="020B0604020202020204" pitchFamily="34" charset="0"/>
              <a:buChar char="•"/>
            </a:pPr>
            <a:r>
              <a:rPr lang="en-US" sz="1400" dirty="0"/>
              <a:t>Standards, Details, Building Materials, Documentation and </a:t>
            </a:r>
            <a:r>
              <a:rPr lang="en-US" sz="1400" dirty="0" err="1"/>
              <a:t>Visualisation</a:t>
            </a:r>
            <a:endParaRPr lang="en-US" sz="1400" dirty="0"/>
          </a:p>
          <a:p>
            <a:pPr marL="285750" indent="-285750">
              <a:lnSpc>
                <a:spcPct val="100000"/>
              </a:lnSpc>
              <a:buFont typeface="Arial" panose="020B0604020202020204" pitchFamily="34" charset="0"/>
              <a:buChar char="•"/>
            </a:pPr>
            <a:r>
              <a:rPr lang="en-US" sz="1400" dirty="0"/>
              <a:t>Main Design Tool: REVIT</a:t>
            </a:r>
          </a:p>
        </p:txBody>
      </p:sp>
      <p:sp>
        <p:nvSpPr>
          <p:cNvPr id="6" name="Text Placeholder 2">
            <a:extLst>
              <a:ext uri="{FF2B5EF4-FFF2-40B4-BE49-F238E27FC236}">
                <a16:creationId xmlns:a16="http://schemas.microsoft.com/office/drawing/2014/main" id="{635B7A8E-1C95-FC79-13C7-AC696EB87D79}"/>
              </a:ext>
            </a:extLst>
          </p:cNvPr>
          <p:cNvSpPr txBox="1">
            <a:spLocks/>
          </p:cNvSpPr>
          <p:nvPr/>
        </p:nvSpPr>
        <p:spPr>
          <a:xfrm>
            <a:off x="6513805" y="3709134"/>
            <a:ext cx="4443320" cy="2100804"/>
          </a:xfrm>
          <a:prstGeom prst="rect">
            <a:avLst/>
          </a:prstGeom>
        </p:spPr>
        <p:txBody>
          <a:bodyPr vert="horz" lIns="0" tIns="0" rIns="0" bIns="0" rtlCol="0">
            <a:no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i="0" kern="1200">
                <a:solidFill>
                  <a:schemeClr val="tx1"/>
                </a:solidFill>
                <a:latin typeface="Arial" panose="020B0604020202020204" pitchFamily="34" charset="0"/>
                <a:ea typeface="+mn-ea"/>
                <a:cs typeface="Arial" panose="020B0604020202020204" pitchFamily="34" charset="0"/>
              </a:defRPr>
            </a:lvl1pPr>
            <a:lvl2pPr marL="457178" indent="0" algn="l" defTabSz="914354" rtl="0" eaLnBrk="1" latinLnBrk="0" hangingPunct="1">
              <a:lnSpc>
                <a:spcPct val="100000"/>
              </a:lnSpc>
              <a:spcBef>
                <a:spcPts val="600"/>
              </a:spcBef>
              <a:spcAft>
                <a:spcPts val="600"/>
              </a:spcAft>
              <a:buClr>
                <a:schemeClr val="accent1"/>
              </a:buClr>
              <a:buSzPct val="60000"/>
              <a:buFont typeface=".Lucida Grande UI Regular"/>
              <a:buNone/>
              <a:defRPr sz="1400" b="0" i="0" kern="1200">
                <a:solidFill>
                  <a:schemeClr val="tx1"/>
                </a:solidFill>
                <a:latin typeface="Arial" panose="020B0604020202020204" pitchFamily="34" charset="0"/>
                <a:ea typeface="+mn-ea"/>
                <a:cs typeface="Arial" panose="020B0604020202020204" pitchFamily="34" charset="0"/>
              </a:defRPr>
            </a:lvl2pPr>
            <a:lvl3pPr marL="914354" indent="0" algn="l" defTabSz="914354" rtl="0" eaLnBrk="1" latinLnBrk="0" hangingPunct="1">
              <a:lnSpc>
                <a:spcPct val="100000"/>
              </a:lnSpc>
              <a:spcBef>
                <a:spcPts val="600"/>
              </a:spcBef>
              <a:spcAft>
                <a:spcPts val="600"/>
              </a:spcAft>
              <a:buClr>
                <a:schemeClr val="accent1"/>
              </a:buClr>
              <a:buSzPct val="60000"/>
              <a:buFont typeface=".Lucida Grande UI Regular"/>
              <a:buNone/>
              <a:defRPr sz="1200" b="1" i="0" kern="1200">
                <a:solidFill>
                  <a:schemeClr val="tx1"/>
                </a:solidFill>
                <a:latin typeface="Arial" panose="020B0604020202020204" pitchFamily="34" charset="0"/>
                <a:ea typeface="+mn-ea"/>
                <a:cs typeface="Arial" panose="020B0604020202020204" pitchFamily="34" charset="0"/>
              </a:defRPr>
            </a:lvl3pPr>
            <a:lvl4pPr marL="1371532" indent="0" algn="l" defTabSz="914354" rtl="0" eaLnBrk="1" latinLnBrk="0" hangingPunct="1">
              <a:lnSpc>
                <a:spcPct val="100000"/>
              </a:lnSpc>
              <a:spcBef>
                <a:spcPts val="600"/>
              </a:spcBef>
              <a:spcAft>
                <a:spcPts val="600"/>
              </a:spcAft>
              <a:buClr>
                <a:schemeClr val="accent1"/>
              </a:buClr>
              <a:buSzPct val="60000"/>
              <a:buFont typeface=".Lucida Grande UI Regular"/>
              <a:buNone/>
              <a:defRPr sz="1000" b="0" i="0" kern="1200">
                <a:solidFill>
                  <a:schemeClr val="tx1"/>
                </a:solidFill>
                <a:latin typeface="Arial" panose="020B0604020202020204" pitchFamily="34" charset="0"/>
                <a:ea typeface="+mn-ea"/>
                <a:cs typeface="Arial" panose="020B0604020202020204" pitchFamily="34" charset="0"/>
              </a:defRPr>
            </a:lvl4pPr>
            <a:lvl5pPr marL="1828709" indent="0" algn="l" defTabSz="914354" rtl="0" eaLnBrk="1" latinLnBrk="0" hangingPunct="1">
              <a:lnSpc>
                <a:spcPct val="100000"/>
              </a:lnSpc>
              <a:spcBef>
                <a:spcPts val="600"/>
              </a:spcBef>
              <a:spcAft>
                <a:spcPts val="600"/>
              </a:spcAft>
              <a:buClr>
                <a:schemeClr val="accent1"/>
              </a:buClr>
              <a:buSzPct val="60000"/>
              <a:buFont typeface=".Lucida Grande UI Regular"/>
              <a:buNone/>
              <a:defRPr sz="1000" b="1" i="0" kern="1200">
                <a:solidFill>
                  <a:schemeClr val="tx1"/>
                </a:solidFill>
                <a:latin typeface="Arial" panose="020B0604020202020204" pitchFamily="34" charset="0"/>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a:lnSpc>
                <a:spcPct val="100000"/>
              </a:lnSpc>
            </a:pPr>
            <a:r>
              <a:rPr lang="en-US" sz="1400" b="1" dirty="0"/>
              <a:t>Week 4:</a:t>
            </a:r>
          </a:p>
          <a:p>
            <a:pPr marL="285750" indent="-285750">
              <a:lnSpc>
                <a:spcPct val="100000"/>
              </a:lnSpc>
              <a:buFont typeface="Arial" panose="020B0604020202020204" pitchFamily="34" charset="0"/>
              <a:buChar char="•"/>
            </a:pPr>
            <a:r>
              <a:rPr lang="en-US" sz="1400" dirty="0"/>
              <a:t>Final Project Review and Presentation</a:t>
            </a:r>
          </a:p>
        </p:txBody>
      </p:sp>
    </p:spTree>
    <p:extLst>
      <p:ext uri="{BB962C8B-B14F-4D97-AF65-F5344CB8AC3E}">
        <p14:creationId xmlns:p14="http://schemas.microsoft.com/office/powerpoint/2010/main" val="10830197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BF84B-C096-2741-9E1D-01F00880868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7940339-02D1-372D-F7E9-D27450F71A6E}"/>
              </a:ext>
            </a:extLst>
          </p:cNvPr>
          <p:cNvSpPr>
            <a:spLocks noGrp="1"/>
          </p:cNvSpPr>
          <p:nvPr>
            <p:ph type="body" sz="half" idx="2"/>
          </p:nvPr>
        </p:nvSpPr>
        <p:spPr>
          <a:xfrm>
            <a:off x="358243" y="1464476"/>
            <a:ext cx="11456485" cy="4437560"/>
          </a:xfrm>
        </p:spPr>
        <p:txBody>
          <a:bodyPr/>
          <a:lstStyle/>
          <a:p>
            <a:pPr>
              <a:lnSpc>
                <a:spcPct val="100000"/>
              </a:lnSpc>
            </a:pPr>
            <a:r>
              <a:rPr lang="en-US" dirty="0"/>
              <a:t>For a typical session:</a:t>
            </a:r>
          </a:p>
          <a:p>
            <a:pPr marL="342900" indent="-342900">
              <a:lnSpc>
                <a:spcPct val="100000"/>
              </a:lnSpc>
              <a:buFont typeface="Arial" panose="020B0604020202020204" pitchFamily="34" charset="0"/>
              <a:buChar char="•"/>
            </a:pPr>
            <a:r>
              <a:rPr lang="en-US" dirty="0"/>
              <a:t>Part 1 material + activity (1 hour)</a:t>
            </a:r>
          </a:p>
          <a:p>
            <a:pPr marL="342900" indent="-342900">
              <a:lnSpc>
                <a:spcPct val="100000"/>
              </a:lnSpc>
              <a:buFont typeface="Arial" panose="020B0604020202020204" pitchFamily="34" charset="0"/>
              <a:buChar char="•"/>
            </a:pPr>
            <a:r>
              <a:rPr lang="en-US" dirty="0"/>
              <a:t>Part 2 material + activity  (1 hour)</a:t>
            </a:r>
          </a:p>
          <a:p>
            <a:pPr marL="342900" indent="-342900">
              <a:lnSpc>
                <a:spcPct val="100000"/>
              </a:lnSpc>
              <a:buFont typeface="Arial" panose="020B0604020202020204" pitchFamily="34" charset="0"/>
              <a:buChar char="•"/>
            </a:pPr>
            <a:r>
              <a:rPr lang="en-US" dirty="0"/>
              <a:t>Part 3 software learning (1 hour)</a:t>
            </a:r>
          </a:p>
          <a:p>
            <a:pPr>
              <a:lnSpc>
                <a:spcPct val="100000"/>
              </a:lnSpc>
            </a:pPr>
            <a:endParaRPr lang="en-US" dirty="0"/>
          </a:p>
          <a:p>
            <a:pPr>
              <a:lnSpc>
                <a:spcPct val="100000"/>
              </a:lnSpc>
            </a:pPr>
            <a:r>
              <a:rPr lang="en-US" dirty="0"/>
              <a:t>* Some activities will be in studio mode, where students, peers and instructors will work together to discuss design progress and assessment feedback</a:t>
            </a:r>
          </a:p>
        </p:txBody>
      </p:sp>
      <p:sp>
        <p:nvSpPr>
          <p:cNvPr id="5" name="Title 1">
            <a:extLst>
              <a:ext uri="{FF2B5EF4-FFF2-40B4-BE49-F238E27FC236}">
                <a16:creationId xmlns:a16="http://schemas.microsoft.com/office/drawing/2014/main" id="{2CDC4CB6-27BE-06CA-66A1-2AF26E395714}"/>
              </a:ext>
            </a:extLst>
          </p:cNvPr>
          <p:cNvSpPr txBox="1">
            <a:spLocks/>
          </p:cNvSpPr>
          <p:nvPr/>
        </p:nvSpPr>
        <p:spPr>
          <a:xfrm>
            <a:off x="358244" y="310620"/>
            <a:ext cx="8536374"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What to Expect? Typical Session Structure</a:t>
            </a:r>
          </a:p>
        </p:txBody>
      </p:sp>
    </p:spTree>
    <p:extLst>
      <p:ext uri="{BB962C8B-B14F-4D97-AF65-F5344CB8AC3E}">
        <p14:creationId xmlns:p14="http://schemas.microsoft.com/office/powerpoint/2010/main" val="3827318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6A873-DD69-6868-D882-51DE3C689516}"/>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814EA76-DAB1-EA48-F157-988188E8E495}"/>
              </a:ext>
            </a:extLst>
          </p:cNvPr>
          <p:cNvSpPr txBox="1">
            <a:spLocks/>
          </p:cNvSpPr>
          <p:nvPr/>
        </p:nvSpPr>
        <p:spPr>
          <a:xfrm>
            <a:off x="358244" y="310620"/>
            <a:ext cx="8536374"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AU" dirty="0"/>
              <a:t>Assessment Overview</a:t>
            </a:r>
            <a:endParaRPr lang="en-US" dirty="0"/>
          </a:p>
        </p:txBody>
      </p:sp>
      <p:graphicFrame>
        <p:nvGraphicFramePr>
          <p:cNvPr id="6" name="Content Placeholder 5">
            <a:extLst>
              <a:ext uri="{FF2B5EF4-FFF2-40B4-BE49-F238E27FC236}">
                <a16:creationId xmlns:a16="http://schemas.microsoft.com/office/drawing/2014/main" id="{C34A9748-DEBA-233E-8347-32FE91E1244B}"/>
              </a:ext>
            </a:extLst>
          </p:cNvPr>
          <p:cNvGraphicFramePr>
            <a:graphicFrameLocks/>
          </p:cNvGraphicFramePr>
          <p:nvPr>
            <p:extLst>
              <p:ext uri="{D42A27DB-BD31-4B8C-83A1-F6EECF244321}">
                <p14:modId xmlns:p14="http://schemas.microsoft.com/office/powerpoint/2010/main" val="3232215035"/>
              </p:ext>
            </p:extLst>
          </p:nvPr>
        </p:nvGraphicFramePr>
        <p:xfrm>
          <a:off x="838200" y="1825625"/>
          <a:ext cx="10515601" cy="2764070"/>
        </p:xfrm>
        <a:graphic>
          <a:graphicData uri="http://schemas.openxmlformats.org/drawingml/2006/table">
            <a:tbl>
              <a:tblPr firstRow="1" bandRow="1">
                <a:tableStyleId>{5C22544A-7EE6-4342-B048-85BDC9FD1C3A}</a:tableStyleId>
              </a:tblPr>
              <a:tblGrid>
                <a:gridCol w="2082898">
                  <a:extLst>
                    <a:ext uri="{9D8B030D-6E8A-4147-A177-3AD203B41FA5}">
                      <a16:colId xmlns:a16="http://schemas.microsoft.com/office/drawing/2014/main" val="1006889036"/>
                    </a:ext>
                  </a:extLst>
                </a:gridCol>
                <a:gridCol w="2810901">
                  <a:extLst>
                    <a:ext uri="{9D8B030D-6E8A-4147-A177-3AD203B41FA5}">
                      <a16:colId xmlns:a16="http://schemas.microsoft.com/office/drawing/2014/main" val="3381630544"/>
                    </a:ext>
                  </a:extLst>
                </a:gridCol>
                <a:gridCol w="1456006">
                  <a:extLst>
                    <a:ext uri="{9D8B030D-6E8A-4147-A177-3AD203B41FA5}">
                      <a16:colId xmlns:a16="http://schemas.microsoft.com/office/drawing/2014/main" val="4213562042"/>
                    </a:ext>
                  </a:extLst>
                </a:gridCol>
                <a:gridCol w="1557118">
                  <a:extLst>
                    <a:ext uri="{9D8B030D-6E8A-4147-A177-3AD203B41FA5}">
                      <a16:colId xmlns:a16="http://schemas.microsoft.com/office/drawing/2014/main" val="3711840487"/>
                    </a:ext>
                  </a:extLst>
                </a:gridCol>
                <a:gridCol w="2608678">
                  <a:extLst>
                    <a:ext uri="{9D8B030D-6E8A-4147-A177-3AD203B41FA5}">
                      <a16:colId xmlns:a16="http://schemas.microsoft.com/office/drawing/2014/main" val="770491458"/>
                    </a:ext>
                  </a:extLst>
                </a:gridCol>
              </a:tblGrid>
              <a:tr h="371390">
                <a:tc>
                  <a:txBody>
                    <a:bodyPr/>
                    <a:lstStyle/>
                    <a:p>
                      <a:r>
                        <a:rPr lang="en-AU"/>
                        <a:t>Assessment No.</a:t>
                      </a:r>
                    </a:p>
                  </a:txBody>
                  <a:tcPr/>
                </a:tc>
                <a:tc>
                  <a:txBody>
                    <a:bodyPr/>
                    <a:lstStyle/>
                    <a:p>
                      <a:r>
                        <a:rPr lang="en-AU"/>
                        <a:t>Name</a:t>
                      </a:r>
                    </a:p>
                  </a:txBody>
                  <a:tcPr/>
                </a:tc>
                <a:tc>
                  <a:txBody>
                    <a:bodyPr/>
                    <a:lstStyle/>
                    <a:p>
                      <a:r>
                        <a:rPr lang="en-AU"/>
                        <a:t>Format</a:t>
                      </a:r>
                    </a:p>
                  </a:txBody>
                  <a:tcPr/>
                </a:tc>
                <a:tc>
                  <a:txBody>
                    <a:bodyPr/>
                    <a:lstStyle/>
                    <a:p>
                      <a:r>
                        <a:rPr lang="en-AU"/>
                        <a:t>Percentage</a:t>
                      </a:r>
                    </a:p>
                  </a:txBody>
                  <a:tcPr/>
                </a:tc>
                <a:tc>
                  <a:txBody>
                    <a:bodyPr/>
                    <a:lstStyle/>
                    <a:p>
                      <a:r>
                        <a:rPr lang="en-AU"/>
                        <a:t>Due Date</a:t>
                      </a:r>
                    </a:p>
                  </a:txBody>
                  <a:tcPr/>
                </a:tc>
                <a:extLst>
                  <a:ext uri="{0D108BD9-81ED-4DB2-BD59-A6C34878D82A}">
                    <a16:rowId xmlns:a16="http://schemas.microsoft.com/office/drawing/2014/main" val="292633606"/>
                  </a:ext>
                </a:extLst>
              </a:tr>
              <a:tr h="370840">
                <a:tc>
                  <a:txBody>
                    <a:bodyPr/>
                    <a:lstStyle/>
                    <a:p>
                      <a:r>
                        <a:rPr lang="en-AU"/>
                        <a:t>Assessment 1</a:t>
                      </a:r>
                    </a:p>
                  </a:txBody>
                  <a:tcPr/>
                </a:tc>
                <a:tc>
                  <a:txBody>
                    <a:bodyPr/>
                    <a:lstStyle/>
                    <a:p>
                      <a:r>
                        <a:rPr lang="en-AU"/>
                        <a:t>Creative Works</a:t>
                      </a:r>
                    </a:p>
                  </a:txBody>
                  <a:tcPr/>
                </a:tc>
                <a:tc>
                  <a:txBody>
                    <a:bodyPr/>
                    <a:lstStyle/>
                    <a:p>
                      <a:r>
                        <a:rPr lang="en-AU"/>
                        <a:t>Individual</a:t>
                      </a:r>
                    </a:p>
                  </a:txBody>
                  <a:tcPr/>
                </a:tc>
                <a:tc>
                  <a:txBody>
                    <a:bodyPr/>
                    <a:lstStyle/>
                    <a:p>
                      <a:r>
                        <a:rPr lang="en-AU"/>
                        <a:t>20%</a:t>
                      </a:r>
                    </a:p>
                  </a:txBody>
                  <a:tcPr/>
                </a:tc>
                <a:tc>
                  <a:txBody>
                    <a:bodyPr/>
                    <a:lstStyle/>
                    <a:p>
                      <a:r>
                        <a:rPr lang="en-AU"/>
                        <a:t>By Session 3</a:t>
                      </a:r>
                    </a:p>
                  </a:txBody>
                  <a:tcPr/>
                </a:tc>
                <a:extLst>
                  <a:ext uri="{0D108BD9-81ED-4DB2-BD59-A6C34878D82A}">
                    <a16:rowId xmlns:a16="http://schemas.microsoft.com/office/drawing/2014/main" val="3697741706"/>
                  </a:ext>
                </a:extLst>
              </a:tr>
              <a:tr h="370840">
                <a:tc>
                  <a:txBody>
                    <a:bodyPr/>
                    <a:lstStyle/>
                    <a:p>
                      <a:r>
                        <a:rPr lang="en-AU"/>
                        <a:t>Assessment 2a</a:t>
                      </a:r>
                    </a:p>
                  </a:txBody>
                  <a:tcPr/>
                </a:tc>
                <a:tc>
                  <a:txBody>
                    <a:bodyPr/>
                    <a:lstStyle/>
                    <a:p>
                      <a:r>
                        <a:rPr lang="en-AU" sz="1800" dirty="0"/>
                        <a:t>Individual Portfolio Part 1 (2D design visualisation)</a:t>
                      </a:r>
                      <a:endParaRPr lang="en-AU" dirty="0"/>
                    </a:p>
                  </a:txBody>
                  <a:tcPr/>
                </a:tc>
                <a:tc>
                  <a:txBody>
                    <a:bodyPr/>
                    <a:lstStyle/>
                    <a:p>
                      <a:r>
                        <a:rPr lang="en-AU"/>
                        <a:t>Individual</a:t>
                      </a:r>
                    </a:p>
                  </a:txBody>
                  <a:tcPr/>
                </a:tc>
                <a:tc>
                  <a:txBody>
                    <a:bodyPr/>
                    <a:lstStyle/>
                    <a:p>
                      <a:r>
                        <a:rPr lang="en-AU"/>
                        <a:t>15%</a:t>
                      </a:r>
                    </a:p>
                  </a:txBody>
                  <a:tcPr/>
                </a:tc>
                <a:tc>
                  <a:txBody>
                    <a:bodyPr/>
                    <a:lstStyle/>
                    <a:p>
                      <a:r>
                        <a:rPr lang="en-AU"/>
                        <a:t>By Session 5</a:t>
                      </a:r>
                    </a:p>
                  </a:txBody>
                  <a:tcPr/>
                </a:tc>
                <a:extLst>
                  <a:ext uri="{0D108BD9-81ED-4DB2-BD59-A6C34878D82A}">
                    <a16:rowId xmlns:a16="http://schemas.microsoft.com/office/drawing/2014/main" val="2878171983"/>
                  </a:ext>
                </a:extLst>
              </a:tr>
              <a:tr h="370840">
                <a:tc>
                  <a:txBody>
                    <a:bodyPr/>
                    <a:lstStyle/>
                    <a:p>
                      <a:r>
                        <a:rPr lang="en-AU"/>
                        <a:t>Assessment 2b</a:t>
                      </a:r>
                    </a:p>
                  </a:txBody>
                  <a:tcPr/>
                </a:tc>
                <a:tc>
                  <a:txBody>
                    <a:bodyPr/>
                    <a:lstStyle/>
                    <a:p>
                      <a:r>
                        <a:rPr lang="en-AU" sz="1800"/>
                        <a:t>Individual Portfolio Part 2 (3D design visualisation)</a:t>
                      </a:r>
                      <a:endParaRPr lang="en-AU"/>
                    </a:p>
                  </a:txBody>
                  <a:tcPr/>
                </a:tc>
                <a:tc>
                  <a:txBody>
                    <a:bodyPr/>
                    <a:lstStyle/>
                    <a:p>
                      <a:r>
                        <a:rPr lang="en-AU"/>
                        <a:t>Individual</a:t>
                      </a:r>
                    </a:p>
                  </a:txBody>
                  <a:tcPr/>
                </a:tc>
                <a:tc>
                  <a:txBody>
                    <a:bodyPr/>
                    <a:lstStyle/>
                    <a:p>
                      <a:r>
                        <a:rPr lang="en-AU"/>
                        <a:t>15%</a:t>
                      </a:r>
                    </a:p>
                  </a:txBody>
                  <a:tcPr/>
                </a:tc>
                <a:tc>
                  <a:txBody>
                    <a:bodyPr/>
                    <a:lstStyle/>
                    <a:p>
                      <a:r>
                        <a:rPr lang="en-AU"/>
                        <a:t>By Session 8</a:t>
                      </a:r>
                    </a:p>
                  </a:txBody>
                  <a:tcPr/>
                </a:tc>
                <a:extLst>
                  <a:ext uri="{0D108BD9-81ED-4DB2-BD59-A6C34878D82A}">
                    <a16:rowId xmlns:a16="http://schemas.microsoft.com/office/drawing/2014/main" val="3549279543"/>
                  </a:ext>
                </a:extLst>
              </a:tr>
              <a:tr h="370840">
                <a:tc>
                  <a:txBody>
                    <a:bodyPr/>
                    <a:lstStyle/>
                    <a:p>
                      <a:r>
                        <a:rPr lang="en-AU"/>
                        <a:t>Assessment 3</a:t>
                      </a:r>
                    </a:p>
                  </a:txBody>
                  <a:tcPr/>
                </a:tc>
                <a:tc>
                  <a:txBody>
                    <a:bodyPr/>
                    <a:lstStyle/>
                    <a:p>
                      <a:r>
                        <a:rPr lang="en-AU" sz="1800"/>
                        <a:t>Final Design Project </a:t>
                      </a:r>
                      <a:endParaRPr lang="en-AU"/>
                    </a:p>
                  </a:txBody>
                  <a:tcPr/>
                </a:tc>
                <a:tc>
                  <a:txBody>
                    <a:bodyPr/>
                    <a:lstStyle/>
                    <a:p>
                      <a:r>
                        <a:rPr lang="en-AU"/>
                        <a:t>Group</a:t>
                      </a:r>
                    </a:p>
                  </a:txBody>
                  <a:tcPr/>
                </a:tc>
                <a:tc>
                  <a:txBody>
                    <a:bodyPr/>
                    <a:lstStyle/>
                    <a:p>
                      <a:r>
                        <a:rPr lang="en-AU"/>
                        <a:t>40%</a:t>
                      </a:r>
                    </a:p>
                  </a:txBody>
                  <a:tcPr/>
                </a:tc>
                <a:tc>
                  <a:txBody>
                    <a:bodyPr/>
                    <a:lstStyle/>
                    <a:p>
                      <a:r>
                        <a:rPr lang="en-AU"/>
                        <a:t>By Session 11</a:t>
                      </a:r>
                    </a:p>
                  </a:txBody>
                  <a:tcPr/>
                </a:tc>
                <a:extLst>
                  <a:ext uri="{0D108BD9-81ED-4DB2-BD59-A6C34878D82A}">
                    <a16:rowId xmlns:a16="http://schemas.microsoft.com/office/drawing/2014/main" val="1080324459"/>
                  </a:ext>
                </a:extLst>
              </a:tr>
              <a:tr h="370840">
                <a:tc>
                  <a:txBody>
                    <a:bodyPr/>
                    <a:lstStyle/>
                    <a:p>
                      <a:r>
                        <a:rPr lang="en-AU"/>
                        <a:t>Assessment 4</a:t>
                      </a:r>
                    </a:p>
                  </a:txBody>
                  <a:tcPr/>
                </a:tc>
                <a:tc>
                  <a:txBody>
                    <a:bodyPr/>
                    <a:lstStyle/>
                    <a:p>
                      <a:r>
                        <a:rPr lang="en-AU" sz="1800"/>
                        <a:t>Final Presentation </a:t>
                      </a:r>
                      <a:endParaRPr lang="en-AU"/>
                    </a:p>
                  </a:txBody>
                  <a:tcPr/>
                </a:tc>
                <a:tc>
                  <a:txBody>
                    <a:bodyPr/>
                    <a:lstStyle/>
                    <a:p>
                      <a:r>
                        <a:rPr lang="en-AU"/>
                        <a:t>Group</a:t>
                      </a:r>
                    </a:p>
                  </a:txBody>
                  <a:tcPr/>
                </a:tc>
                <a:tc>
                  <a:txBody>
                    <a:bodyPr/>
                    <a:lstStyle/>
                    <a:p>
                      <a:r>
                        <a:rPr lang="en-AU"/>
                        <a:t>10%</a:t>
                      </a:r>
                    </a:p>
                  </a:txBody>
                  <a:tcPr/>
                </a:tc>
                <a:tc>
                  <a:txBody>
                    <a:bodyPr/>
                    <a:lstStyle/>
                    <a:p>
                      <a:r>
                        <a:rPr lang="en-AU" dirty="0"/>
                        <a:t>By Session 11</a:t>
                      </a:r>
                    </a:p>
                  </a:txBody>
                  <a:tcPr/>
                </a:tc>
                <a:extLst>
                  <a:ext uri="{0D108BD9-81ED-4DB2-BD59-A6C34878D82A}">
                    <a16:rowId xmlns:a16="http://schemas.microsoft.com/office/drawing/2014/main" val="2080589363"/>
                  </a:ext>
                </a:extLst>
              </a:tr>
            </a:tbl>
          </a:graphicData>
        </a:graphic>
      </p:graphicFrame>
    </p:spTree>
    <p:extLst>
      <p:ext uri="{BB962C8B-B14F-4D97-AF65-F5344CB8AC3E}">
        <p14:creationId xmlns:p14="http://schemas.microsoft.com/office/powerpoint/2010/main" val="2519224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01B985D1-474E-44A1-0C8D-59A48F1BB2BE}"/>
              </a:ext>
            </a:extLst>
          </p:cNvPr>
          <p:cNvSpPr txBox="1">
            <a:spLocks/>
          </p:cNvSpPr>
          <p:nvPr/>
        </p:nvSpPr>
        <p:spPr>
          <a:xfrm>
            <a:off x="737564" y="2542603"/>
            <a:ext cx="8707378" cy="886397"/>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Activity 1: Key Design Stages and Core Services</a:t>
            </a:r>
          </a:p>
        </p:txBody>
      </p:sp>
    </p:spTree>
    <p:extLst>
      <p:ext uri="{BB962C8B-B14F-4D97-AF65-F5344CB8AC3E}">
        <p14:creationId xmlns:p14="http://schemas.microsoft.com/office/powerpoint/2010/main" val="4129433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32DF3-19C4-FE53-DDAC-ADAC01E4EB83}"/>
            </a:ext>
          </a:extLst>
        </p:cNvPr>
        <p:cNvGrpSpPr/>
        <p:nvPr/>
      </p:nvGrpSpPr>
      <p:grpSpPr>
        <a:xfrm>
          <a:off x="0" y="0"/>
          <a:ext cx="0" cy="0"/>
          <a:chOff x="0" y="0"/>
          <a:chExt cx="0" cy="0"/>
        </a:xfrm>
      </p:grpSpPr>
      <p:pic>
        <p:nvPicPr>
          <p:cNvPr id="6" name="Content Placeholder 7" descr="A diagram of professional characteristics&#10;&#10;Description automatically generated">
            <a:extLst>
              <a:ext uri="{FF2B5EF4-FFF2-40B4-BE49-F238E27FC236}">
                <a16:creationId xmlns:a16="http://schemas.microsoft.com/office/drawing/2014/main" id="{D0052A72-091C-8682-3F8C-56BE0D0383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2733" y="283864"/>
            <a:ext cx="8246533" cy="5830557"/>
          </a:xfrm>
          <a:prstGeom prst="rect">
            <a:avLst/>
          </a:prstGeom>
        </p:spPr>
      </p:pic>
    </p:spTree>
    <p:extLst>
      <p:ext uri="{BB962C8B-B14F-4D97-AF65-F5344CB8AC3E}">
        <p14:creationId xmlns:p14="http://schemas.microsoft.com/office/powerpoint/2010/main" val="22314922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50FAD-2195-A7F7-12DC-B9A88DF600EC}"/>
            </a:ext>
          </a:extLst>
        </p:cNvPr>
        <p:cNvGrpSpPr/>
        <p:nvPr/>
      </p:nvGrpSpPr>
      <p:grpSpPr>
        <a:xfrm>
          <a:off x="0" y="0"/>
          <a:ext cx="0" cy="0"/>
          <a:chOff x="0" y="0"/>
          <a:chExt cx="0" cy="0"/>
        </a:xfrm>
      </p:grpSpPr>
      <p:sp>
        <p:nvSpPr>
          <p:cNvPr id="7" name="Title 5">
            <a:extLst>
              <a:ext uri="{FF2B5EF4-FFF2-40B4-BE49-F238E27FC236}">
                <a16:creationId xmlns:a16="http://schemas.microsoft.com/office/drawing/2014/main" id="{5C697416-B63C-F5A7-24BF-7D2C75165230}"/>
              </a:ext>
            </a:extLst>
          </p:cNvPr>
          <p:cNvSpPr txBox="1">
            <a:spLocks/>
          </p:cNvSpPr>
          <p:nvPr/>
        </p:nvSpPr>
        <p:spPr>
          <a:xfrm>
            <a:off x="662328" y="2536909"/>
            <a:ext cx="8406436" cy="886397"/>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Activity 2: Showcase of Sample Final Outcomes</a:t>
            </a:r>
          </a:p>
        </p:txBody>
      </p:sp>
    </p:spTree>
    <p:extLst>
      <p:ext uri="{BB962C8B-B14F-4D97-AF65-F5344CB8AC3E}">
        <p14:creationId xmlns:p14="http://schemas.microsoft.com/office/powerpoint/2010/main" val="13208199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4B7F9-2B5E-B580-0E1A-A6FE6F69A66B}"/>
            </a:ext>
          </a:extLst>
        </p:cNvPr>
        <p:cNvGrpSpPr/>
        <p:nvPr/>
      </p:nvGrpSpPr>
      <p:grpSpPr>
        <a:xfrm>
          <a:off x="0" y="0"/>
          <a:ext cx="0" cy="0"/>
          <a:chOff x="0" y="0"/>
          <a:chExt cx="0" cy="0"/>
        </a:xfrm>
      </p:grpSpPr>
      <p:sp>
        <p:nvSpPr>
          <p:cNvPr id="7" name="Title 5">
            <a:extLst>
              <a:ext uri="{FF2B5EF4-FFF2-40B4-BE49-F238E27FC236}">
                <a16:creationId xmlns:a16="http://schemas.microsoft.com/office/drawing/2014/main" id="{FE60B3C3-7DF7-7434-F012-7E807C4247D1}"/>
              </a:ext>
            </a:extLst>
          </p:cNvPr>
          <p:cNvSpPr txBox="1">
            <a:spLocks/>
          </p:cNvSpPr>
          <p:nvPr/>
        </p:nvSpPr>
        <p:spPr>
          <a:xfrm>
            <a:off x="662328" y="2536909"/>
            <a:ext cx="8406436" cy="886397"/>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Activity 2: Showcase of Sample Final Outcomes</a:t>
            </a:r>
          </a:p>
        </p:txBody>
      </p:sp>
    </p:spTree>
    <p:extLst>
      <p:ext uri="{BB962C8B-B14F-4D97-AF65-F5344CB8AC3E}">
        <p14:creationId xmlns:p14="http://schemas.microsoft.com/office/powerpoint/2010/main" val="258575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2280C-4320-E949-21D8-2C4F6CF98846}"/>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213A4208-79A4-B63E-1B02-83826D6F5D53}"/>
              </a:ext>
            </a:extLst>
          </p:cNvPr>
          <p:cNvSpPr>
            <a:spLocks noGrp="1"/>
          </p:cNvSpPr>
          <p:nvPr>
            <p:ph type="ctrTitle"/>
          </p:nvPr>
        </p:nvSpPr>
        <p:spPr>
          <a:xfrm>
            <a:off x="599440" y="1832433"/>
            <a:ext cx="6291512" cy="1479648"/>
          </a:xfrm>
        </p:spPr>
        <p:txBody>
          <a:bodyPr lIns="0" tIns="0" rIns="0" bIns="0"/>
          <a:lstStyle/>
          <a:p>
            <a:r>
              <a:rPr lang="en-US" dirty="0"/>
              <a:t>Session 1: OHS</a:t>
            </a:r>
          </a:p>
        </p:txBody>
      </p:sp>
      <p:sp>
        <p:nvSpPr>
          <p:cNvPr id="10" name="Subtitle 2">
            <a:extLst>
              <a:ext uri="{FF2B5EF4-FFF2-40B4-BE49-F238E27FC236}">
                <a16:creationId xmlns:a16="http://schemas.microsoft.com/office/drawing/2014/main" id="{855D0311-5545-D892-92F7-FF126BD6B73E}"/>
              </a:ext>
            </a:extLst>
          </p:cNvPr>
          <p:cNvSpPr>
            <a:spLocks noGrp="1"/>
          </p:cNvSpPr>
          <p:nvPr>
            <p:ph type="subTitle" idx="1"/>
          </p:nvPr>
        </p:nvSpPr>
        <p:spPr>
          <a:xfrm>
            <a:off x="599441" y="3259667"/>
            <a:ext cx="5069840" cy="990115"/>
          </a:xfrm>
        </p:spPr>
        <p:txBody>
          <a:bodyPr lIns="0" tIns="0" rIns="0" bIns="0"/>
          <a:lstStyle/>
          <a:p>
            <a:r>
              <a:rPr lang="en-US" dirty="0"/>
              <a:t>NAD1001: INTRODUCTION TO ARCHITECTURAL DESIGN</a:t>
            </a:r>
          </a:p>
        </p:txBody>
      </p:sp>
    </p:spTree>
    <p:extLst>
      <p:ext uri="{BB962C8B-B14F-4D97-AF65-F5344CB8AC3E}">
        <p14:creationId xmlns:p14="http://schemas.microsoft.com/office/powerpoint/2010/main" val="16772806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E911C-432F-255F-3F1D-748E9F1F0F96}"/>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03F9222-64C2-3946-47BB-21665008B21D}"/>
              </a:ext>
            </a:extLst>
          </p:cNvPr>
          <p:cNvSpPr>
            <a:spLocks noGrp="1"/>
          </p:cNvSpPr>
          <p:nvPr>
            <p:ph type="body" sz="half" idx="2"/>
          </p:nvPr>
        </p:nvSpPr>
        <p:spPr>
          <a:xfrm>
            <a:off x="358243" y="1464476"/>
            <a:ext cx="11456485" cy="4437560"/>
          </a:xfrm>
        </p:spPr>
        <p:txBody>
          <a:bodyPr/>
          <a:lstStyle/>
          <a:p>
            <a:r>
              <a:rPr lang="en-AU" b="1" dirty="0"/>
              <a:t>What is OHS in architectural design?</a:t>
            </a:r>
            <a:endParaRPr lang="en-US" b="1" dirty="0"/>
          </a:p>
          <a:p>
            <a:pPr marL="342900" indent="-342900">
              <a:buFont typeface="Arial" panose="020B0604020202020204" pitchFamily="34" charset="0"/>
              <a:buChar char="•"/>
            </a:pPr>
            <a:r>
              <a:rPr lang="en-US" dirty="0"/>
              <a:t>Occupational Health and Safety (OHS) in architectural design refers to the consideration of health and safety measures during the planning, design, and execution phases of building projects. OHS aims to protect not only those involved in the construction process but also those who will use or inhabit the buildings once they are completed. </a:t>
            </a:r>
          </a:p>
        </p:txBody>
      </p:sp>
      <p:sp>
        <p:nvSpPr>
          <p:cNvPr id="5" name="Title 1">
            <a:extLst>
              <a:ext uri="{FF2B5EF4-FFF2-40B4-BE49-F238E27FC236}">
                <a16:creationId xmlns:a16="http://schemas.microsoft.com/office/drawing/2014/main" id="{8127AA35-8296-5F3B-5B59-30EC6800C066}"/>
              </a:ext>
            </a:extLst>
          </p:cNvPr>
          <p:cNvSpPr txBox="1">
            <a:spLocks/>
          </p:cNvSpPr>
          <p:nvPr/>
        </p:nvSpPr>
        <p:spPr>
          <a:xfrm>
            <a:off x="358244" y="310620"/>
            <a:ext cx="8536374"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AU" dirty="0"/>
              <a:t>OHS in Architectural Design</a:t>
            </a:r>
            <a:endParaRPr lang="en-US" dirty="0"/>
          </a:p>
        </p:txBody>
      </p:sp>
    </p:spTree>
    <p:extLst>
      <p:ext uri="{BB962C8B-B14F-4D97-AF65-F5344CB8AC3E}">
        <p14:creationId xmlns:p14="http://schemas.microsoft.com/office/powerpoint/2010/main" val="2017789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9C1FA-DA75-0230-9317-F9CAF017851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05097F-EECA-79C0-E4C2-884427A2E6D6}"/>
              </a:ext>
            </a:extLst>
          </p:cNvPr>
          <p:cNvSpPr>
            <a:spLocks noGrp="1"/>
          </p:cNvSpPr>
          <p:nvPr>
            <p:ph type="body" sz="half" idx="2"/>
          </p:nvPr>
        </p:nvSpPr>
        <p:spPr>
          <a:xfrm>
            <a:off x="358244" y="989635"/>
            <a:ext cx="11456484" cy="4912401"/>
          </a:xfrm>
        </p:spPr>
        <p:txBody>
          <a:bodyPr/>
          <a:lstStyle/>
          <a:p>
            <a:pPr marL="0" indent="0">
              <a:lnSpc>
                <a:spcPct val="120000"/>
              </a:lnSpc>
              <a:spcBef>
                <a:spcPts val="100"/>
              </a:spcBef>
              <a:buNone/>
            </a:pPr>
            <a:r>
              <a:rPr lang="en-US" sz="1050" b="1" dirty="0"/>
              <a:t>1. Design for Safety:</a:t>
            </a:r>
          </a:p>
          <a:p>
            <a:pPr marL="171450" indent="-171450">
              <a:lnSpc>
                <a:spcPct val="120000"/>
              </a:lnSpc>
              <a:spcBef>
                <a:spcPts val="100"/>
              </a:spcBef>
              <a:buFont typeface="Arial" panose="020B0604020202020204" pitchFamily="34" charset="0"/>
              <a:buChar char="•"/>
            </a:pPr>
            <a:r>
              <a:rPr lang="en-US" sz="1050" dirty="0"/>
              <a:t>Risk Mitigation: Architects integrate safety measures into their designs to mitigate risks associated with construction and usage. This includes considering the safety of construction workers during the building phase and the occupants during the building's operational phase.</a:t>
            </a:r>
          </a:p>
          <a:p>
            <a:pPr marL="171450" indent="-171450">
              <a:lnSpc>
                <a:spcPct val="120000"/>
              </a:lnSpc>
              <a:spcBef>
                <a:spcPts val="100"/>
              </a:spcBef>
              <a:buFont typeface="Arial" panose="020B0604020202020204" pitchFamily="34" charset="0"/>
              <a:buChar char="•"/>
            </a:pPr>
            <a:r>
              <a:rPr lang="en-US" sz="1050" dirty="0"/>
              <a:t>Ergonomics: Designing spaces that contribute to the comfort, efficiency, and safety of people who use them. This involves thoughtful placement of structures and elements to reduce strain and injury.</a:t>
            </a:r>
          </a:p>
          <a:p>
            <a:pPr marL="0" indent="0">
              <a:lnSpc>
                <a:spcPct val="120000"/>
              </a:lnSpc>
              <a:spcBef>
                <a:spcPts val="100"/>
              </a:spcBef>
              <a:buNone/>
            </a:pPr>
            <a:r>
              <a:rPr lang="en-US" sz="1050" b="1" dirty="0"/>
              <a:t>2. Compliance with Regulations:</a:t>
            </a:r>
          </a:p>
          <a:p>
            <a:pPr marL="171450" indent="-171450">
              <a:lnSpc>
                <a:spcPct val="120000"/>
              </a:lnSpc>
              <a:spcBef>
                <a:spcPts val="100"/>
              </a:spcBef>
              <a:buFont typeface="Arial" panose="020B0604020202020204" pitchFamily="34" charset="0"/>
              <a:buChar char="•"/>
            </a:pPr>
            <a:r>
              <a:rPr lang="en-US" sz="1050" dirty="0"/>
              <a:t>Building Codes: Architects must adhere to local and international building codes that include safety standards and requirements. These codes ensure that the buildings are safe for occupancy and use.</a:t>
            </a:r>
          </a:p>
          <a:p>
            <a:pPr marL="171450" indent="-171450">
              <a:lnSpc>
                <a:spcPct val="120000"/>
              </a:lnSpc>
              <a:spcBef>
                <a:spcPts val="100"/>
              </a:spcBef>
              <a:buFont typeface="Arial" panose="020B0604020202020204" pitchFamily="34" charset="0"/>
              <a:buChar char="•"/>
            </a:pPr>
            <a:r>
              <a:rPr lang="en-US" sz="1050" dirty="0"/>
              <a:t>Accessibility Standards: Ensuring that buildings are accessible to people with disabilities is a critical component of architectural design, which involves following standards like the ADA (Americans with Disabilities Act) in the U.S. or similar regulations in other countries.</a:t>
            </a:r>
          </a:p>
          <a:p>
            <a:pPr marL="0" indent="0">
              <a:lnSpc>
                <a:spcPct val="120000"/>
              </a:lnSpc>
              <a:spcBef>
                <a:spcPts val="100"/>
              </a:spcBef>
              <a:buNone/>
            </a:pPr>
            <a:r>
              <a:rPr lang="en-US" sz="1050" b="1" dirty="0"/>
              <a:t>3. Material and Structural Safety:</a:t>
            </a:r>
          </a:p>
          <a:p>
            <a:pPr marL="171450" indent="-171450">
              <a:lnSpc>
                <a:spcPct val="120000"/>
              </a:lnSpc>
              <a:spcBef>
                <a:spcPts val="100"/>
              </a:spcBef>
              <a:buFont typeface="Arial" panose="020B0604020202020204" pitchFamily="34" charset="0"/>
              <a:buChar char="•"/>
            </a:pPr>
            <a:r>
              <a:rPr lang="en-US" sz="1050" dirty="0"/>
              <a:t>Material Selection: Choosing appropriate materials that are durable and safe for both the construction process and the building's functionality.</a:t>
            </a:r>
          </a:p>
          <a:p>
            <a:pPr marL="171450" indent="-171450">
              <a:lnSpc>
                <a:spcPct val="120000"/>
              </a:lnSpc>
              <a:spcBef>
                <a:spcPts val="100"/>
              </a:spcBef>
              <a:buFont typeface="Arial" panose="020B0604020202020204" pitchFamily="34" charset="0"/>
              <a:buChar char="•"/>
            </a:pPr>
            <a:r>
              <a:rPr lang="en-US" sz="1050" dirty="0"/>
              <a:t>Structural Integrity: Designing structures that will withstand local environmental conditions and potential disasters like earthquakes, floods, and fires.</a:t>
            </a:r>
          </a:p>
          <a:p>
            <a:pPr marL="0" indent="0">
              <a:lnSpc>
                <a:spcPct val="120000"/>
              </a:lnSpc>
              <a:spcBef>
                <a:spcPts val="100"/>
              </a:spcBef>
              <a:buNone/>
            </a:pPr>
            <a:r>
              <a:rPr lang="en-US" sz="1050" b="1" dirty="0"/>
              <a:t>4. Sustainability and Health:</a:t>
            </a:r>
          </a:p>
          <a:p>
            <a:pPr marL="171450" indent="-171450">
              <a:lnSpc>
                <a:spcPct val="120000"/>
              </a:lnSpc>
              <a:spcBef>
                <a:spcPts val="100"/>
              </a:spcBef>
              <a:buFont typeface="Arial" panose="020B0604020202020204" pitchFamily="34" charset="0"/>
              <a:buChar char="•"/>
            </a:pPr>
            <a:r>
              <a:rPr lang="en-US" sz="1050" dirty="0"/>
              <a:t>Environmental Health: Incorporating designs that minimize negative impacts on the environment and promote environmental health, such as using non-toxic materials and ensuring proper ventilation.</a:t>
            </a:r>
          </a:p>
          <a:p>
            <a:pPr marL="171450" indent="-171450">
              <a:lnSpc>
                <a:spcPct val="120000"/>
              </a:lnSpc>
              <a:spcBef>
                <a:spcPts val="100"/>
              </a:spcBef>
              <a:buFont typeface="Arial" panose="020B0604020202020204" pitchFamily="34" charset="0"/>
              <a:buChar char="•"/>
            </a:pPr>
            <a:r>
              <a:rPr lang="en-US" sz="1050" dirty="0"/>
              <a:t>Sustainable Design: Employing methods that not only enhance efficiency and usability but also promote sustainability, reducing the building's carbon footprint.</a:t>
            </a:r>
          </a:p>
          <a:p>
            <a:pPr marL="0" indent="0">
              <a:lnSpc>
                <a:spcPct val="120000"/>
              </a:lnSpc>
              <a:spcBef>
                <a:spcPts val="100"/>
              </a:spcBef>
              <a:buNone/>
            </a:pPr>
            <a:r>
              <a:rPr lang="en-US" sz="1050" b="1" dirty="0"/>
              <a:t>5. Emergency Preparedness:</a:t>
            </a:r>
          </a:p>
          <a:p>
            <a:pPr marL="171450" indent="-171450">
              <a:lnSpc>
                <a:spcPct val="120000"/>
              </a:lnSpc>
              <a:spcBef>
                <a:spcPts val="100"/>
              </a:spcBef>
              <a:buFont typeface="Arial" panose="020B0604020202020204" pitchFamily="34" charset="0"/>
              <a:buChar char="•"/>
            </a:pPr>
            <a:r>
              <a:rPr lang="en-US" sz="1050" dirty="0"/>
              <a:t>Evacuation Routes: Planning clear and accessible evacuation routes for emergencies.</a:t>
            </a:r>
          </a:p>
          <a:p>
            <a:pPr marL="171450" indent="-171450">
              <a:lnSpc>
                <a:spcPct val="120000"/>
              </a:lnSpc>
              <a:spcBef>
                <a:spcPts val="100"/>
              </a:spcBef>
              <a:buFont typeface="Arial" panose="020B0604020202020204" pitchFamily="34" charset="0"/>
              <a:buChar char="•"/>
            </a:pPr>
            <a:r>
              <a:rPr lang="en-US" sz="1050" dirty="0"/>
              <a:t>Fire Safety: Integrating fire exits, fire-resistant materials, and fire alarm systems as integral parts of the design.</a:t>
            </a:r>
          </a:p>
        </p:txBody>
      </p:sp>
      <p:sp>
        <p:nvSpPr>
          <p:cNvPr id="5" name="Title 1">
            <a:extLst>
              <a:ext uri="{FF2B5EF4-FFF2-40B4-BE49-F238E27FC236}">
                <a16:creationId xmlns:a16="http://schemas.microsoft.com/office/drawing/2014/main" id="{C2DE4305-5BD2-7F70-1278-29BD9841A371}"/>
              </a:ext>
            </a:extLst>
          </p:cNvPr>
          <p:cNvSpPr txBox="1">
            <a:spLocks/>
          </p:cNvSpPr>
          <p:nvPr/>
        </p:nvSpPr>
        <p:spPr>
          <a:xfrm>
            <a:off x="358244" y="310620"/>
            <a:ext cx="8536374"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Key Aspects of OHS in Architectural Design</a:t>
            </a:r>
          </a:p>
        </p:txBody>
      </p:sp>
    </p:spTree>
    <p:extLst>
      <p:ext uri="{BB962C8B-B14F-4D97-AF65-F5344CB8AC3E}">
        <p14:creationId xmlns:p14="http://schemas.microsoft.com/office/powerpoint/2010/main" val="20498033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279F6-5C0C-56DD-8C0C-513A7AFC161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0DC83E1-54D8-B858-F09B-08226B534AA2}"/>
              </a:ext>
            </a:extLst>
          </p:cNvPr>
          <p:cNvSpPr txBox="1">
            <a:spLocks/>
          </p:cNvSpPr>
          <p:nvPr/>
        </p:nvSpPr>
        <p:spPr>
          <a:xfrm>
            <a:off x="358244" y="310620"/>
            <a:ext cx="8536374"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Key OHS Regulations and Standards</a:t>
            </a:r>
          </a:p>
        </p:txBody>
      </p:sp>
      <p:graphicFrame>
        <p:nvGraphicFramePr>
          <p:cNvPr id="6" name="Content Placeholder 5">
            <a:extLst>
              <a:ext uri="{FF2B5EF4-FFF2-40B4-BE49-F238E27FC236}">
                <a16:creationId xmlns:a16="http://schemas.microsoft.com/office/drawing/2014/main" id="{F31D3FCB-4E2C-43B2-443C-C6F29BE9128D}"/>
              </a:ext>
            </a:extLst>
          </p:cNvPr>
          <p:cNvGraphicFramePr>
            <a:graphicFrameLocks/>
          </p:cNvGraphicFramePr>
          <p:nvPr>
            <p:extLst>
              <p:ext uri="{D42A27DB-BD31-4B8C-83A1-F6EECF244321}">
                <p14:modId xmlns:p14="http://schemas.microsoft.com/office/powerpoint/2010/main" val="1169290247"/>
              </p:ext>
            </p:extLst>
          </p:nvPr>
        </p:nvGraphicFramePr>
        <p:xfrm>
          <a:off x="777915" y="1310029"/>
          <a:ext cx="10490039" cy="44773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143529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C8089-CB19-89A4-1E74-2A940657FCA6}"/>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7F2FD1D-743D-22DD-5DEC-D7C602B1B29B}"/>
              </a:ext>
            </a:extLst>
          </p:cNvPr>
          <p:cNvSpPr>
            <a:spLocks noGrp="1"/>
          </p:cNvSpPr>
          <p:nvPr>
            <p:ph type="body" sz="half" idx="2"/>
          </p:nvPr>
        </p:nvSpPr>
        <p:spPr>
          <a:xfrm>
            <a:off x="358243" y="1464476"/>
            <a:ext cx="11456485" cy="4437560"/>
          </a:xfrm>
        </p:spPr>
        <p:txBody>
          <a:bodyPr/>
          <a:lstStyle/>
          <a:p>
            <a:pPr marL="342900" indent="-342900">
              <a:buFont typeface="Arial" panose="020B0604020202020204" pitchFamily="34" charset="0"/>
              <a:buChar char="•"/>
            </a:pPr>
            <a:r>
              <a:rPr lang="en-AU" dirty="0"/>
              <a:t>Read Designing Safter Buildings and Structures- A Guide to Section 28 of Occupational Health and Safety Act 2004</a:t>
            </a:r>
          </a:p>
          <a:p>
            <a:pPr marL="342900" indent="-342900">
              <a:buFont typeface="Arial" panose="020B0604020202020204" pitchFamily="34" charset="0"/>
              <a:buChar char="•"/>
            </a:pPr>
            <a:r>
              <a:rPr lang="en-AU" b="1" dirty="0"/>
              <a:t>Discuss: What is applicable scope? Who is a designer? </a:t>
            </a:r>
          </a:p>
        </p:txBody>
      </p:sp>
      <p:sp>
        <p:nvSpPr>
          <p:cNvPr id="5" name="Title 1">
            <a:extLst>
              <a:ext uri="{FF2B5EF4-FFF2-40B4-BE49-F238E27FC236}">
                <a16:creationId xmlns:a16="http://schemas.microsoft.com/office/drawing/2014/main" id="{EC2266C3-646B-828A-CF52-7D9EF83F8CA5}"/>
              </a:ext>
            </a:extLst>
          </p:cNvPr>
          <p:cNvSpPr txBox="1">
            <a:spLocks/>
          </p:cNvSpPr>
          <p:nvPr/>
        </p:nvSpPr>
        <p:spPr>
          <a:xfrm>
            <a:off x="358244" y="310620"/>
            <a:ext cx="8536374"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Role of Designers in OHS</a:t>
            </a:r>
          </a:p>
        </p:txBody>
      </p:sp>
    </p:spTree>
    <p:extLst>
      <p:ext uri="{BB962C8B-B14F-4D97-AF65-F5344CB8AC3E}">
        <p14:creationId xmlns:p14="http://schemas.microsoft.com/office/powerpoint/2010/main" val="1303589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03286-512E-7A63-B899-ADC705F2E39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04B532B-48D2-18C6-74B1-9265A0DD3C1A}"/>
              </a:ext>
            </a:extLst>
          </p:cNvPr>
          <p:cNvSpPr>
            <a:spLocks noGrp="1"/>
          </p:cNvSpPr>
          <p:nvPr>
            <p:ph type="body" sz="half" idx="2"/>
          </p:nvPr>
        </p:nvSpPr>
        <p:spPr>
          <a:xfrm>
            <a:off x="358243" y="1464476"/>
            <a:ext cx="11456485" cy="4437560"/>
          </a:xfrm>
        </p:spPr>
        <p:txBody>
          <a:bodyPr/>
          <a:lstStyle/>
          <a:p>
            <a:pPr marL="0" indent="0">
              <a:buNone/>
            </a:pPr>
            <a:r>
              <a:rPr lang="en-US" dirty="0"/>
              <a:t>The duty applies to persons who design any of the following:</a:t>
            </a:r>
          </a:p>
          <a:p>
            <a:pPr marL="342900" indent="-342900">
              <a:buFont typeface="Arial" panose="020B0604020202020204" pitchFamily="34" charset="0"/>
              <a:buChar char="•"/>
            </a:pPr>
            <a:r>
              <a:rPr lang="en-US" dirty="0"/>
              <a:t>(a) buildings or structures to be used as workplaces</a:t>
            </a:r>
          </a:p>
          <a:p>
            <a:pPr marL="342900" indent="-342900">
              <a:buFont typeface="Arial" panose="020B0604020202020204" pitchFamily="34" charset="0"/>
              <a:buChar char="•"/>
            </a:pPr>
            <a:r>
              <a:rPr lang="en-US" dirty="0"/>
              <a:t>(b) buildings or structures that are occasional workplaces, such as sports stadiums or bridges under repair or maintenance;</a:t>
            </a:r>
          </a:p>
          <a:p>
            <a:pPr marL="342900" indent="-342900">
              <a:buFont typeface="Arial" panose="020B0604020202020204" pitchFamily="34" charset="0"/>
              <a:buChar char="•"/>
            </a:pPr>
            <a:r>
              <a:rPr lang="en-US" dirty="0"/>
              <a:t>(c) parts of the building or structure, including fixtures integral to the use of the building or structure as a workplace;</a:t>
            </a:r>
          </a:p>
          <a:p>
            <a:pPr marL="342900" indent="-342900">
              <a:buFont typeface="Arial" panose="020B0604020202020204" pitchFamily="34" charset="0"/>
              <a:buChar char="•"/>
            </a:pPr>
            <a:r>
              <a:rPr lang="en-US" dirty="0"/>
              <a:t>(d) temporary structures to be used as workplaces other than plant.</a:t>
            </a:r>
            <a:endParaRPr lang="en-AU" dirty="0"/>
          </a:p>
        </p:txBody>
      </p:sp>
      <p:sp>
        <p:nvSpPr>
          <p:cNvPr id="5" name="Title 1">
            <a:extLst>
              <a:ext uri="{FF2B5EF4-FFF2-40B4-BE49-F238E27FC236}">
                <a16:creationId xmlns:a16="http://schemas.microsoft.com/office/drawing/2014/main" id="{FF08025D-041F-9725-C953-6D18B2DEC1A5}"/>
              </a:ext>
            </a:extLst>
          </p:cNvPr>
          <p:cNvSpPr txBox="1">
            <a:spLocks/>
          </p:cNvSpPr>
          <p:nvPr/>
        </p:nvSpPr>
        <p:spPr>
          <a:xfrm>
            <a:off x="358244" y="310620"/>
            <a:ext cx="8536374"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AU" dirty="0"/>
              <a:t>Applicable Scope</a:t>
            </a:r>
            <a:endParaRPr lang="en-US" dirty="0"/>
          </a:p>
        </p:txBody>
      </p:sp>
    </p:spTree>
    <p:extLst>
      <p:ext uri="{BB962C8B-B14F-4D97-AF65-F5344CB8AC3E}">
        <p14:creationId xmlns:p14="http://schemas.microsoft.com/office/powerpoint/2010/main" val="13457592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14C41-DA56-8F3D-FF79-4B8CFFFB72D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5EEF350-47FF-85D2-D0A2-FBF963EB3C58}"/>
              </a:ext>
            </a:extLst>
          </p:cNvPr>
          <p:cNvSpPr>
            <a:spLocks noGrp="1"/>
          </p:cNvSpPr>
          <p:nvPr>
            <p:ph type="body" sz="half" idx="2"/>
          </p:nvPr>
        </p:nvSpPr>
        <p:spPr>
          <a:xfrm>
            <a:off x="358243" y="1464476"/>
            <a:ext cx="11456485" cy="4437560"/>
          </a:xfrm>
        </p:spPr>
        <p:txBody>
          <a:bodyPr/>
          <a:lstStyle/>
          <a:p>
            <a:r>
              <a:rPr lang="en-AU" sz="2000" b="0" i="0" u="none" strike="noStrike" baseline="0" dirty="0">
                <a:solidFill>
                  <a:srgbClr val="000000"/>
                </a:solidFill>
                <a:latin typeface="Calibri" panose="020F0502020204030204" pitchFamily="34" charset="0"/>
              </a:rPr>
              <a:t>WorkSafe considers that designing includes:</a:t>
            </a:r>
          </a:p>
          <a:p>
            <a:pPr marL="342900" indent="-342900">
              <a:buFont typeface="Arial" panose="020B0604020202020204" pitchFamily="34" charset="0"/>
              <a:buChar char="•"/>
            </a:pPr>
            <a:r>
              <a:rPr lang="en-US" sz="2000" b="0" i="0" u="none" strike="noStrike" baseline="0" dirty="0">
                <a:solidFill>
                  <a:srgbClr val="000000"/>
                </a:solidFill>
                <a:latin typeface="Calibri" panose="020F0502020204030204" pitchFamily="34" charset="0"/>
              </a:rPr>
              <a:t>Making preliminary sketches, plans or drawings for a building or a structure before it is constructed, commissioned and used as a workplace; and</a:t>
            </a:r>
          </a:p>
          <a:p>
            <a:pPr marL="342900" indent="-342900">
              <a:buFont typeface="Arial" panose="020B0604020202020204" pitchFamily="34" charset="0"/>
              <a:buChar char="•"/>
            </a:pPr>
            <a:r>
              <a:rPr lang="en-US" sz="2000" b="0" i="0" u="none" strike="noStrike" baseline="0" dirty="0">
                <a:solidFill>
                  <a:srgbClr val="000000"/>
                </a:solidFill>
                <a:latin typeface="Calibri" panose="020F0502020204030204" pitchFamily="34" charset="0"/>
              </a:rPr>
              <a:t>Making specialist, expert or technical decisions for incorporation into the design that may affect the risk to health or safety of people using the building or structure as a workplace.</a:t>
            </a:r>
          </a:p>
          <a:p>
            <a:pPr marL="0" indent="0">
              <a:buNone/>
            </a:pPr>
            <a:endParaRPr lang="en-US" sz="2000" b="0" i="0" u="none" strike="noStrike" baseline="0" dirty="0">
              <a:solidFill>
                <a:srgbClr val="000000"/>
              </a:solidFill>
              <a:latin typeface="Calibri" panose="020F0502020204030204" pitchFamily="34" charset="0"/>
            </a:endParaRPr>
          </a:p>
          <a:p>
            <a:r>
              <a:rPr lang="en-AU" sz="2000" b="0" i="0" u="none" strike="noStrike" baseline="0" dirty="0">
                <a:solidFill>
                  <a:srgbClr val="000000"/>
                </a:solidFill>
                <a:latin typeface="Calibri" panose="020F0502020204030204" pitchFamily="34" charset="0"/>
              </a:rPr>
              <a:t>Designers may include: </a:t>
            </a:r>
            <a:r>
              <a:rPr lang="en-US" sz="2000" b="0" i="0" u="none" strike="noStrike" baseline="0" dirty="0">
                <a:solidFill>
                  <a:srgbClr val="000000"/>
                </a:solidFill>
                <a:latin typeface="Calibri" panose="020F0502020204030204" pitchFamily="34" charset="0"/>
              </a:rPr>
              <a:t>architects or building designers or draftspersons who undertake the design.</a:t>
            </a:r>
          </a:p>
          <a:p>
            <a:pPr marL="342900" indent="-342900">
              <a:buFont typeface="Arial" panose="020B0604020202020204" pitchFamily="34" charset="0"/>
              <a:buChar char="•"/>
            </a:pPr>
            <a:r>
              <a:rPr lang="en-US" sz="2000" b="0" i="0" u="none" strike="noStrike" baseline="0" dirty="0">
                <a:solidFill>
                  <a:srgbClr val="000000"/>
                </a:solidFill>
                <a:latin typeface="Calibri" panose="020F0502020204030204" pitchFamily="34" charset="0"/>
              </a:rPr>
              <a:t>on behalf of the clients, including conducting a feasibility study, producing a schematic design or preparing construction documentation or tendering, depending on the contractual arrangement;</a:t>
            </a:r>
          </a:p>
          <a:p>
            <a:pPr marL="342900" indent="-342900">
              <a:buFont typeface="Arial" panose="020B0604020202020204" pitchFamily="34" charset="0"/>
              <a:buChar char="•"/>
            </a:pPr>
            <a:r>
              <a:rPr lang="en-US" sz="2000" b="0" i="0" u="none" strike="noStrike" baseline="0" dirty="0">
                <a:solidFill>
                  <a:srgbClr val="000000"/>
                </a:solidFill>
                <a:latin typeface="Calibri" panose="020F0502020204030204" pitchFamily="34" charset="0"/>
              </a:rPr>
              <a:t>other designers who participate in the design or make decisions during any. of the project phases. These may include: </a:t>
            </a:r>
            <a:r>
              <a:rPr lang="en-AU" sz="2000" b="0" i="0" u="none" strike="noStrike" baseline="0" dirty="0">
                <a:solidFill>
                  <a:srgbClr val="000000"/>
                </a:solidFill>
                <a:latin typeface="Calibri" panose="020F0502020204030204" pitchFamily="34" charset="0"/>
              </a:rPr>
              <a:t>engineers; interior designers; industrial designers, and contractors</a:t>
            </a:r>
          </a:p>
        </p:txBody>
      </p:sp>
      <p:sp>
        <p:nvSpPr>
          <p:cNvPr id="5" name="Title 1">
            <a:extLst>
              <a:ext uri="{FF2B5EF4-FFF2-40B4-BE49-F238E27FC236}">
                <a16:creationId xmlns:a16="http://schemas.microsoft.com/office/drawing/2014/main" id="{A0F9B123-0ED1-1B72-2AD9-585C12357997}"/>
              </a:ext>
            </a:extLst>
          </p:cNvPr>
          <p:cNvSpPr txBox="1">
            <a:spLocks/>
          </p:cNvSpPr>
          <p:nvPr/>
        </p:nvSpPr>
        <p:spPr>
          <a:xfrm>
            <a:off x="358244" y="310620"/>
            <a:ext cx="8536374"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AU" dirty="0"/>
              <a:t>Who is a designer?</a:t>
            </a:r>
            <a:endParaRPr lang="en-US" dirty="0"/>
          </a:p>
        </p:txBody>
      </p:sp>
    </p:spTree>
    <p:extLst>
      <p:ext uri="{BB962C8B-B14F-4D97-AF65-F5344CB8AC3E}">
        <p14:creationId xmlns:p14="http://schemas.microsoft.com/office/powerpoint/2010/main" val="27614689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71663-18EE-52FD-EF6E-E4D13C9FACC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F014F17-16BA-0947-9E63-4501125CB5E5}"/>
              </a:ext>
            </a:extLst>
          </p:cNvPr>
          <p:cNvSpPr>
            <a:spLocks noGrp="1"/>
          </p:cNvSpPr>
          <p:nvPr>
            <p:ph type="body" sz="half" idx="2"/>
          </p:nvPr>
        </p:nvSpPr>
        <p:spPr>
          <a:xfrm>
            <a:off x="632178" y="2969185"/>
            <a:ext cx="5463822" cy="804162"/>
          </a:xfrm>
        </p:spPr>
        <p:txBody>
          <a:bodyPr/>
          <a:lstStyle/>
          <a:p>
            <a:r>
              <a:rPr lang="en-US" sz="2000" b="0" i="1" u="none" strike="noStrike" baseline="0" dirty="0">
                <a:latin typeface="Univers-CondensedLightOblique"/>
              </a:rPr>
              <a:t>Recommended steps in the systematic approach to health and safety in design</a:t>
            </a:r>
            <a:endParaRPr lang="en-AU" dirty="0"/>
          </a:p>
          <a:p>
            <a:endParaRPr lang="en-AU" sz="2000" b="0" i="0" u="none" strike="noStrike" baseline="0" dirty="0">
              <a:solidFill>
                <a:srgbClr val="000000"/>
              </a:solidFill>
              <a:latin typeface="Calibri" panose="020F0502020204030204" pitchFamily="34" charset="0"/>
            </a:endParaRPr>
          </a:p>
        </p:txBody>
      </p:sp>
      <p:sp>
        <p:nvSpPr>
          <p:cNvPr id="5" name="Title 1">
            <a:extLst>
              <a:ext uri="{FF2B5EF4-FFF2-40B4-BE49-F238E27FC236}">
                <a16:creationId xmlns:a16="http://schemas.microsoft.com/office/drawing/2014/main" id="{6E59D266-9EEC-7974-9F48-ED9D430B0DC9}"/>
              </a:ext>
            </a:extLst>
          </p:cNvPr>
          <p:cNvSpPr txBox="1">
            <a:spLocks/>
          </p:cNvSpPr>
          <p:nvPr/>
        </p:nvSpPr>
        <p:spPr>
          <a:xfrm>
            <a:off x="358244" y="310620"/>
            <a:ext cx="8536374"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AU" dirty="0"/>
              <a:t>Integrating OHS in Design Processes</a:t>
            </a:r>
            <a:endParaRPr lang="en-US" dirty="0"/>
          </a:p>
        </p:txBody>
      </p:sp>
      <p:pic>
        <p:nvPicPr>
          <p:cNvPr id="2" name="Picture 1">
            <a:extLst>
              <a:ext uri="{FF2B5EF4-FFF2-40B4-BE49-F238E27FC236}">
                <a16:creationId xmlns:a16="http://schemas.microsoft.com/office/drawing/2014/main" id="{BCEFD538-ED26-70B7-8221-09CF29A54E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853356"/>
            <a:ext cx="4252702" cy="5323800"/>
          </a:xfrm>
          <a:prstGeom prst="rect">
            <a:avLst/>
          </a:prstGeom>
        </p:spPr>
      </p:pic>
    </p:spTree>
    <p:extLst>
      <p:ext uri="{BB962C8B-B14F-4D97-AF65-F5344CB8AC3E}">
        <p14:creationId xmlns:p14="http://schemas.microsoft.com/office/powerpoint/2010/main" val="27125624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61070-B923-E4B2-4D70-B8083A895CE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DF5E86-8405-9D38-8205-353B5D3F50AF}"/>
              </a:ext>
            </a:extLst>
          </p:cNvPr>
          <p:cNvSpPr>
            <a:spLocks noGrp="1"/>
          </p:cNvSpPr>
          <p:nvPr>
            <p:ph type="body" sz="half" idx="2"/>
          </p:nvPr>
        </p:nvSpPr>
        <p:spPr>
          <a:xfrm>
            <a:off x="234003" y="2995038"/>
            <a:ext cx="5480202" cy="585923"/>
          </a:xfrm>
        </p:spPr>
        <p:txBody>
          <a:bodyPr/>
          <a:lstStyle/>
          <a:p>
            <a:pPr marL="0" indent="0">
              <a:buNone/>
            </a:pPr>
            <a:r>
              <a:rPr lang="en-US" sz="2400" b="0" i="1" u="none" strike="noStrike" baseline="0" dirty="0">
                <a:latin typeface="Univers-CondensedLightOblique"/>
              </a:rPr>
              <a:t>Framework for Preliminary Hazard Analysis</a:t>
            </a:r>
            <a:endParaRPr lang="en-AU" sz="2800" dirty="0"/>
          </a:p>
        </p:txBody>
      </p:sp>
      <p:sp>
        <p:nvSpPr>
          <p:cNvPr id="2" name="Title 1">
            <a:extLst>
              <a:ext uri="{FF2B5EF4-FFF2-40B4-BE49-F238E27FC236}">
                <a16:creationId xmlns:a16="http://schemas.microsoft.com/office/drawing/2014/main" id="{8ADE2A2E-FAF0-63BD-F911-D3E0233A4182}"/>
              </a:ext>
            </a:extLst>
          </p:cNvPr>
          <p:cNvSpPr>
            <a:spLocks noGrp="1"/>
          </p:cNvSpPr>
          <p:nvPr>
            <p:ph type="title"/>
          </p:nvPr>
        </p:nvSpPr>
        <p:spPr/>
        <p:txBody>
          <a:bodyPr/>
          <a:lstStyle/>
          <a:p>
            <a:r>
              <a:rPr lang="en-AU" dirty="0"/>
              <a:t>Integrating OHS in Design Processes</a:t>
            </a:r>
          </a:p>
        </p:txBody>
      </p:sp>
      <p:pic>
        <p:nvPicPr>
          <p:cNvPr id="6" name="Picture 5">
            <a:extLst>
              <a:ext uri="{FF2B5EF4-FFF2-40B4-BE49-F238E27FC236}">
                <a16:creationId xmlns:a16="http://schemas.microsoft.com/office/drawing/2014/main" id="{FBC39972-09DD-C1AB-3C28-190F285E27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3762" y="834904"/>
            <a:ext cx="6454235" cy="5399684"/>
          </a:xfrm>
          <a:prstGeom prst="rect">
            <a:avLst/>
          </a:prstGeom>
        </p:spPr>
      </p:pic>
      <p:sp>
        <p:nvSpPr>
          <p:cNvPr id="4" name="Title 1">
            <a:extLst>
              <a:ext uri="{FF2B5EF4-FFF2-40B4-BE49-F238E27FC236}">
                <a16:creationId xmlns:a16="http://schemas.microsoft.com/office/drawing/2014/main" id="{04B77782-0CAF-2307-05F7-57EA6DD15EB4}"/>
              </a:ext>
            </a:extLst>
          </p:cNvPr>
          <p:cNvSpPr txBox="1">
            <a:spLocks/>
          </p:cNvSpPr>
          <p:nvPr/>
        </p:nvSpPr>
        <p:spPr>
          <a:xfrm>
            <a:off x="7315199" y="6028809"/>
            <a:ext cx="3553428" cy="2536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1050" dirty="0"/>
              <a:t>Source: </a:t>
            </a:r>
            <a:r>
              <a:rPr lang="en-US" sz="1050" dirty="0"/>
              <a:t>Designing Safer Buildings and Structures 2005</a:t>
            </a:r>
            <a:endParaRPr lang="en-AU" sz="1050" dirty="0"/>
          </a:p>
        </p:txBody>
      </p:sp>
    </p:spTree>
    <p:extLst>
      <p:ext uri="{BB962C8B-B14F-4D97-AF65-F5344CB8AC3E}">
        <p14:creationId xmlns:p14="http://schemas.microsoft.com/office/powerpoint/2010/main" val="33641846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C168D-313A-29FB-5FB7-1D89901C3F2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C2D361-84DE-F3BB-6133-38EAA8ED7155}"/>
              </a:ext>
            </a:extLst>
          </p:cNvPr>
          <p:cNvSpPr>
            <a:spLocks noGrp="1"/>
          </p:cNvSpPr>
          <p:nvPr>
            <p:ph type="body" sz="half" idx="2"/>
          </p:nvPr>
        </p:nvSpPr>
        <p:spPr>
          <a:xfrm>
            <a:off x="661498" y="3283615"/>
            <a:ext cx="4855169" cy="290769"/>
          </a:xfrm>
        </p:spPr>
        <p:txBody>
          <a:bodyPr/>
          <a:lstStyle/>
          <a:p>
            <a:pPr marL="0" indent="0">
              <a:buNone/>
            </a:pPr>
            <a:r>
              <a:rPr lang="en-US" sz="2400" b="0" i="1" u="none" strike="noStrike" baseline="0" dirty="0">
                <a:latin typeface="Univers-CondensedLightOblique"/>
              </a:rPr>
              <a:t>Systematic Risk Management</a:t>
            </a:r>
            <a:endParaRPr lang="en-AU" sz="2800" dirty="0"/>
          </a:p>
        </p:txBody>
      </p:sp>
      <p:sp>
        <p:nvSpPr>
          <p:cNvPr id="2" name="Title 1">
            <a:extLst>
              <a:ext uri="{FF2B5EF4-FFF2-40B4-BE49-F238E27FC236}">
                <a16:creationId xmlns:a16="http://schemas.microsoft.com/office/drawing/2014/main" id="{18548968-231F-6EF2-CC9F-0C8ED9DB7EDC}"/>
              </a:ext>
            </a:extLst>
          </p:cNvPr>
          <p:cNvSpPr>
            <a:spLocks noGrp="1"/>
          </p:cNvSpPr>
          <p:nvPr>
            <p:ph type="title"/>
          </p:nvPr>
        </p:nvSpPr>
        <p:spPr/>
        <p:txBody>
          <a:bodyPr/>
          <a:lstStyle/>
          <a:p>
            <a:r>
              <a:rPr lang="en-AU" dirty="0"/>
              <a:t>Integrating OHS in Design Processes</a:t>
            </a:r>
          </a:p>
        </p:txBody>
      </p:sp>
      <p:pic>
        <p:nvPicPr>
          <p:cNvPr id="5" name="Picture 4" descr="A white and grey document with black text&#10;&#10;Description automatically generated with medium confidence">
            <a:extLst>
              <a:ext uri="{FF2B5EF4-FFF2-40B4-BE49-F238E27FC236}">
                <a16:creationId xmlns:a16="http://schemas.microsoft.com/office/drawing/2014/main" id="{6CB72970-C92F-1F6C-86AC-C171DD4307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74188" y="787035"/>
            <a:ext cx="5116930" cy="5349165"/>
          </a:xfrm>
          <a:prstGeom prst="rect">
            <a:avLst/>
          </a:prstGeom>
        </p:spPr>
      </p:pic>
      <p:sp>
        <p:nvSpPr>
          <p:cNvPr id="6" name="Title 1">
            <a:extLst>
              <a:ext uri="{FF2B5EF4-FFF2-40B4-BE49-F238E27FC236}">
                <a16:creationId xmlns:a16="http://schemas.microsoft.com/office/drawing/2014/main" id="{9D723B3B-2D77-E637-1F58-CEDA078DD871}"/>
              </a:ext>
            </a:extLst>
          </p:cNvPr>
          <p:cNvSpPr txBox="1">
            <a:spLocks/>
          </p:cNvSpPr>
          <p:nvPr/>
        </p:nvSpPr>
        <p:spPr>
          <a:xfrm>
            <a:off x="7315199" y="6028809"/>
            <a:ext cx="3553428" cy="2536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1050" dirty="0"/>
              <a:t>Source: </a:t>
            </a:r>
            <a:r>
              <a:rPr lang="en-US" sz="1050" dirty="0"/>
              <a:t>Designing Safer Buildings and Structures 2005</a:t>
            </a:r>
            <a:endParaRPr lang="en-AU" sz="1050" dirty="0"/>
          </a:p>
        </p:txBody>
      </p:sp>
    </p:spTree>
    <p:extLst>
      <p:ext uri="{BB962C8B-B14F-4D97-AF65-F5344CB8AC3E}">
        <p14:creationId xmlns:p14="http://schemas.microsoft.com/office/powerpoint/2010/main" val="6110402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97F00-B193-4482-F432-240991D7D406}"/>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4CD7BC2F-9714-1BE0-C65B-A66FACA47B84}"/>
              </a:ext>
            </a:extLst>
          </p:cNvPr>
          <p:cNvSpPr>
            <a:spLocks noGrp="1"/>
          </p:cNvSpPr>
          <p:nvPr>
            <p:ph type="body" sz="half" idx="2"/>
          </p:nvPr>
        </p:nvSpPr>
        <p:spPr/>
        <p:txBody>
          <a:bodyPr/>
          <a:lstStyle/>
          <a:p>
            <a:r>
              <a:rPr lang="en-AU" dirty="0"/>
              <a:t>Designer is not the only one involved in ensuring OHS</a:t>
            </a:r>
          </a:p>
          <a:p>
            <a:endParaRPr lang="en-AU" dirty="0"/>
          </a:p>
        </p:txBody>
      </p:sp>
      <p:sp>
        <p:nvSpPr>
          <p:cNvPr id="2" name="Title 1">
            <a:extLst>
              <a:ext uri="{FF2B5EF4-FFF2-40B4-BE49-F238E27FC236}">
                <a16:creationId xmlns:a16="http://schemas.microsoft.com/office/drawing/2014/main" id="{6C96DB0C-DE78-566B-BB66-EC62DEF97574}"/>
              </a:ext>
            </a:extLst>
          </p:cNvPr>
          <p:cNvSpPr>
            <a:spLocks noGrp="1"/>
          </p:cNvSpPr>
          <p:nvPr>
            <p:ph type="title"/>
          </p:nvPr>
        </p:nvSpPr>
        <p:spPr/>
        <p:txBody>
          <a:bodyPr/>
          <a:lstStyle/>
          <a:p>
            <a:r>
              <a:rPr lang="en-AU" dirty="0"/>
              <a:t>Integrating OHS in Projects – Project Involvement</a:t>
            </a:r>
          </a:p>
        </p:txBody>
      </p:sp>
      <p:pic>
        <p:nvPicPr>
          <p:cNvPr id="8" name="Picture 7">
            <a:extLst>
              <a:ext uri="{FF2B5EF4-FFF2-40B4-BE49-F238E27FC236}">
                <a16:creationId xmlns:a16="http://schemas.microsoft.com/office/drawing/2014/main" id="{2A1D40F5-ABA6-29B5-6C4C-99B19F7E94CA}"/>
              </a:ext>
            </a:extLst>
          </p:cNvPr>
          <p:cNvPicPr>
            <a:picLocks noChangeAspect="1"/>
          </p:cNvPicPr>
          <p:nvPr/>
        </p:nvPicPr>
        <p:blipFill>
          <a:blip r:embed="rId2"/>
          <a:stretch>
            <a:fillRect/>
          </a:stretch>
        </p:blipFill>
        <p:spPr>
          <a:xfrm>
            <a:off x="3331773" y="2089230"/>
            <a:ext cx="5082572" cy="3851637"/>
          </a:xfrm>
          <a:prstGeom prst="rect">
            <a:avLst/>
          </a:prstGeom>
        </p:spPr>
      </p:pic>
    </p:spTree>
    <p:extLst>
      <p:ext uri="{BB962C8B-B14F-4D97-AF65-F5344CB8AC3E}">
        <p14:creationId xmlns:p14="http://schemas.microsoft.com/office/powerpoint/2010/main" val="26985004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67468-93FF-DCFF-68B0-4C89353CBE78}"/>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13055136-CCAB-EF9D-0B2F-DCEEAECADAAC}"/>
              </a:ext>
            </a:extLst>
          </p:cNvPr>
          <p:cNvSpPr>
            <a:spLocks noGrp="1"/>
          </p:cNvSpPr>
          <p:nvPr>
            <p:ph type="body" sz="half" idx="2"/>
          </p:nvPr>
        </p:nvSpPr>
        <p:spPr>
          <a:xfrm>
            <a:off x="399737" y="1128532"/>
            <a:ext cx="11459536" cy="4812335"/>
          </a:xfrm>
        </p:spPr>
        <p:txBody>
          <a:bodyPr>
            <a:noAutofit/>
          </a:bodyPr>
          <a:lstStyle/>
          <a:p>
            <a:pPr>
              <a:lnSpc>
                <a:spcPct val="120000"/>
              </a:lnSpc>
            </a:pPr>
            <a:r>
              <a:rPr lang="en-US" sz="1800" b="1" dirty="0"/>
              <a:t>Design Phase: </a:t>
            </a:r>
            <a:r>
              <a:rPr lang="en-US" sz="1800" dirty="0"/>
              <a:t>Architects. Civil Engineers, Mechanical Engineers, Electrical Engineers, Plumbing Engineers, Landscape Architects, Interior Designers, Environmental Consultants, Surveyors, Urban Planners</a:t>
            </a:r>
          </a:p>
          <a:p>
            <a:pPr>
              <a:lnSpc>
                <a:spcPct val="120000"/>
              </a:lnSpc>
            </a:pPr>
            <a:r>
              <a:rPr lang="en-US" sz="1800" b="1" dirty="0"/>
              <a:t>Pre-Construction Phase: </a:t>
            </a:r>
            <a:r>
              <a:rPr lang="en-US" sz="1800" dirty="0"/>
              <a:t>Project Managers, Cost Estimators, Legal Advisors, Safety Officers</a:t>
            </a:r>
          </a:p>
          <a:p>
            <a:pPr>
              <a:lnSpc>
                <a:spcPct val="120000"/>
              </a:lnSpc>
              <a:buFont typeface="Arial" panose="020B0604020202020204" pitchFamily="34" charset="0"/>
              <a:buChar char="•"/>
            </a:pPr>
            <a:r>
              <a:rPr lang="en-US" sz="1800" b="1" dirty="0"/>
              <a:t>Construction Phase: </a:t>
            </a:r>
            <a:r>
              <a:rPr lang="en-US" sz="1800" dirty="0"/>
              <a:t>General Contractor, Laborers, Site Managers, Quality Control Specialists</a:t>
            </a:r>
          </a:p>
          <a:p>
            <a:pPr>
              <a:lnSpc>
                <a:spcPct val="120000"/>
              </a:lnSpc>
            </a:pPr>
            <a:r>
              <a:rPr lang="en-US" sz="1800" dirty="0"/>
              <a:t>Subcontractors:</a:t>
            </a:r>
            <a:br>
              <a:rPr lang="en-US" sz="1800" dirty="0"/>
            </a:br>
            <a:br>
              <a:rPr lang="en-US" sz="1800" dirty="0"/>
            </a:br>
            <a:br>
              <a:rPr lang="en-US" sz="1800" dirty="0"/>
            </a:br>
            <a:br>
              <a:rPr lang="en-US" sz="1800" dirty="0"/>
            </a:br>
            <a:br>
              <a:rPr lang="en-US" sz="1800" dirty="0"/>
            </a:br>
            <a:br>
              <a:rPr lang="en-US" sz="1800" dirty="0"/>
            </a:br>
            <a:endParaRPr lang="en-US" sz="1800" dirty="0"/>
          </a:p>
          <a:p>
            <a:pPr>
              <a:lnSpc>
                <a:spcPct val="120000"/>
              </a:lnSpc>
            </a:pPr>
            <a:r>
              <a:rPr lang="en-US" sz="1800" b="1" dirty="0"/>
              <a:t>Post-Construction Phase: </a:t>
            </a:r>
            <a:r>
              <a:rPr lang="en-US" sz="1800" dirty="0"/>
              <a:t>Commissioning Agents, Building Inspectors, Maintenance Engineers/Managers</a:t>
            </a:r>
          </a:p>
        </p:txBody>
      </p:sp>
      <p:sp>
        <p:nvSpPr>
          <p:cNvPr id="2" name="Title 1">
            <a:extLst>
              <a:ext uri="{FF2B5EF4-FFF2-40B4-BE49-F238E27FC236}">
                <a16:creationId xmlns:a16="http://schemas.microsoft.com/office/drawing/2014/main" id="{837A580D-444C-CD1D-F1B0-E38BF224469D}"/>
              </a:ext>
            </a:extLst>
          </p:cNvPr>
          <p:cNvSpPr>
            <a:spLocks noGrp="1"/>
          </p:cNvSpPr>
          <p:nvPr>
            <p:ph type="title"/>
          </p:nvPr>
        </p:nvSpPr>
        <p:spPr/>
        <p:txBody>
          <a:bodyPr/>
          <a:lstStyle/>
          <a:p>
            <a:r>
              <a:rPr lang="en-AU" dirty="0"/>
              <a:t>Overview of Roles Involved in an Architectural Project</a:t>
            </a:r>
          </a:p>
        </p:txBody>
      </p:sp>
      <p:sp>
        <p:nvSpPr>
          <p:cNvPr id="4" name="TextBox 3">
            <a:extLst>
              <a:ext uri="{FF2B5EF4-FFF2-40B4-BE49-F238E27FC236}">
                <a16:creationId xmlns:a16="http://schemas.microsoft.com/office/drawing/2014/main" id="{2B83E6F9-2673-ADA2-7B2A-132BB94F3E9F}"/>
              </a:ext>
            </a:extLst>
          </p:cNvPr>
          <p:cNvSpPr txBox="1"/>
          <p:nvPr/>
        </p:nvSpPr>
        <p:spPr>
          <a:xfrm>
            <a:off x="399737" y="3336771"/>
            <a:ext cx="6096964" cy="1723805"/>
          </a:xfrm>
          <a:prstGeom prst="rect">
            <a:avLst/>
          </a:prstGeom>
          <a:noFill/>
        </p:spPr>
        <p:txBody>
          <a:bodyPr wrap="square">
            <a:spAutoFit/>
          </a:bodyPr>
          <a:lstStyle/>
          <a:p>
            <a:pPr marL="742950" lvl="1" indent="-285750">
              <a:lnSpc>
                <a:spcPct val="120000"/>
              </a:lnSpc>
              <a:buFont typeface="Arial" panose="020B0604020202020204" pitchFamily="34" charset="0"/>
              <a:buChar char="•"/>
            </a:pPr>
            <a:r>
              <a:rPr lang="en-US" sz="1800" dirty="0"/>
              <a:t>Flooring Contractors</a:t>
            </a:r>
          </a:p>
          <a:p>
            <a:pPr marL="742950" lvl="1" indent="-285750">
              <a:lnSpc>
                <a:spcPct val="120000"/>
              </a:lnSpc>
              <a:buFont typeface="Arial" panose="020B0604020202020204" pitchFamily="34" charset="0"/>
              <a:buChar char="•"/>
            </a:pPr>
            <a:r>
              <a:rPr lang="en-US" sz="1800" dirty="0"/>
              <a:t>Carpenters</a:t>
            </a:r>
          </a:p>
          <a:p>
            <a:pPr marL="742950" lvl="1" indent="-285750">
              <a:lnSpc>
                <a:spcPct val="120000"/>
              </a:lnSpc>
              <a:buFont typeface="Arial" panose="020B0604020202020204" pitchFamily="34" charset="0"/>
              <a:buChar char="•"/>
            </a:pPr>
            <a:r>
              <a:rPr lang="en-US" sz="1800" dirty="0"/>
              <a:t>HVAC Technicians</a:t>
            </a:r>
          </a:p>
          <a:p>
            <a:pPr marL="742950" lvl="1" indent="-285750">
              <a:lnSpc>
                <a:spcPct val="120000"/>
              </a:lnSpc>
              <a:buFont typeface="Arial" panose="020B0604020202020204" pitchFamily="34" charset="0"/>
              <a:buChar char="•"/>
            </a:pPr>
            <a:r>
              <a:rPr lang="en-US" sz="1800" dirty="0"/>
              <a:t>Electricians</a:t>
            </a:r>
          </a:p>
          <a:p>
            <a:pPr marL="742950" lvl="1" indent="-285750">
              <a:lnSpc>
                <a:spcPct val="120000"/>
              </a:lnSpc>
              <a:buFont typeface="Arial" panose="020B0604020202020204" pitchFamily="34" charset="0"/>
              <a:buChar char="•"/>
            </a:pPr>
            <a:r>
              <a:rPr lang="en-US" sz="1800" dirty="0"/>
              <a:t>Plumbers</a:t>
            </a:r>
          </a:p>
        </p:txBody>
      </p:sp>
      <p:sp>
        <p:nvSpPr>
          <p:cNvPr id="7" name="TextBox 6">
            <a:extLst>
              <a:ext uri="{FF2B5EF4-FFF2-40B4-BE49-F238E27FC236}">
                <a16:creationId xmlns:a16="http://schemas.microsoft.com/office/drawing/2014/main" id="{7A4B8B2B-3C59-1228-DF7E-B182B811AE4E}"/>
              </a:ext>
            </a:extLst>
          </p:cNvPr>
          <p:cNvSpPr txBox="1"/>
          <p:nvPr/>
        </p:nvSpPr>
        <p:spPr>
          <a:xfrm>
            <a:off x="3546193" y="3336771"/>
            <a:ext cx="6096964" cy="1723805"/>
          </a:xfrm>
          <a:prstGeom prst="rect">
            <a:avLst/>
          </a:prstGeom>
          <a:noFill/>
        </p:spPr>
        <p:txBody>
          <a:bodyPr wrap="square">
            <a:spAutoFit/>
          </a:bodyPr>
          <a:lstStyle/>
          <a:p>
            <a:pPr marL="742950" lvl="1" indent="-285750">
              <a:lnSpc>
                <a:spcPct val="120000"/>
              </a:lnSpc>
              <a:buFont typeface="Arial" panose="020B0604020202020204" pitchFamily="34" charset="0"/>
              <a:buChar char="•"/>
            </a:pPr>
            <a:r>
              <a:rPr lang="en-US" sz="1800" dirty="0"/>
              <a:t>Concrete Contractors</a:t>
            </a:r>
          </a:p>
          <a:p>
            <a:pPr marL="742950" lvl="1" indent="-285750">
              <a:lnSpc>
                <a:spcPct val="120000"/>
              </a:lnSpc>
              <a:buFont typeface="Arial" panose="020B0604020202020204" pitchFamily="34" charset="0"/>
              <a:buChar char="•"/>
            </a:pPr>
            <a:r>
              <a:rPr lang="en-US" sz="1800" dirty="0"/>
              <a:t>Masonry Contractors</a:t>
            </a:r>
          </a:p>
          <a:p>
            <a:pPr marL="742950" lvl="1" indent="-285750">
              <a:lnSpc>
                <a:spcPct val="120000"/>
              </a:lnSpc>
              <a:buFont typeface="Arial" panose="020B0604020202020204" pitchFamily="34" charset="0"/>
              <a:buChar char="•"/>
            </a:pPr>
            <a:r>
              <a:rPr lang="en-US" sz="1800" dirty="0"/>
              <a:t>Roofing Contractors</a:t>
            </a:r>
          </a:p>
          <a:p>
            <a:pPr marL="742950" lvl="1" indent="-285750">
              <a:lnSpc>
                <a:spcPct val="120000"/>
              </a:lnSpc>
              <a:buFont typeface="Arial" panose="020B0604020202020204" pitchFamily="34" charset="0"/>
              <a:buChar char="•"/>
            </a:pPr>
            <a:r>
              <a:rPr lang="en-US" sz="1800" dirty="0"/>
              <a:t>Drywall Contractors</a:t>
            </a:r>
          </a:p>
          <a:p>
            <a:pPr marL="742950" lvl="1" indent="-285750">
              <a:lnSpc>
                <a:spcPct val="120000"/>
              </a:lnSpc>
              <a:buFont typeface="Arial" panose="020B0604020202020204" pitchFamily="34" charset="0"/>
              <a:buChar char="•"/>
            </a:pPr>
            <a:r>
              <a:rPr lang="en-US" sz="1800" dirty="0"/>
              <a:t>Painting Contractors</a:t>
            </a:r>
          </a:p>
        </p:txBody>
      </p:sp>
    </p:spTree>
    <p:extLst>
      <p:ext uri="{BB962C8B-B14F-4D97-AF65-F5344CB8AC3E}">
        <p14:creationId xmlns:p14="http://schemas.microsoft.com/office/powerpoint/2010/main" val="30962755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9DBE8-D062-962D-35DF-4063F510836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2EB386-0581-073E-95CB-0FF99691119C}"/>
              </a:ext>
            </a:extLst>
          </p:cNvPr>
          <p:cNvSpPr>
            <a:spLocks noGrp="1"/>
          </p:cNvSpPr>
          <p:nvPr>
            <p:ph type="body" sz="half" idx="2"/>
          </p:nvPr>
        </p:nvSpPr>
        <p:spPr/>
        <p:txBody>
          <a:bodyPr>
            <a:normAutofit/>
          </a:bodyPr>
          <a:lstStyle/>
          <a:p>
            <a:pPr marL="0" marR="0" indent="0" algn="just">
              <a:buNone/>
            </a:pPr>
            <a:r>
              <a:rPr lang="en-AU" b="0" i="0" u="none" strike="noStrike" baseline="0" dirty="0">
                <a:latin typeface="Calibri" panose="020F0502020204030204" pitchFamily="34" charset="0"/>
              </a:rPr>
              <a:t>Fire-Resistance Ratings</a:t>
            </a:r>
          </a:p>
          <a:p>
            <a:pPr marL="342900" marR="0" indent="-342900" algn="just">
              <a:buFont typeface="Arial" panose="020B0604020202020204" pitchFamily="34" charset="0"/>
              <a:buChar char="•"/>
            </a:pPr>
            <a:r>
              <a:rPr lang="en-US" b="0" i="0" u="none" strike="noStrike" baseline="0" dirty="0">
                <a:latin typeface="Calibri" panose="020F0502020204030204" pitchFamily="34" charset="0"/>
              </a:rPr>
              <a:t>Fire-resistance ratings are measured in hours or fractions of an hour and reflect the amount of time that a material or assembly of materials will resist fire exposure. When beginning design of a building, the initial code analysis must consider the desired occupancy and the desired height and area to determine the minimum allowable construction type for fire ratings.</a:t>
            </a:r>
          </a:p>
          <a:p>
            <a:pPr marL="0" marR="0" indent="0" algn="l">
              <a:buNone/>
            </a:pPr>
            <a:r>
              <a:rPr lang="en-AU" b="0" i="0" u="none" strike="noStrike" baseline="0" dirty="0">
                <a:latin typeface="Calibri" panose="020F0502020204030204" pitchFamily="34" charset="0"/>
              </a:rPr>
              <a:t>Egress:</a:t>
            </a:r>
          </a:p>
          <a:p>
            <a:pPr marL="342900" marR="0" indent="-342900" algn="l">
              <a:buFont typeface="Arial" panose="020B0604020202020204" pitchFamily="34" charset="0"/>
              <a:buChar char="•"/>
            </a:pPr>
            <a:r>
              <a:rPr lang="en-US" b="0" i="0" u="none" strike="noStrike" baseline="0" dirty="0">
                <a:latin typeface="Calibri" panose="020F0502020204030204" pitchFamily="34" charset="0"/>
              </a:rPr>
              <a:t>Continuous and unobstructed way of exit travel from any point in a building or facility to an area of refuge, a horizontal exit, or a public way. </a:t>
            </a:r>
          </a:p>
          <a:p>
            <a:pPr marL="342900" marR="0" indent="-342900" algn="l">
              <a:buFont typeface="Arial" panose="020B0604020202020204" pitchFamily="34" charset="0"/>
              <a:buChar char="•"/>
            </a:pPr>
            <a:r>
              <a:rPr lang="en-US" b="0" i="0" u="none" strike="noStrike" baseline="0" dirty="0">
                <a:latin typeface="Calibri" panose="020F0502020204030204" pitchFamily="34" charset="0"/>
              </a:rPr>
              <a:t>A means of egress comprises vertical and horizontal travel and may include intervening room spaces, doorways, hallways, corridors, passageways, balconies, ramps, stairs, enclosures, lobbies, horizontal exits, courts, and yards.</a:t>
            </a:r>
          </a:p>
        </p:txBody>
      </p:sp>
      <p:sp>
        <p:nvSpPr>
          <p:cNvPr id="2" name="Title 1">
            <a:extLst>
              <a:ext uri="{FF2B5EF4-FFF2-40B4-BE49-F238E27FC236}">
                <a16:creationId xmlns:a16="http://schemas.microsoft.com/office/drawing/2014/main" id="{6F5B036B-EEE8-3CCC-2CED-E1FBBF055E8B}"/>
              </a:ext>
            </a:extLst>
          </p:cNvPr>
          <p:cNvSpPr>
            <a:spLocks noGrp="1"/>
          </p:cNvSpPr>
          <p:nvPr>
            <p:ph type="title"/>
          </p:nvPr>
        </p:nvSpPr>
        <p:spPr/>
        <p:txBody>
          <a:bodyPr/>
          <a:lstStyle/>
          <a:p>
            <a:r>
              <a:rPr lang="en-US" dirty="0"/>
              <a:t>Practical OHS Considerations in Design</a:t>
            </a:r>
            <a:br>
              <a:rPr lang="en-US" dirty="0"/>
            </a:br>
            <a:r>
              <a:rPr lang="en-US" dirty="0"/>
              <a:t>Fire Safety </a:t>
            </a:r>
            <a:endParaRPr lang="en-AU" dirty="0"/>
          </a:p>
        </p:txBody>
      </p:sp>
    </p:spTree>
    <p:extLst>
      <p:ext uri="{BB962C8B-B14F-4D97-AF65-F5344CB8AC3E}">
        <p14:creationId xmlns:p14="http://schemas.microsoft.com/office/powerpoint/2010/main" val="30692708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CCC48-9EE2-0C32-5A6C-6BD0DA73B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DDE53A-DFA3-52D3-69AA-6B58C00DC688}"/>
              </a:ext>
            </a:extLst>
          </p:cNvPr>
          <p:cNvSpPr>
            <a:spLocks noGrp="1"/>
          </p:cNvSpPr>
          <p:nvPr>
            <p:ph type="title"/>
          </p:nvPr>
        </p:nvSpPr>
        <p:spPr/>
        <p:txBody>
          <a:bodyPr>
            <a:normAutofit fontScale="90000"/>
          </a:bodyPr>
          <a:lstStyle/>
          <a:p>
            <a:r>
              <a:rPr lang="en-US" dirty="0"/>
              <a:t>Practical OHS Considerations in Design</a:t>
            </a:r>
            <a:br>
              <a:rPr lang="en-US" dirty="0"/>
            </a:br>
            <a:r>
              <a:rPr lang="en-US" dirty="0"/>
              <a:t>Fire Safety </a:t>
            </a:r>
            <a:endParaRPr lang="en-AU" dirty="0"/>
          </a:p>
        </p:txBody>
      </p:sp>
      <p:pic>
        <p:nvPicPr>
          <p:cNvPr id="5" name="Picture 4">
            <a:extLst>
              <a:ext uri="{FF2B5EF4-FFF2-40B4-BE49-F238E27FC236}">
                <a16:creationId xmlns:a16="http://schemas.microsoft.com/office/drawing/2014/main" id="{7B1F8F18-91C1-9B07-C504-5BC2006E0349}"/>
              </a:ext>
            </a:extLst>
          </p:cNvPr>
          <p:cNvPicPr>
            <a:picLocks noChangeAspect="1"/>
          </p:cNvPicPr>
          <p:nvPr/>
        </p:nvPicPr>
        <p:blipFill>
          <a:blip r:embed="rId2"/>
          <a:stretch>
            <a:fillRect/>
          </a:stretch>
        </p:blipFill>
        <p:spPr>
          <a:xfrm>
            <a:off x="1205310" y="1436587"/>
            <a:ext cx="9387840" cy="4441852"/>
          </a:xfrm>
          <a:prstGeom prst="rect">
            <a:avLst/>
          </a:prstGeom>
        </p:spPr>
      </p:pic>
    </p:spTree>
    <p:extLst>
      <p:ext uri="{BB962C8B-B14F-4D97-AF65-F5344CB8AC3E}">
        <p14:creationId xmlns:p14="http://schemas.microsoft.com/office/powerpoint/2010/main" val="14464386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F31A8-51EB-C772-9A70-1EB733A36E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6F32FE-B36D-1A13-1640-5BF73079D1CC}"/>
              </a:ext>
            </a:extLst>
          </p:cNvPr>
          <p:cNvSpPr>
            <a:spLocks noGrp="1"/>
          </p:cNvSpPr>
          <p:nvPr>
            <p:ph type="title"/>
          </p:nvPr>
        </p:nvSpPr>
        <p:spPr/>
        <p:txBody>
          <a:bodyPr>
            <a:normAutofit fontScale="90000"/>
          </a:bodyPr>
          <a:lstStyle/>
          <a:p>
            <a:r>
              <a:rPr lang="en-US" dirty="0"/>
              <a:t>Practical OHS Considerations in Design</a:t>
            </a:r>
            <a:br>
              <a:rPr lang="en-US" dirty="0"/>
            </a:br>
            <a:r>
              <a:rPr lang="en-US" dirty="0"/>
              <a:t>Fire Safety </a:t>
            </a:r>
            <a:endParaRPr lang="en-AU" dirty="0"/>
          </a:p>
        </p:txBody>
      </p:sp>
      <p:pic>
        <p:nvPicPr>
          <p:cNvPr id="4" name="Picture 3" descr="A screenshot of a phone&#10;&#10;Description automatically generated">
            <a:extLst>
              <a:ext uri="{FF2B5EF4-FFF2-40B4-BE49-F238E27FC236}">
                <a16:creationId xmlns:a16="http://schemas.microsoft.com/office/drawing/2014/main" id="{A8378396-8710-DF67-0BE3-D088EF255A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8116" y="1612740"/>
            <a:ext cx="6962775" cy="1516644"/>
          </a:xfrm>
          <a:prstGeom prst="rect">
            <a:avLst/>
          </a:prstGeom>
        </p:spPr>
      </p:pic>
      <p:pic>
        <p:nvPicPr>
          <p:cNvPr id="6" name="Picture 5">
            <a:extLst>
              <a:ext uri="{FF2B5EF4-FFF2-40B4-BE49-F238E27FC236}">
                <a16:creationId xmlns:a16="http://schemas.microsoft.com/office/drawing/2014/main" id="{09B0C8E5-E1E9-0238-EC69-193EE6D4F762}"/>
              </a:ext>
            </a:extLst>
          </p:cNvPr>
          <p:cNvPicPr>
            <a:picLocks noChangeAspect="1"/>
          </p:cNvPicPr>
          <p:nvPr/>
        </p:nvPicPr>
        <p:blipFill>
          <a:blip r:embed="rId3"/>
          <a:stretch>
            <a:fillRect/>
          </a:stretch>
        </p:blipFill>
        <p:spPr>
          <a:xfrm>
            <a:off x="2614612" y="3429000"/>
            <a:ext cx="6962775" cy="2200275"/>
          </a:xfrm>
          <a:prstGeom prst="rect">
            <a:avLst/>
          </a:prstGeom>
        </p:spPr>
      </p:pic>
    </p:spTree>
    <p:extLst>
      <p:ext uri="{BB962C8B-B14F-4D97-AF65-F5344CB8AC3E}">
        <p14:creationId xmlns:p14="http://schemas.microsoft.com/office/powerpoint/2010/main" val="5333840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F3B58-98AD-8DCE-3EEC-5A917AD1D2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E9B06F-2E2F-2FFA-A6C4-657406483762}"/>
              </a:ext>
            </a:extLst>
          </p:cNvPr>
          <p:cNvSpPr>
            <a:spLocks noGrp="1"/>
          </p:cNvSpPr>
          <p:nvPr>
            <p:ph type="title"/>
          </p:nvPr>
        </p:nvSpPr>
        <p:spPr/>
        <p:txBody>
          <a:bodyPr>
            <a:normAutofit fontScale="90000"/>
          </a:bodyPr>
          <a:lstStyle/>
          <a:p>
            <a:r>
              <a:rPr lang="en-US" dirty="0"/>
              <a:t>Practical OHS Considerations in Design Fire Safety </a:t>
            </a:r>
            <a:br>
              <a:rPr lang="en-US" dirty="0"/>
            </a:br>
            <a:endParaRPr lang="en-AU" dirty="0"/>
          </a:p>
        </p:txBody>
      </p:sp>
      <p:pic>
        <p:nvPicPr>
          <p:cNvPr id="7" name="Picture 6">
            <a:extLst>
              <a:ext uri="{FF2B5EF4-FFF2-40B4-BE49-F238E27FC236}">
                <a16:creationId xmlns:a16="http://schemas.microsoft.com/office/drawing/2014/main" id="{9AFF7A60-3CFB-4C53-68FA-9786E0F399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955" y="1154017"/>
            <a:ext cx="4132041" cy="4742752"/>
          </a:xfrm>
          <a:prstGeom prst="rect">
            <a:avLst/>
          </a:prstGeom>
        </p:spPr>
      </p:pic>
      <p:pic>
        <p:nvPicPr>
          <p:cNvPr id="9" name="Picture 8">
            <a:extLst>
              <a:ext uri="{FF2B5EF4-FFF2-40B4-BE49-F238E27FC236}">
                <a16:creationId xmlns:a16="http://schemas.microsoft.com/office/drawing/2014/main" id="{4E2988D7-401B-1116-2DC0-CC5620279F2A}"/>
              </a:ext>
            </a:extLst>
          </p:cNvPr>
          <p:cNvPicPr>
            <a:picLocks noChangeAspect="1"/>
          </p:cNvPicPr>
          <p:nvPr/>
        </p:nvPicPr>
        <p:blipFill>
          <a:blip r:embed="rId3"/>
          <a:stretch>
            <a:fillRect/>
          </a:stretch>
        </p:blipFill>
        <p:spPr>
          <a:xfrm>
            <a:off x="6991132" y="842033"/>
            <a:ext cx="3373997" cy="4886903"/>
          </a:xfrm>
          <a:prstGeom prst="rect">
            <a:avLst/>
          </a:prstGeom>
        </p:spPr>
      </p:pic>
      <p:sp>
        <p:nvSpPr>
          <p:cNvPr id="6" name="TextBox 5">
            <a:extLst>
              <a:ext uri="{FF2B5EF4-FFF2-40B4-BE49-F238E27FC236}">
                <a16:creationId xmlns:a16="http://schemas.microsoft.com/office/drawing/2014/main" id="{DB06D3E2-8FAF-0C8D-9558-11CE8E0268F3}"/>
              </a:ext>
            </a:extLst>
          </p:cNvPr>
          <p:cNvSpPr txBox="1"/>
          <p:nvPr/>
        </p:nvSpPr>
        <p:spPr>
          <a:xfrm>
            <a:off x="6854142" y="5889878"/>
            <a:ext cx="6096000" cy="261610"/>
          </a:xfrm>
          <a:prstGeom prst="rect">
            <a:avLst/>
          </a:prstGeom>
          <a:noFill/>
        </p:spPr>
        <p:txBody>
          <a:bodyPr wrap="square">
            <a:spAutoFit/>
          </a:bodyPr>
          <a:lstStyle/>
          <a:p>
            <a:r>
              <a:rPr lang="en-AU" sz="1050" dirty="0"/>
              <a:t>Source: NCC 2022 Volume One - National Construction Code</a:t>
            </a:r>
          </a:p>
        </p:txBody>
      </p:sp>
    </p:spTree>
    <p:extLst>
      <p:ext uri="{BB962C8B-B14F-4D97-AF65-F5344CB8AC3E}">
        <p14:creationId xmlns:p14="http://schemas.microsoft.com/office/powerpoint/2010/main" val="8261283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DB3B1-5413-AEBC-57A2-952CAA4FBB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80CC77-2F55-1ADE-E92C-26476C621B99}"/>
              </a:ext>
            </a:extLst>
          </p:cNvPr>
          <p:cNvSpPr>
            <a:spLocks noGrp="1"/>
          </p:cNvSpPr>
          <p:nvPr>
            <p:ph type="title"/>
          </p:nvPr>
        </p:nvSpPr>
        <p:spPr/>
        <p:txBody>
          <a:bodyPr>
            <a:normAutofit fontScale="90000"/>
          </a:bodyPr>
          <a:lstStyle/>
          <a:p>
            <a:r>
              <a:rPr lang="en-US" dirty="0"/>
              <a:t>Practical OHS Considerations in Design Fire Safety </a:t>
            </a:r>
            <a:br>
              <a:rPr lang="en-US" dirty="0"/>
            </a:br>
            <a:endParaRPr lang="en-AU" dirty="0"/>
          </a:p>
        </p:txBody>
      </p:sp>
      <p:pic>
        <p:nvPicPr>
          <p:cNvPr id="4" name="Picture 3">
            <a:extLst>
              <a:ext uri="{FF2B5EF4-FFF2-40B4-BE49-F238E27FC236}">
                <a16:creationId xmlns:a16="http://schemas.microsoft.com/office/drawing/2014/main" id="{B316E8C8-2ED5-4F88-BD5B-BE89C502E361}"/>
              </a:ext>
            </a:extLst>
          </p:cNvPr>
          <p:cNvPicPr>
            <a:picLocks noChangeAspect="1"/>
          </p:cNvPicPr>
          <p:nvPr/>
        </p:nvPicPr>
        <p:blipFill>
          <a:blip r:embed="rId2"/>
          <a:stretch>
            <a:fillRect/>
          </a:stretch>
        </p:blipFill>
        <p:spPr>
          <a:xfrm>
            <a:off x="6537437" y="980548"/>
            <a:ext cx="3364706" cy="4896903"/>
          </a:xfrm>
          <a:prstGeom prst="rect">
            <a:avLst/>
          </a:prstGeom>
        </p:spPr>
      </p:pic>
      <p:pic>
        <p:nvPicPr>
          <p:cNvPr id="6" name="Picture 5" descr="A list of a business plan&#10;&#10;Description automatically generated with medium confidence">
            <a:extLst>
              <a:ext uri="{FF2B5EF4-FFF2-40B4-BE49-F238E27FC236}">
                <a16:creationId xmlns:a16="http://schemas.microsoft.com/office/drawing/2014/main" id="{E617B516-2FE4-E976-7804-4597D62200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92502" y="1104990"/>
            <a:ext cx="3820610" cy="4835877"/>
          </a:xfrm>
          <a:prstGeom prst="rect">
            <a:avLst/>
          </a:prstGeom>
        </p:spPr>
      </p:pic>
    </p:spTree>
    <p:extLst>
      <p:ext uri="{BB962C8B-B14F-4D97-AF65-F5344CB8AC3E}">
        <p14:creationId xmlns:p14="http://schemas.microsoft.com/office/powerpoint/2010/main" val="30290449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32D82-2271-B9F1-00A9-47687B92A6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DC61D8-DE33-815A-DB78-B91362BA0E4A}"/>
              </a:ext>
            </a:extLst>
          </p:cNvPr>
          <p:cNvSpPr>
            <a:spLocks noGrp="1"/>
          </p:cNvSpPr>
          <p:nvPr>
            <p:ph type="title"/>
          </p:nvPr>
        </p:nvSpPr>
        <p:spPr/>
        <p:txBody>
          <a:bodyPr>
            <a:normAutofit/>
          </a:bodyPr>
          <a:lstStyle/>
          <a:p>
            <a:r>
              <a:rPr lang="en-US" dirty="0"/>
              <a:t>Practical OHS Considerations in Design - Ergonomics</a:t>
            </a:r>
            <a:endParaRPr lang="en-AU" dirty="0"/>
          </a:p>
        </p:txBody>
      </p:sp>
      <p:sp>
        <p:nvSpPr>
          <p:cNvPr id="4" name="TextBox 3">
            <a:extLst>
              <a:ext uri="{FF2B5EF4-FFF2-40B4-BE49-F238E27FC236}">
                <a16:creationId xmlns:a16="http://schemas.microsoft.com/office/drawing/2014/main" id="{A54AC1E0-A45D-6B1B-321D-A4F7D9FEE279}"/>
              </a:ext>
            </a:extLst>
          </p:cNvPr>
          <p:cNvSpPr txBox="1"/>
          <p:nvPr/>
        </p:nvSpPr>
        <p:spPr>
          <a:xfrm>
            <a:off x="4299587" y="1167189"/>
            <a:ext cx="3914775" cy="369332"/>
          </a:xfrm>
          <a:prstGeom prst="rect">
            <a:avLst/>
          </a:prstGeom>
          <a:noFill/>
        </p:spPr>
        <p:txBody>
          <a:bodyPr wrap="square">
            <a:spAutoFit/>
          </a:bodyPr>
          <a:lstStyle/>
          <a:p>
            <a:pPr algn="l"/>
            <a:r>
              <a:rPr lang="en-AU" sz="1800" b="1" i="0" u="none" strike="noStrike" baseline="0" dirty="0">
                <a:latin typeface="ArialMT"/>
              </a:rPr>
              <a:t>Dimensions of adult males</a:t>
            </a:r>
            <a:endParaRPr lang="en-AU" b="1" dirty="0"/>
          </a:p>
        </p:txBody>
      </p:sp>
      <p:pic>
        <p:nvPicPr>
          <p:cNvPr id="7" name="Picture 6">
            <a:extLst>
              <a:ext uri="{FF2B5EF4-FFF2-40B4-BE49-F238E27FC236}">
                <a16:creationId xmlns:a16="http://schemas.microsoft.com/office/drawing/2014/main" id="{3B14FFD1-2E1A-519E-3B6D-8A9FE343A648}"/>
              </a:ext>
            </a:extLst>
          </p:cNvPr>
          <p:cNvPicPr>
            <a:picLocks noChangeAspect="1"/>
          </p:cNvPicPr>
          <p:nvPr/>
        </p:nvPicPr>
        <p:blipFill>
          <a:blip r:embed="rId2"/>
          <a:stretch>
            <a:fillRect/>
          </a:stretch>
        </p:blipFill>
        <p:spPr>
          <a:xfrm>
            <a:off x="3943194" y="1538914"/>
            <a:ext cx="1714500" cy="2390775"/>
          </a:xfrm>
          <a:prstGeom prst="rect">
            <a:avLst/>
          </a:prstGeom>
        </p:spPr>
      </p:pic>
      <p:pic>
        <p:nvPicPr>
          <p:cNvPr id="9" name="Picture 8">
            <a:extLst>
              <a:ext uri="{FF2B5EF4-FFF2-40B4-BE49-F238E27FC236}">
                <a16:creationId xmlns:a16="http://schemas.microsoft.com/office/drawing/2014/main" id="{DCD482BB-F647-92ED-C6F5-9883534E81DE}"/>
              </a:ext>
            </a:extLst>
          </p:cNvPr>
          <p:cNvPicPr>
            <a:picLocks noChangeAspect="1"/>
          </p:cNvPicPr>
          <p:nvPr/>
        </p:nvPicPr>
        <p:blipFill>
          <a:blip r:embed="rId3"/>
          <a:stretch>
            <a:fillRect/>
          </a:stretch>
        </p:blipFill>
        <p:spPr>
          <a:xfrm>
            <a:off x="5945782" y="1538914"/>
            <a:ext cx="2000250" cy="2209800"/>
          </a:xfrm>
          <a:prstGeom prst="rect">
            <a:avLst/>
          </a:prstGeom>
        </p:spPr>
      </p:pic>
      <p:pic>
        <p:nvPicPr>
          <p:cNvPr id="11" name="Picture 10">
            <a:extLst>
              <a:ext uri="{FF2B5EF4-FFF2-40B4-BE49-F238E27FC236}">
                <a16:creationId xmlns:a16="http://schemas.microsoft.com/office/drawing/2014/main" id="{B1414CB5-880E-62AF-3E38-6A6B4DED841B}"/>
              </a:ext>
            </a:extLst>
          </p:cNvPr>
          <p:cNvPicPr>
            <a:picLocks noChangeAspect="1"/>
          </p:cNvPicPr>
          <p:nvPr/>
        </p:nvPicPr>
        <p:blipFill>
          <a:blip r:embed="rId4"/>
          <a:stretch>
            <a:fillRect/>
          </a:stretch>
        </p:blipFill>
        <p:spPr>
          <a:xfrm>
            <a:off x="4614706" y="3995154"/>
            <a:ext cx="2085975" cy="1857375"/>
          </a:xfrm>
          <a:prstGeom prst="rect">
            <a:avLst/>
          </a:prstGeom>
        </p:spPr>
      </p:pic>
      <p:sp>
        <p:nvSpPr>
          <p:cNvPr id="12" name="TextBox 11">
            <a:extLst>
              <a:ext uri="{FF2B5EF4-FFF2-40B4-BE49-F238E27FC236}">
                <a16:creationId xmlns:a16="http://schemas.microsoft.com/office/drawing/2014/main" id="{C2CF1BF7-5495-BDCC-7302-61324EE46D54}"/>
              </a:ext>
            </a:extLst>
          </p:cNvPr>
          <p:cNvSpPr txBox="1"/>
          <p:nvPr/>
        </p:nvSpPr>
        <p:spPr>
          <a:xfrm>
            <a:off x="399737" y="1800861"/>
            <a:ext cx="2987040" cy="3477875"/>
          </a:xfrm>
          <a:prstGeom prst="rect">
            <a:avLst/>
          </a:prstGeom>
          <a:noFill/>
        </p:spPr>
        <p:txBody>
          <a:bodyPr wrap="square">
            <a:spAutoFit/>
          </a:bodyPr>
          <a:lstStyle/>
          <a:p>
            <a:pPr algn="l"/>
            <a:r>
              <a:rPr lang="en-US" sz="2000" b="0" i="0" u="none" strike="noStrike" baseline="0" dirty="0">
                <a:latin typeface="ArialMT"/>
              </a:rPr>
              <a:t>• </a:t>
            </a:r>
            <a:r>
              <a:rPr lang="en-US" sz="2000" b="0" i="0" u="none" strike="noStrike" baseline="0" dirty="0">
                <a:latin typeface="Calibri" panose="020F0502020204030204" pitchFamily="34" charset="0"/>
              </a:rPr>
              <a:t>Anthropometrics is the science concerned with the measurement of </a:t>
            </a:r>
            <a:r>
              <a:rPr lang="en-AU" sz="2000" b="0" i="0" u="none" strike="noStrike" baseline="0" dirty="0">
                <a:latin typeface="Calibri" panose="020F0502020204030204" pitchFamily="34" charset="0"/>
              </a:rPr>
              <a:t>humankind.</a:t>
            </a:r>
            <a:br>
              <a:rPr lang="en-AU" sz="2000" b="0" i="0" u="none" strike="noStrike" baseline="0" dirty="0">
                <a:latin typeface="Calibri" panose="020F0502020204030204" pitchFamily="34" charset="0"/>
              </a:rPr>
            </a:br>
            <a:endParaRPr lang="en-AU" sz="2000" b="0" i="0" u="none" strike="noStrike" baseline="0" dirty="0">
              <a:latin typeface="Calibri" panose="020F0502020204030204" pitchFamily="34" charset="0"/>
            </a:endParaRPr>
          </a:p>
          <a:p>
            <a:pPr algn="l"/>
            <a:r>
              <a:rPr lang="en-US" sz="2000" b="0" i="0" u="none" strike="noStrike" baseline="0" dirty="0">
                <a:latin typeface="ArialMT"/>
              </a:rPr>
              <a:t>• </a:t>
            </a:r>
            <a:r>
              <a:rPr lang="en-US" sz="2000" b="0" i="0" u="none" strike="noStrike" baseline="0" dirty="0">
                <a:latin typeface="Calibri" panose="020F0502020204030204" pitchFamily="34" charset="0"/>
              </a:rPr>
              <a:t>Ergonomics is the process of designing or arranging workplaces, products and systems so that they fit the people who use them.</a:t>
            </a:r>
            <a:endParaRPr lang="en-AU" sz="2000" dirty="0"/>
          </a:p>
        </p:txBody>
      </p:sp>
      <p:sp>
        <p:nvSpPr>
          <p:cNvPr id="13" name="TextBox 12">
            <a:extLst>
              <a:ext uri="{FF2B5EF4-FFF2-40B4-BE49-F238E27FC236}">
                <a16:creationId xmlns:a16="http://schemas.microsoft.com/office/drawing/2014/main" id="{B0552CFD-B305-4825-8CC8-D56F1EC5D89B}"/>
              </a:ext>
            </a:extLst>
          </p:cNvPr>
          <p:cNvSpPr txBox="1"/>
          <p:nvPr/>
        </p:nvSpPr>
        <p:spPr>
          <a:xfrm>
            <a:off x="8456299" y="1167189"/>
            <a:ext cx="3914775" cy="369332"/>
          </a:xfrm>
          <a:prstGeom prst="rect">
            <a:avLst/>
          </a:prstGeom>
          <a:noFill/>
        </p:spPr>
        <p:txBody>
          <a:bodyPr wrap="square">
            <a:spAutoFit/>
          </a:bodyPr>
          <a:lstStyle/>
          <a:p>
            <a:pPr algn="l"/>
            <a:r>
              <a:rPr lang="en-AU" sz="1800" b="1" i="0" u="none" strike="noStrike" baseline="0" dirty="0">
                <a:latin typeface="ArialMT"/>
              </a:rPr>
              <a:t>Dimensions of adult females</a:t>
            </a:r>
            <a:endParaRPr lang="en-AU" b="1" dirty="0"/>
          </a:p>
        </p:txBody>
      </p:sp>
      <p:pic>
        <p:nvPicPr>
          <p:cNvPr id="17" name="Picture 16">
            <a:extLst>
              <a:ext uri="{FF2B5EF4-FFF2-40B4-BE49-F238E27FC236}">
                <a16:creationId xmlns:a16="http://schemas.microsoft.com/office/drawing/2014/main" id="{D1028316-CDB7-B8E9-2822-CF2E7E4E30E5}"/>
              </a:ext>
            </a:extLst>
          </p:cNvPr>
          <p:cNvPicPr>
            <a:picLocks noChangeAspect="1"/>
          </p:cNvPicPr>
          <p:nvPr/>
        </p:nvPicPr>
        <p:blipFill>
          <a:blip r:embed="rId5"/>
          <a:srcRect b="47263"/>
          <a:stretch/>
        </p:blipFill>
        <p:spPr>
          <a:xfrm>
            <a:off x="8678479" y="1538914"/>
            <a:ext cx="3021331" cy="2308324"/>
          </a:xfrm>
          <a:prstGeom prst="rect">
            <a:avLst/>
          </a:prstGeom>
        </p:spPr>
      </p:pic>
      <p:pic>
        <p:nvPicPr>
          <p:cNvPr id="19" name="Picture 18">
            <a:extLst>
              <a:ext uri="{FF2B5EF4-FFF2-40B4-BE49-F238E27FC236}">
                <a16:creationId xmlns:a16="http://schemas.microsoft.com/office/drawing/2014/main" id="{DD50ABD2-84B4-0AB7-51BD-2302A76B2DBF}"/>
              </a:ext>
            </a:extLst>
          </p:cNvPr>
          <p:cNvPicPr>
            <a:picLocks noChangeAspect="1"/>
          </p:cNvPicPr>
          <p:nvPr/>
        </p:nvPicPr>
        <p:blipFill>
          <a:blip r:embed="rId6"/>
          <a:stretch>
            <a:fillRect/>
          </a:stretch>
        </p:blipFill>
        <p:spPr>
          <a:xfrm>
            <a:off x="8479473" y="3927296"/>
            <a:ext cx="3312790" cy="2136749"/>
          </a:xfrm>
          <a:prstGeom prst="rect">
            <a:avLst/>
          </a:prstGeom>
        </p:spPr>
      </p:pic>
      <p:sp>
        <p:nvSpPr>
          <p:cNvPr id="8" name="TextBox 7">
            <a:extLst>
              <a:ext uri="{FF2B5EF4-FFF2-40B4-BE49-F238E27FC236}">
                <a16:creationId xmlns:a16="http://schemas.microsoft.com/office/drawing/2014/main" id="{59C6463B-3DA6-D0C7-58A7-DE9C2712981C}"/>
              </a:ext>
            </a:extLst>
          </p:cNvPr>
          <p:cNvSpPr txBox="1"/>
          <p:nvPr/>
        </p:nvSpPr>
        <p:spPr>
          <a:xfrm>
            <a:off x="6936316" y="6372544"/>
            <a:ext cx="4688417" cy="276999"/>
          </a:xfrm>
          <a:prstGeom prst="rect">
            <a:avLst/>
          </a:prstGeom>
          <a:noFill/>
        </p:spPr>
        <p:txBody>
          <a:bodyPr wrap="square">
            <a:spAutoFit/>
          </a:bodyPr>
          <a:lstStyle/>
          <a:p>
            <a:r>
              <a:rPr lang="en-AU" sz="1200" dirty="0"/>
              <a:t>Source: AS 1428.1—2009 </a:t>
            </a:r>
            <a:r>
              <a:rPr lang="en-US" sz="1200" dirty="0"/>
              <a:t>Design for access and mobility</a:t>
            </a:r>
            <a:r>
              <a:rPr lang="en-AU" sz="1200" dirty="0"/>
              <a:t> </a:t>
            </a:r>
          </a:p>
        </p:txBody>
      </p:sp>
    </p:spTree>
    <p:extLst>
      <p:ext uri="{BB962C8B-B14F-4D97-AF65-F5344CB8AC3E}">
        <p14:creationId xmlns:p14="http://schemas.microsoft.com/office/powerpoint/2010/main" val="41740477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E4029-4C20-15DD-C824-14AEAC6D8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E2F0AA-6E9B-643D-1E69-6CA47EDE268F}"/>
              </a:ext>
            </a:extLst>
          </p:cNvPr>
          <p:cNvSpPr>
            <a:spLocks noGrp="1"/>
          </p:cNvSpPr>
          <p:nvPr>
            <p:ph type="title"/>
          </p:nvPr>
        </p:nvSpPr>
        <p:spPr/>
        <p:txBody>
          <a:bodyPr>
            <a:normAutofit/>
          </a:bodyPr>
          <a:lstStyle/>
          <a:p>
            <a:r>
              <a:rPr lang="en-US" dirty="0"/>
              <a:t>Practical OHS Considerations in Design - Ergonomics</a:t>
            </a:r>
            <a:endParaRPr lang="en-AU" dirty="0"/>
          </a:p>
        </p:txBody>
      </p:sp>
      <p:pic>
        <p:nvPicPr>
          <p:cNvPr id="5" name="Picture 4">
            <a:extLst>
              <a:ext uri="{FF2B5EF4-FFF2-40B4-BE49-F238E27FC236}">
                <a16:creationId xmlns:a16="http://schemas.microsoft.com/office/drawing/2014/main" id="{3CC6834B-2641-FA53-E3E2-11BF7991BE38}"/>
              </a:ext>
            </a:extLst>
          </p:cNvPr>
          <p:cNvPicPr>
            <a:picLocks noChangeAspect="1"/>
          </p:cNvPicPr>
          <p:nvPr/>
        </p:nvPicPr>
        <p:blipFill>
          <a:blip r:embed="rId2"/>
          <a:stretch>
            <a:fillRect/>
          </a:stretch>
        </p:blipFill>
        <p:spPr>
          <a:xfrm>
            <a:off x="1035874" y="1663784"/>
            <a:ext cx="2619375" cy="1066800"/>
          </a:xfrm>
          <a:prstGeom prst="rect">
            <a:avLst/>
          </a:prstGeom>
        </p:spPr>
      </p:pic>
      <p:pic>
        <p:nvPicPr>
          <p:cNvPr id="8" name="Picture 7">
            <a:extLst>
              <a:ext uri="{FF2B5EF4-FFF2-40B4-BE49-F238E27FC236}">
                <a16:creationId xmlns:a16="http://schemas.microsoft.com/office/drawing/2014/main" id="{82EF08E4-6E2D-7090-C05C-CE0A8D918F06}"/>
              </a:ext>
            </a:extLst>
          </p:cNvPr>
          <p:cNvPicPr>
            <a:picLocks noChangeAspect="1"/>
          </p:cNvPicPr>
          <p:nvPr/>
        </p:nvPicPr>
        <p:blipFill>
          <a:blip r:embed="rId3"/>
          <a:stretch>
            <a:fillRect/>
          </a:stretch>
        </p:blipFill>
        <p:spPr>
          <a:xfrm>
            <a:off x="4204335" y="1439947"/>
            <a:ext cx="5276850" cy="1514475"/>
          </a:xfrm>
          <a:prstGeom prst="rect">
            <a:avLst/>
          </a:prstGeom>
        </p:spPr>
      </p:pic>
      <p:pic>
        <p:nvPicPr>
          <p:cNvPr id="14" name="Picture 13">
            <a:extLst>
              <a:ext uri="{FF2B5EF4-FFF2-40B4-BE49-F238E27FC236}">
                <a16:creationId xmlns:a16="http://schemas.microsoft.com/office/drawing/2014/main" id="{0D64BF5E-F843-B5DF-2D4B-62176CC3EAD2}"/>
              </a:ext>
            </a:extLst>
          </p:cNvPr>
          <p:cNvPicPr>
            <a:picLocks noChangeAspect="1"/>
          </p:cNvPicPr>
          <p:nvPr/>
        </p:nvPicPr>
        <p:blipFill>
          <a:blip r:embed="rId4"/>
          <a:stretch>
            <a:fillRect/>
          </a:stretch>
        </p:blipFill>
        <p:spPr>
          <a:xfrm>
            <a:off x="4094375" y="3664164"/>
            <a:ext cx="3381375" cy="2066925"/>
          </a:xfrm>
          <a:prstGeom prst="rect">
            <a:avLst/>
          </a:prstGeom>
        </p:spPr>
      </p:pic>
      <p:pic>
        <p:nvPicPr>
          <p:cNvPr id="16" name="Picture 15">
            <a:extLst>
              <a:ext uri="{FF2B5EF4-FFF2-40B4-BE49-F238E27FC236}">
                <a16:creationId xmlns:a16="http://schemas.microsoft.com/office/drawing/2014/main" id="{AA766322-0B29-60E4-70EE-BE845D65A504}"/>
              </a:ext>
            </a:extLst>
          </p:cNvPr>
          <p:cNvPicPr>
            <a:picLocks noChangeAspect="1"/>
          </p:cNvPicPr>
          <p:nvPr/>
        </p:nvPicPr>
        <p:blipFill>
          <a:blip r:embed="rId5"/>
          <a:stretch>
            <a:fillRect/>
          </a:stretch>
        </p:blipFill>
        <p:spPr>
          <a:xfrm>
            <a:off x="241090" y="3711547"/>
            <a:ext cx="3688080" cy="1810071"/>
          </a:xfrm>
          <a:prstGeom prst="rect">
            <a:avLst/>
          </a:prstGeom>
        </p:spPr>
      </p:pic>
      <p:pic>
        <p:nvPicPr>
          <p:cNvPr id="20" name="Picture 19">
            <a:extLst>
              <a:ext uri="{FF2B5EF4-FFF2-40B4-BE49-F238E27FC236}">
                <a16:creationId xmlns:a16="http://schemas.microsoft.com/office/drawing/2014/main" id="{5ED49D5D-1E4F-02A3-C337-D860E54E2F0C}"/>
              </a:ext>
            </a:extLst>
          </p:cNvPr>
          <p:cNvPicPr>
            <a:picLocks noChangeAspect="1"/>
          </p:cNvPicPr>
          <p:nvPr/>
        </p:nvPicPr>
        <p:blipFill>
          <a:blip r:embed="rId6"/>
          <a:stretch>
            <a:fillRect/>
          </a:stretch>
        </p:blipFill>
        <p:spPr>
          <a:xfrm>
            <a:off x="7640955" y="3041830"/>
            <a:ext cx="4400680" cy="3149506"/>
          </a:xfrm>
          <a:prstGeom prst="rect">
            <a:avLst/>
          </a:prstGeom>
        </p:spPr>
      </p:pic>
      <p:sp>
        <p:nvSpPr>
          <p:cNvPr id="3" name="TextBox 2">
            <a:extLst>
              <a:ext uri="{FF2B5EF4-FFF2-40B4-BE49-F238E27FC236}">
                <a16:creationId xmlns:a16="http://schemas.microsoft.com/office/drawing/2014/main" id="{1079AB6B-13FC-DF83-0E16-BCF743764077}"/>
              </a:ext>
            </a:extLst>
          </p:cNvPr>
          <p:cNvSpPr txBox="1"/>
          <p:nvPr/>
        </p:nvSpPr>
        <p:spPr>
          <a:xfrm>
            <a:off x="7804417" y="1004566"/>
            <a:ext cx="4688417" cy="276999"/>
          </a:xfrm>
          <a:prstGeom prst="rect">
            <a:avLst/>
          </a:prstGeom>
          <a:noFill/>
        </p:spPr>
        <p:txBody>
          <a:bodyPr wrap="square">
            <a:spAutoFit/>
          </a:bodyPr>
          <a:lstStyle/>
          <a:p>
            <a:r>
              <a:rPr lang="en-AU" sz="1200" dirty="0"/>
              <a:t>Source: AS 1428.1—2009 </a:t>
            </a:r>
            <a:r>
              <a:rPr lang="en-US" sz="1200" dirty="0"/>
              <a:t>Design for access and mobility</a:t>
            </a:r>
            <a:r>
              <a:rPr lang="en-AU" sz="1200" dirty="0"/>
              <a:t> </a:t>
            </a:r>
          </a:p>
        </p:txBody>
      </p:sp>
    </p:spTree>
    <p:extLst>
      <p:ext uri="{BB962C8B-B14F-4D97-AF65-F5344CB8AC3E}">
        <p14:creationId xmlns:p14="http://schemas.microsoft.com/office/powerpoint/2010/main" val="37839532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F125B-8430-B217-8A61-F34956F9EA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F89061-DF09-42CE-20F7-EAA917CE85FA}"/>
              </a:ext>
            </a:extLst>
          </p:cNvPr>
          <p:cNvSpPr>
            <a:spLocks noGrp="1"/>
          </p:cNvSpPr>
          <p:nvPr>
            <p:ph type="title"/>
          </p:nvPr>
        </p:nvSpPr>
        <p:spPr/>
        <p:txBody>
          <a:bodyPr vert="horz" lIns="91440" tIns="45720" rIns="91440" bIns="45720" rtlCol="0" anchor="ctr">
            <a:normAutofit fontScale="90000"/>
          </a:bodyPr>
          <a:lstStyle/>
          <a:p>
            <a:r>
              <a:rPr lang="en-US" sz="3600" kern="1200" dirty="0">
                <a:solidFill>
                  <a:schemeClr val="tx1"/>
                </a:solidFill>
                <a:latin typeface="+mj-lt"/>
                <a:ea typeface="+mj-ea"/>
                <a:cs typeface="+mj-cs"/>
              </a:rPr>
              <a:t>Practical OHS Considerations in Design - Ergonomics</a:t>
            </a:r>
          </a:p>
        </p:txBody>
      </p:sp>
      <p:pic>
        <p:nvPicPr>
          <p:cNvPr id="4" name="Picture 3" descr="A diagram of a double bed&#10;&#10;Description automatically generated">
            <a:extLst>
              <a:ext uri="{FF2B5EF4-FFF2-40B4-BE49-F238E27FC236}">
                <a16:creationId xmlns:a16="http://schemas.microsoft.com/office/drawing/2014/main" id="{EB23DA5E-D6E9-44CF-9A34-5E5C2F9C33FE}"/>
              </a:ext>
            </a:extLst>
          </p:cNvPr>
          <p:cNvPicPr>
            <a:picLocks noChangeAspect="1"/>
          </p:cNvPicPr>
          <p:nvPr/>
        </p:nvPicPr>
        <p:blipFill>
          <a:blip r:embed="rId2"/>
          <a:stretch>
            <a:fillRect/>
          </a:stretch>
        </p:blipFill>
        <p:spPr>
          <a:xfrm>
            <a:off x="960726" y="1834939"/>
            <a:ext cx="2268824" cy="2056976"/>
          </a:xfrm>
          <a:prstGeom prst="rect">
            <a:avLst/>
          </a:prstGeom>
        </p:spPr>
      </p:pic>
      <p:pic>
        <p:nvPicPr>
          <p:cNvPr id="18" name="Picture 17" descr="A drawing of a bathroom sink&#10;&#10;Description automatically generated">
            <a:extLst>
              <a:ext uri="{FF2B5EF4-FFF2-40B4-BE49-F238E27FC236}">
                <a16:creationId xmlns:a16="http://schemas.microsoft.com/office/drawing/2014/main" id="{4C1B960B-5628-8746-445A-9A2E72A190A3}"/>
              </a:ext>
            </a:extLst>
          </p:cNvPr>
          <p:cNvPicPr>
            <a:picLocks noChangeAspect="1"/>
          </p:cNvPicPr>
          <p:nvPr/>
        </p:nvPicPr>
        <p:blipFill>
          <a:blip r:embed="rId3"/>
          <a:stretch>
            <a:fillRect/>
          </a:stretch>
        </p:blipFill>
        <p:spPr>
          <a:xfrm>
            <a:off x="4919525" y="1834939"/>
            <a:ext cx="2343096" cy="2056976"/>
          </a:xfrm>
          <a:prstGeom prst="rect">
            <a:avLst/>
          </a:prstGeom>
        </p:spPr>
      </p:pic>
      <p:pic>
        <p:nvPicPr>
          <p:cNvPr id="10" name="Picture 9" descr="A diagram of a table and chairs&#10;&#10;Description automatically generated">
            <a:extLst>
              <a:ext uri="{FF2B5EF4-FFF2-40B4-BE49-F238E27FC236}">
                <a16:creationId xmlns:a16="http://schemas.microsoft.com/office/drawing/2014/main" id="{D8DAA7FE-3404-8F95-EEE7-E5C78AB23951}"/>
              </a:ext>
            </a:extLst>
          </p:cNvPr>
          <p:cNvPicPr>
            <a:picLocks noChangeAspect="1"/>
          </p:cNvPicPr>
          <p:nvPr/>
        </p:nvPicPr>
        <p:blipFill>
          <a:blip r:embed="rId4"/>
          <a:stretch>
            <a:fillRect/>
          </a:stretch>
        </p:blipFill>
        <p:spPr>
          <a:xfrm>
            <a:off x="8882302" y="1834939"/>
            <a:ext cx="2404257" cy="2056976"/>
          </a:xfrm>
          <a:prstGeom prst="rect">
            <a:avLst/>
          </a:prstGeom>
        </p:spPr>
      </p:pic>
      <p:pic>
        <p:nvPicPr>
          <p:cNvPr id="7" name="Picture 6">
            <a:extLst>
              <a:ext uri="{FF2B5EF4-FFF2-40B4-BE49-F238E27FC236}">
                <a16:creationId xmlns:a16="http://schemas.microsoft.com/office/drawing/2014/main" id="{30606E93-AC6E-3994-E514-7D15B9CB9E21}"/>
              </a:ext>
            </a:extLst>
          </p:cNvPr>
          <p:cNvPicPr>
            <a:picLocks noChangeAspect="1"/>
          </p:cNvPicPr>
          <p:nvPr/>
        </p:nvPicPr>
        <p:blipFill>
          <a:blip r:embed="rId5"/>
          <a:stretch>
            <a:fillRect/>
          </a:stretch>
        </p:blipFill>
        <p:spPr>
          <a:xfrm>
            <a:off x="746753" y="4063630"/>
            <a:ext cx="2696770" cy="2056976"/>
          </a:xfrm>
          <a:prstGeom prst="rect">
            <a:avLst/>
          </a:prstGeom>
        </p:spPr>
      </p:pic>
      <p:pic>
        <p:nvPicPr>
          <p:cNvPr id="15" name="Picture 14" descr="A drawing of a bathroom&#10;&#10;Description automatically generated">
            <a:extLst>
              <a:ext uri="{FF2B5EF4-FFF2-40B4-BE49-F238E27FC236}">
                <a16:creationId xmlns:a16="http://schemas.microsoft.com/office/drawing/2014/main" id="{ED37BE2E-0BDE-D01D-72EF-6A6151E2A885}"/>
              </a:ext>
            </a:extLst>
          </p:cNvPr>
          <p:cNvPicPr>
            <a:picLocks noChangeAspect="1"/>
          </p:cNvPicPr>
          <p:nvPr/>
        </p:nvPicPr>
        <p:blipFill>
          <a:blip r:embed="rId6"/>
          <a:stretch>
            <a:fillRect/>
          </a:stretch>
        </p:blipFill>
        <p:spPr>
          <a:xfrm>
            <a:off x="4737800" y="4063630"/>
            <a:ext cx="2706547" cy="2056976"/>
          </a:xfrm>
          <a:prstGeom prst="rect">
            <a:avLst/>
          </a:prstGeom>
        </p:spPr>
      </p:pic>
      <p:pic>
        <p:nvPicPr>
          <p:cNvPr id="12" name="Picture 11">
            <a:extLst>
              <a:ext uri="{FF2B5EF4-FFF2-40B4-BE49-F238E27FC236}">
                <a16:creationId xmlns:a16="http://schemas.microsoft.com/office/drawing/2014/main" id="{2B2D5AE1-A129-D393-0783-D16A2B10471F}"/>
              </a:ext>
            </a:extLst>
          </p:cNvPr>
          <p:cNvPicPr>
            <a:picLocks noChangeAspect="1"/>
          </p:cNvPicPr>
          <p:nvPr/>
        </p:nvPicPr>
        <p:blipFill>
          <a:blip r:embed="rId7"/>
          <a:stretch>
            <a:fillRect/>
          </a:stretch>
        </p:blipFill>
        <p:spPr>
          <a:xfrm>
            <a:off x="8642270" y="4063630"/>
            <a:ext cx="2884321" cy="2056976"/>
          </a:xfrm>
          <a:prstGeom prst="rect">
            <a:avLst/>
          </a:prstGeom>
        </p:spPr>
      </p:pic>
      <p:sp>
        <p:nvSpPr>
          <p:cNvPr id="3" name="TextBox 2">
            <a:extLst>
              <a:ext uri="{FF2B5EF4-FFF2-40B4-BE49-F238E27FC236}">
                <a16:creationId xmlns:a16="http://schemas.microsoft.com/office/drawing/2014/main" id="{F5409A26-D460-C65F-833B-110F076254AC}"/>
              </a:ext>
            </a:extLst>
          </p:cNvPr>
          <p:cNvSpPr txBox="1"/>
          <p:nvPr/>
        </p:nvSpPr>
        <p:spPr>
          <a:xfrm>
            <a:off x="7170855" y="1239172"/>
            <a:ext cx="4688417" cy="276999"/>
          </a:xfrm>
          <a:prstGeom prst="rect">
            <a:avLst/>
          </a:prstGeom>
          <a:noFill/>
        </p:spPr>
        <p:txBody>
          <a:bodyPr wrap="square">
            <a:spAutoFit/>
          </a:bodyPr>
          <a:lstStyle/>
          <a:p>
            <a:r>
              <a:rPr lang="en-AU" sz="1200" dirty="0"/>
              <a:t>Source: AS 1428.1—2009 </a:t>
            </a:r>
            <a:r>
              <a:rPr lang="en-US" sz="1200" dirty="0"/>
              <a:t>Design for access and mobility</a:t>
            </a:r>
            <a:r>
              <a:rPr lang="en-AU" sz="1200" dirty="0"/>
              <a:t> </a:t>
            </a:r>
          </a:p>
        </p:txBody>
      </p:sp>
    </p:spTree>
    <p:extLst>
      <p:ext uri="{BB962C8B-B14F-4D97-AF65-F5344CB8AC3E}">
        <p14:creationId xmlns:p14="http://schemas.microsoft.com/office/powerpoint/2010/main" val="15744739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C4621-01C6-F815-7F12-BAD1E66280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A189CC-B6CF-52FD-4C26-83D164A372D4}"/>
              </a:ext>
            </a:extLst>
          </p:cNvPr>
          <p:cNvSpPr>
            <a:spLocks noGrp="1"/>
          </p:cNvSpPr>
          <p:nvPr>
            <p:ph type="title"/>
          </p:nvPr>
        </p:nvSpPr>
        <p:spPr>
          <a:xfrm>
            <a:off x="399737" y="413285"/>
            <a:ext cx="11459535" cy="443198"/>
          </a:xfrm>
        </p:spPr>
        <p:txBody>
          <a:bodyPr vert="horz" lIns="91440" tIns="45720" rIns="91440" bIns="45720" rtlCol="0" anchor="ctr">
            <a:normAutofit fontScale="90000"/>
          </a:bodyPr>
          <a:lstStyle/>
          <a:p>
            <a:r>
              <a:rPr lang="en-US" sz="3600" kern="1200" dirty="0">
                <a:solidFill>
                  <a:schemeClr val="tx1"/>
                </a:solidFill>
                <a:latin typeface="+mj-lt"/>
                <a:ea typeface="+mj-ea"/>
                <a:cs typeface="+mj-cs"/>
              </a:rPr>
              <a:t>Practical OHS Considerations in Design - Ergonomics Room Height</a:t>
            </a:r>
          </a:p>
        </p:txBody>
      </p:sp>
      <p:sp>
        <p:nvSpPr>
          <p:cNvPr id="5" name="TextBox 4">
            <a:extLst>
              <a:ext uri="{FF2B5EF4-FFF2-40B4-BE49-F238E27FC236}">
                <a16:creationId xmlns:a16="http://schemas.microsoft.com/office/drawing/2014/main" id="{C10CD6CF-33F2-16E7-DA95-BB30B78512B6}"/>
              </a:ext>
            </a:extLst>
          </p:cNvPr>
          <p:cNvSpPr txBox="1"/>
          <p:nvPr/>
        </p:nvSpPr>
        <p:spPr>
          <a:xfrm>
            <a:off x="351099" y="1279975"/>
            <a:ext cx="11887200" cy="4585871"/>
          </a:xfrm>
          <a:prstGeom prst="rect">
            <a:avLst/>
          </a:prstGeom>
          <a:noFill/>
        </p:spPr>
        <p:txBody>
          <a:bodyPr wrap="square">
            <a:spAutoFit/>
          </a:bodyPr>
          <a:lstStyle/>
          <a:p>
            <a:pPr algn="l"/>
            <a:r>
              <a:rPr lang="en-AU" sz="4000" b="0" i="0" u="none" strike="noStrike" baseline="0" dirty="0"/>
              <a:t>Room heights in NCC</a:t>
            </a:r>
          </a:p>
          <a:p>
            <a:pPr algn="l"/>
            <a:r>
              <a:rPr lang="en-US" sz="1800" b="0" i="0" u="none" strike="noStrike" baseline="0" dirty="0"/>
              <a:t>The height of rooms and other spaces must be not less than—</a:t>
            </a:r>
          </a:p>
          <a:p>
            <a:pPr marL="285750" indent="-285750" algn="l">
              <a:buFont typeface="Arial" panose="020B0604020202020204" pitchFamily="34" charset="0"/>
              <a:buChar char="•"/>
            </a:pPr>
            <a:r>
              <a:rPr lang="en-US" sz="1800" b="0" i="0" u="none" strike="noStrike" baseline="0" dirty="0"/>
              <a:t>(a)in a Class 2 or 3 building or Class 4 part of a building—</a:t>
            </a:r>
          </a:p>
          <a:p>
            <a:pPr marL="285750" indent="-285750" algn="l">
              <a:buFont typeface="Arial" panose="020B0604020202020204" pitchFamily="34" charset="0"/>
              <a:buChar char="•"/>
            </a:pPr>
            <a:r>
              <a:rPr lang="en-US" sz="1800" b="0" i="0" u="none" strike="noStrike" baseline="0" dirty="0"/>
              <a:t>(</a:t>
            </a:r>
            <a:r>
              <a:rPr lang="en-US" sz="1800" b="0" i="0" u="none" strike="noStrike" baseline="0" dirty="0" err="1"/>
              <a:t>i</a:t>
            </a:r>
            <a:r>
              <a:rPr lang="en-US" sz="1800" b="0" i="0" u="none" strike="noStrike" baseline="0" dirty="0"/>
              <a:t>)a kitchen, laundry, or the like —2.1 m; and</a:t>
            </a:r>
          </a:p>
          <a:p>
            <a:pPr marL="285750" indent="-285750" algn="l">
              <a:buFont typeface="Arial" panose="020B0604020202020204" pitchFamily="34" charset="0"/>
              <a:buChar char="•"/>
            </a:pPr>
            <a:r>
              <a:rPr lang="en-US" sz="1800" b="0" i="0" u="none" strike="noStrike" baseline="0" dirty="0"/>
              <a:t>(ii)a corridor, passageway or the like —2.1 m; and</a:t>
            </a:r>
          </a:p>
          <a:p>
            <a:pPr marL="285750" indent="-285750" algn="l">
              <a:buFont typeface="Arial" panose="020B0604020202020204" pitchFamily="34" charset="0"/>
              <a:buChar char="•"/>
            </a:pPr>
            <a:r>
              <a:rPr lang="en-US" sz="1800" b="0" i="0" u="none" strike="noStrike" baseline="0" dirty="0"/>
              <a:t>(iii)a </a:t>
            </a:r>
            <a:r>
              <a:rPr lang="en-US" sz="1800" b="0" i="1" u="none" strike="noStrike" baseline="0" dirty="0"/>
              <a:t>habitable room </a:t>
            </a:r>
            <a:r>
              <a:rPr lang="en-US" sz="1800" b="0" i="0" u="none" strike="noStrike" baseline="0" dirty="0"/>
              <a:t>excluding a kitchen —2.4 m; and</a:t>
            </a:r>
          </a:p>
          <a:p>
            <a:pPr marL="285750" indent="-285750" algn="l">
              <a:buFont typeface="Arial" panose="020B0604020202020204" pitchFamily="34" charset="0"/>
              <a:buChar char="•"/>
            </a:pPr>
            <a:r>
              <a:rPr lang="en-US" sz="1800" b="0" i="0" u="none" strike="noStrike" baseline="0" dirty="0"/>
              <a:t>(iv)in a room or space with a sloping ceiling or projections below the ceiling line within—</a:t>
            </a:r>
          </a:p>
          <a:p>
            <a:pPr marL="285750" indent="-285750" algn="l">
              <a:buFont typeface="Arial" panose="020B0604020202020204" pitchFamily="34" charset="0"/>
              <a:buChar char="•"/>
            </a:pPr>
            <a:r>
              <a:rPr lang="en-AU" sz="1800" b="0" i="0" u="none" strike="noStrike" baseline="0" dirty="0"/>
              <a:t>(A)a </a:t>
            </a:r>
            <a:r>
              <a:rPr lang="en-AU" sz="1800" b="0" i="1" u="none" strike="noStrike" baseline="0" dirty="0"/>
              <a:t>habitable room</a:t>
            </a:r>
            <a:r>
              <a:rPr lang="en-AU" sz="1800" b="0" i="0" u="none" strike="noStrike" baseline="0" dirty="0"/>
              <a:t>—</a:t>
            </a:r>
          </a:p>
          <a:p>
            <a:pPr marL="285750" indent="-285750" algn="l">
              <a:buFont typeface="Arial" panose="020B0604020202020204" pitchFamily="34" charset="0"/>
              <a:buChar char="•"/>
            </a:pPr>
            <a:r>
              <a:rPr lang="en-US" sz="1800" b="0" i="0" u="none" strike="noStrike" baseline="0" dirty="0"/>
              <a:t>(aa)in an attic —a height of not less than 2.2 m for not less than two‐thirds of the </a:t>
            </a:r>
            <a:r>
              <a:rPr lang="en-US" sz="1800" b="0" i="1" u="none" strike="noStrike" baseline="0" dirty="0"/>
              <a:t>floor area </a:t>
            </a:r>
            <a:r>
              <a:rPr lang="en-US" sz="1800" b="0" i="0" u="none" strike="noStrike" baseline="0" dirty="0"/>
              <a:t>of the room or </a:t>
            </a:r>
            <a:r>
              <a:rPr lang="en-AU" sz="1800" b="0" i="0" u="none" strike="noStrike" baseline="0" dirty="0"/>
              <a:t>space; and</a:t>
            </a:r>
          </a:p>
          <a:p>
            <a:pPr marL="285750" indent="-285750" algn="l">
              <a:buFont typeface="Arial" panose="020B0604020202020204" pitchFamily="34" charset="0"/>
              <a:buChar char="•"/>
            </a:pPr>
            <a:r>
              <a:rPr lang="en-US" sz="1800" b="0" i="0" u="none" strike="noStrike" baseline="0" dirty="0"/>
              <a:t>(bb)in other rooms —a height of not less than 2.4 m for not less than two‐thirds of the </a:t>
            </a:r>
            <a:r>
              <a:rPr lang="en-US" sz="1800" b="0" i="1" u="none" strike="noStrike" baseline="0" dirty="0"/>
              <a:t>floor area </a:t>
            </a:r>
            <a:r>
              <a:rPr lang="en-US" sz="1800" b="0" i="0" u="none" strike="noStrike" baseline="0" dirty="0"/>
              <a:t>of the </a:t>
            </a:r>
            <a:r>
              <a:rPr lang="en-AU" sz="1800" b="0" i="0" u="none" strike="noStrike" baseline="0" dirty="0"/>
              <a:t>room or space; and</a:t>
            </a:r>
          </a:p>
          <a:p>
            <a:pPr marL="285750" indent="-285750" algn="l">
              <a:buFont typeface="Arial" panose="020B0604020202020204" pitchFamily="34" charset="0"/>
              <a:buChar char="•"/>
            </a:pPr>
            <a:r>
              <a:rPr lang="en-US" sz="1800" b="0" i="0" u="none" strike="noStrike" baseline="0" dirty="0"/>
              <a:t>(B)a non‐</a:t>
            </a:r>
            <a:r>
              <a:rPr lang="en-US" sz="1800" b="0" i="1" u="none" strike="noStrike" baseline="0" dirty="0"/>
              <a:t>habitable room </a:t>
            </a:r>
            <a:r>
              <a:rPr lang="en-US" sz="1800" b="0" i="0" u="none" strike="noStrike" baseline="0" dirty="0"/>
              <a:t>—a height of not less than 2.1 m for not less than two‐thirds of the </a:t>
            </a:r>
            <a:r>
              <a:rPr lang="en-US" sz="1800" b="0" i="1" u="none" strike="noStrike" baseline="0" dirty="0"/>
              <a:t>floor area </a:t>
            </a:r>
            <a:r>
              <a:rPr lang="en-US" sz="1800" b="0" i="0" u="none" strike="noStrike" baseline="0" dirty="0"/>
              <a:t>of the room or space; and </a:t>
            </a:r>
            <a:r>
              <a:rPr lang="en-AU" sz="1800" b="0" i="0" u="none" strike="noStrike" baseline="0" dirty="0"/>
              <a:t>when calculating t</a:t>
            </a:r>
            <a:r>
              <a:rPr lang="en-US" sz="1800" b="0" i="0" u="none" strike="noStrike" baseline="0" dirty="0"/>
              <a:t>he </a:t>
            </a:r>
            <a:r>
              <a:rPr lang="en-US" sz="1800" b="0" i="1" u="none" strike="noStrike" baseline="0" dirty="0"/>
              <a:t>floor area </a:t>
            </a:r>
            <a:r>
              <a:rPr lang="en-US" sz="1800" b="0" i="0" u="none" strike="noStrike" baseline="0" dirty="0"/>
              <a:t>of a room or space, any part that has a ceiling height of less than 1.5 m is not </a:t>
            </a:r>
            <a:r>
              <a:rPr lang="en-AU" sz="1800" b="0" i="0" u="none" strike="noStrike" baseline="0" dirty="0"/>
              <a:t>included</a:t>
            </a:r>
            <a:endParaRPr lang="en-AU" dirty="0"/>
          </a:p>
        </p:txBody>
      </p:sp>
    </p:spTree>
    <p:extLst>
      <p:ext uri="{BB962C8B-B14F-4D97-AF65-F5344CB8AC3E}">
        <p14:creationId xmlns:p14="http://schemas.microsoft.com/office/powerpoint/2010/main" val="8463634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1D274-80C6-244E-F9CA-0950C11727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BD6F8A-B565-ABF5-CA1D-E3333F55A62F}"/>
              </a:ext>
            </a:extLst>
          </p:cNvPr>
          <p:cNvSpPr>
            <a:spLocks noGrp="1"/>
          </p:cNvSpPr>
          <p:nvPr>
            <p:ph type="title"/>
          </p:nvPr>
        </p:nvSpPr>
        <p:spPr/>
        <p:txBody>
          <a:bodyPr vert="horz" lIns="91440" tIns="45720" rIns="91440" bIns="45720" rtlCol="0" anchor="ctr">
            <a:normAutofit fontScale="90000"/>
          </a:bodyPr>
          <a:lstStyle/>
          <a:p>
            <a:r>
              <a:rPr lang="en-US" sz="3600" kern="1200" dirty="0">
                <a:solidFill>
                  <a:schemeClr val="tx1"/>
                </a:solidFill>
                <a:latin typeface="+mj-lt"/>
                <a:ea typeface="+mj-ea"/>
                <a:cs typeface="+mj-cs"/>
              </a:rPr>
              <a:t>Practical OHS Considerations in Design</a:t>
            </a:r>
            <a:br>
              <a:rPr lang="en-US" sz="3600" kern="1200" dirty="0">
                <a:solidFill>
                  <a:schemeClr val="tx1"/>
                </a:solidFill>
                <a:latin typeface="+mj-lt"/>
                <a:ea typeface="+mj-ea"/>
                <a:cs typeface="+mj-cs"/>
              </a:rPr>
            </a:br>
            <a:r>
              <a:rPr lang="en-US" sz="3600" dirty="0"/>
              <a:t>Workplace Injury</a:t>
            </a:r>
            <a:endParaRPr lang="en-US" sz="3600" kern="1200" dirty="0">
              <a:solidFill>
                <a:schemeClr val="tx1"/>
              </a:solidFill>
              <a:latin typeface="+mj-lt"/>
              <a:ea typeface="+mj-ea"/>
              <a:cs typeface="+mj-cs"/>
            </a:endParaRPr>
          </a:p>
        </p:txBody>
      </p:sp>
      <p:sp>
        <p:nvSpPr>
          <p:cNvPr id="5" name="TextBox 4">
            <a:extLst>
              <a:ext uri="{FF2B5EF4-FFF2-40B4-BE49-F238E27FC236}">
                <a16:creationId xmlns:a16="http://schemas.microsoft.com/office/drawing/2014/main" id="{B3298D9D-6BE9-AFB5-4FE2-209E5A5D001A}"/>
              </a:ext>
            </a:extLst>
          </p:cNvPr>
          <p:cNvSpPr txBox="1"/>
          <p:nvPr/>
        </p:nvSpPr>
        <p:spPr>
          <a:xfrm>
            <a:off x="496747" y="1639420"/>
            <a:ext cx="9982200" cy="2862322"/>
          </a:xfrm>
          <a:prstGeom prst="rect">
            <a:avLst/>
          </a:prstGeom>
          <a:noFill/>
        </p:spPr>
        <p:txBody>
          <a:bodyPr wrap="square">
            <a:spAutoFit/>
          </a:bodyPr>
          <a:lstStyle/>
          <a:p>
            <a:r>
              <a:rPr lang="en-US" sz="1800" b="0" i="0" u="none" strike="noStrike" baseline="0" dirty="0">
                <a:solidFill>
                  <a:srgbClr val="000000"/>
                </a:solidFill>
                <a:latin typeface="Arial" panose="020B0604020202020204" pitchFamily="34" charset="0"/>
              </a:rPr>
              <a:t>• </a:t>
            </a:r>
            <a:r>
              <a:rPr lang="en-US" sz="1800" b="0" i="0" u="none" strike="noStrike" baseline="0" dirty="0">
                <a:solidFill>
                  <a:srgbClr val="000000"/>
                </a:solidFill>
                <a:latin typeface="Calibri" panose="020F0502020204030204" pitchFamily="34" charset="0"/>
              </a:rPr>
              <a:t>The </a:t>
            </a:r>
            <a:r>
              <a:rPr lang="en-US" sz="1800" b="0" i="1" u="none" strike="noStrike" baseline="0" dirty="0">
                <a:solidFill>
                  <a:srgbClr val="000000"/>
                </a:solidFill>
                <a:latin typeface="Calibri" panose="020F0502020204030204" pitchFamily="34" charset="0"/>
              </a:rPr>
              <a:t>Workplace Injury Rehabilitation and Compensation Act 2013</a:t>
            </a:r>
            <a:r>
              <a:rPr lang="en-US" sz="1800" b="0" i="0" u="none" strike="noStrike" baseline="0" dirty="0">
                <a:solidFill>
                  <a:srgbClr val="000000"/>
                </a:solidFill>
                <a:latin typeface="Calibri" panose="020F0502020204030204" pitchFamily="34" charset="0"/>
              </a:rPr>
              <a:t>(WIRC Act) addresses what happens when a Victorian worker is injured or killed</a:t>
            </a:r>
          </a:p>
          <a:p>
            <a:endParaRPr lang="en-US" sz="1800" b="0" i="0" u="none" strike="noStrike" baseline="0" dirty="0">
              <a:solidFill>
                <a:srgbClr val="000000"/>
              </a:solidFill>
              <a:latin typeface="Calibri" panose="020F0502020204030204" pitchFamily="34" charset="0"/>
            </a:endParaRPr>
          </a:p>
          <a:p>
            <a:r>
              <a:rPr lang="en-AU" sz="1800" b="0" i="0" u="none" strike="noStrike" baseline="0" dirty="0">
                <a:solidFill>
                  <a:srgbClr val="000000"/>
                </a:solidFill>
                <a:latin typeface="Calibri" panose="020F0502020204030204" pitchFamily="34" charset="0"/>
              </a:rPr>
              <a:t>What does it cover?</a:t>
            </a:r>
            <a:endParaRPr lang="en-AU" dirty="0">
              <a:solidFill>
                <a:srgbClr val="000000"/>
              </a:solidFill>
              <a:latin typeface="Arial" panose="020B0604020202020204" pitchFamily="34" charset="0"/>
            </a:endParaRPr>
          </a:p>
          <a:p>
            <a:pPr marL="285750" indent="-285750">
              <a:buFont typeface="Arial" panose="020B0604020202020204" pitchFamily="34" charset="0"/>
              <a:buChar char="•"/>
            </a:pPr>
            <a:r>
              <a:rPr lang="en-AU" sz="1800" b="0" i="0" u="none" strike="noStrike" baseline="0" dirty="0">
                <a:solidFill>
                  <a:srgbClr val="000000"/>
                </a:solidFill>
                <a:latin typeface="Calibri" panose="020F0502020204030204" pitchFamily="34" charset="0"/>
              </a:rPr>
              <a:t>Insurance</a:t>
            </a:r>
            <a:endParaRPr lang="en-AU" dirty="0">
              <a:solidFill>
                <a:srgbClr val="000000"/>
              </a:solidFill>
              <a:latin typeface="Calibri" panose="020F0502020204030204" pitchFamily="34" charset="0"/>
            </a:endParaRPr>
          </a:p>
          <a:p>
            <a:pPr marL="285750" indent="-285750">
              <a:buFont typeface="Arial" panose="020B0604020202020204" pitchFamily="34" charset="0"/>
              <a:buChar char="•"/>
            </a:pPr>
            <a:r>
              <a:rPr lang="en-AU" sz="1800" b="0" i="0" u="none" strike="noStrike" baseline="0" dirty="0">
                <a:solidFill>
                  <a:srgbClr val="000000"/>
                </a:solidFill>
                <a:latin typeface="Calibri" panose="020F0502020204030204" pitchFamily="34" charset="0"/>
              </a:rPr>
              <a:t>workers compensation</a:t>
            </a:r>
          </a:p>
          <a:p>
            <a:pPr marL="285750" indent="-285750">
              <a:buFont typeface="Arial" panose="020B0604020202020204" pitchFamily="34" charset="0"/>
              <a:buChar char="•"/>
            </a:pPr>
            <a:r>
              <a:rPr lang="en-AU" sz="1800" b="0" i="0" u="none" strike="noStrike" baseline="0" dirty="0">
                <a:solidFill>
                  <a:srgbClr val="000000"/>
                </a:solidFill>
                <a:latin typeface="Calibri" panose="020F0502020204030204" pitchFamily="34" charset="0"/>
              </a:rPr>
              <a:t>Claims</a:t>
            </a:r>
            <a:endParaRPr lang="en-AU" dirty="0">
              <a:solidFill>
                <a:srgbClr val="000000"/>
              </a:solidFill>
              <a:latin typeface="Calibri" panose="020F0502020204030204" pitchFamily="34" charset="0"/>
            </a:endParaRPr>
          </a:p>
          <a:p>
            <a:pPr marL="285750" indent="-285750">
              <a:buFont typeface="Arial" panose="020B0604020202020204" pitchFamily="34" charset="0"/>
              <a:buChar char="•"/>
            </a:pPr>
            <a:r>
              <a:rPr lang="en-AU" sz="1800" b="0" i="0" u="none" strike="noStrike" baseline="0" dirty="0">
                <a:solidFill>
                  <a:srgbClr val="000000"/>
                </a:solidFill>
                <a:latin typeface="Calibri" panose="020F0502020204030204" pitchFamily="34" charset="0"/>
              </a:rPr>
              <a:t>Rehabilitation</a:t>
            </a:r>
            <a:endParaRPr lang="en-AU" dirty="0">
              <a:solidFill>
                <a:srgbClr val="000000"/>
              </a:solidFill>
              <a:latin typeface="Calibri" panose="020F0502020204030204" pitchFamily="34" charset="0"/>
            </a:endParaRPr>
          </a:p>
          <a:p>
            <a:pPr marL="285750" indent="-285750">
              <a:buFont typeface="Arial" panose="020B0604020202020204" pitchFamily="34" charset="0"/>
              <a:buChar char="•"/>
            </a:pPr>
            <a:r>
              <a:rPr lang="en-AU" sz="1800" b="0" i="0" u="none" strike="noStrike" baseline="0" dirty="0">
                <a:solidFill>
                  <a:srgbClr val="000000"/>
                </a:solidFill>
                <a:latin typeface="Calibri" panose="020F0502020204030204" pitchFamily="34" charset="0"/>
              </a:rPr>
              <a:t>return to work</a:t>
            </a:r>
          </a:p>
          <a:p>
            <a:pPr marL="285750" indent="-285750">
              <a:buFont typeface="Arial" panose="020B0604020202020204" pitchFamily="34" charset="0"/>
              <a:buChar char="•"/>
            </a:pPr>
            <a:r>
              <a:rPr lang="en-AU" sz="1800" b="0" i="0" u="none" strike="noStrike" baseline="0" dirty="0">
                <a:solidFill>
                  <a:srgbClr val="000000"/>
                </a:solidFill>
                <a:latin typeface="Calibri" panose="020F0502020204030204" pitchFamily="34" charset="0"/>
              </a:rPr>
              <a:t>dispute resolution</a:t>
            </a:r>
          </a:p>
        </p:txBody>
      </p:sp>
    </p:spTree>
    <p:extLst>
      <p:ext uri="{BB962C8B-B14F-4D97-AF65-F5344CB8AC3E}">
        <p14:creationId xmlns:p14="http://schemas.microsoft.com/office/powerpoint/2010/main" val="12459609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56115-ACDF-FCDC-3074-36E302050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AA519-C709-3FC1-0E4D-0F21ABA9E263}"/>
              </a:ext>
            </a:extLst>
          </p:cNvPr>
          <p:cNvSpPr>
            <a:spLocks noGrp="1"/>
          </p:cNvSpPr>
          <p:nvPr>
            <p:ph type="title"/>
          </p:nvPr>
        </p:nvSpPr>
        <p:spPr/>
        <p:txBody>
          <a:bodyPr vert="horz" lIns="91440" tIns="45720" rIns="91440" bIns="45720" rtlCol="0" anchor="ctr">
            <a:normAutofit fontScale="90000"/>
          </a:bodyPr>
          <a:lstStyle/>
          <a:p>
            <a:r>
              <a:rPr lang="en-US" sz="3600" kern="1200" dirty="0">
                <a:solidFill>
                  <a:schemeClr val="tx1"/>
                </a:solidFill>
                <a:latin typeface="+mj-lt"/>
                <a:ea typeface="+mj-ea"/>
                <a:cs typeface="+mj-cs"/>
              </a:rPr>
              <a:t>Practical OHS Considerations in Design - Hazardous Building Material</a:t>
            </a:r>
            <a:r>
              <a:rPr lang="en-US" sz="3600" dirty="0"/>
              <a:t>s </a:t>
            </a:r>
            <a:endParaRPr lang="en-US" sz="3600" kern="1200" dirty="0">
              <a:solidFill>
                <a:schemeClr val="tx1"/>
              </a:solidFill>
              <a:latin typeface="+mj-lt"/>
              <a:ea typeface="+mj-ea"/>
              <a:cs typeface="+mj-cs"/>
            </a:endParaRPr>
          </a:p>
        </p:txBody>
      </p:sp>
      <p:sp>
        <p:nvSpPr>
          <p:cNvPr id="5" name="TextBox 4">
            <a:extLst>
              <a:ext uri="{FF2B5EF4-FFF2-40B4-BE49-F238E27FC236}">
                <a16:creationId xmlns:a16="http://schemas.microsoft.com/office/drawing/2014/main" id="{B1302997-D13D-9DF8-CF7C-BBAC3396F755}"/>
              </a:ext>
            </a:extLst>
          </p:cNvPr>
          <p:cNvSpPr txBox="1"/>
          <p:nvPr/>
        </p:nvSpPr>
        <p:spPr>
          <a:xfrm>
            <a:off x="479385" y="1742628"/>
            <a:ext cx="11257344" cy="923330"/>
          </a:xfrm>
          <a:prstGeom prst="rect">
            <a:avLst/>
          </a:prstGeom>
          <a:noFill/>
        </p:spPr>
        <p:txBody>
          <a:bodyPr wrap="square">
            <a:spAutoFit/>
          </a:bodyPr>
          <a:lstStyle/>
          <a:p>
            <a:pPr marL="285750" indent="-285750" algn="l">
              <a:buFont typeface="Arial" panose="020B0604020202020204" pitchFamily="34" charset="0"/>
              <a:buChar char="•"/>
            </a:pPr>
            <a:r>
              <a:rPr lang="en-US" sz="1800" b="0" i="0" u="none" strike="noStrike" baseline="0" dirty="0">
                <a:solidFill>
                  <a:srgbClr val="000000"/>
                </a:solidFill>
                <a:latin typeface="Calibri" panose="020F0502020204030204" pitchFamily="34" charset="0"/>
              </a:rPr>
              <a:t>The </a:t>
            </a:r>
            <a:r>
              <a:rPr lang="en-US" sz="1800" b="0" i="0" u="none" strike="noStrike" baseline="0" dirty="0">
                <a:solidFill>
                  <a:srgbClr val="0563C2"/>
                </a:solidFill>
                <a:latin typeface="Calibri" panose="020F0502020204030204" pitchFamily="34" charset="0"/>
              </a:rPr>
              <a:t>Workplace Manager </a:t>
            </a:r>
            <a:r>
              <a:rPr lang="en-US" sz="1800" b="0" i="0" u="none" strike="noStrike" baseline="0" dirty="0">
                <a:solidFill>
                  <a:srgbClr val="000000"/>
                </a:solidFill>
                <a:latin typeface="Calibri" panose="020F0502020204030204" pitchFamily="34" charset="0"/>
              </a:rPr>
              <a:t>and/or </a:t>
            </a:r>
            <a:r>
              <a:rPr lang="en-US" sz="1800" b="0" i="0" u="none" strike="noStrike" baseline="0" dirty="0">
                <a:solidFill>
                  <a:srgbClr val="0563C2"/>
                </a:solidFill>
                <a:latin typeface="Calibri" panose="020F0502020204030204" pitchFamily="34" charset="0"/>
              </a:rPr>
              <a:t>Management OHS Nominees </a:t>
            </a:r>
            <a:r>
              <a:rPr lang="en-US" sz="1800" b="0" i="0" u="none" strike="noStrike" baseline="0" dirty="0">
                <a:solidFill>
                  <a:srgbClr val="000000"/>
                </a:solidFill>
                <a:latin typeface="Calibri" panose="020F0502020204030204" pitchFamily="34" charset="0"/>
              </a:rPr>
              <a:t>are to contact the Department’s Asbestos Customer Call Centre to identify the presence of hazardous building materials within the workplace. The results of this assessment should be recorded in a hazardous building material report provided by </a:t>
            </a:r>
            <a:r>
              <a:rPr lang="en-AU" sz="1800" b="0" i="0" u="none" strike="noStrike" baseline="0" dirty="0">
                <a:solidFill>
                  <a:srgbClr val="000000"/>
                </a:solidFill>
                <a:latin typeface="Calibri" panose="020F0502020204030204" pitchFamily="34" charset="0"/>
              </a:rPr>
              <a:t>Cushman and Wakefield.</a:t>
            </a:r>
          </a:p>
        </p:txBody>
      </p:sp>
    </p:spTree>
    <p:extLst>
      <p:ext uri="{BB962C8B-B14F-4D97-AF65-F5344CB8AC3E}">
        <p14:creationId xmlns:p14="http://schemas.microsoft.com/office/powerpoint/2010/main" val="39153171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A5299-7BFE-CBA6-403B-17D5A88ABE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889F24-759E-770C-9B61-49812AFBC149}"/>
              </a:ext>
            </a:extLst>
          </p:cNvPr>
          <p:cNvSpPr>
            <a:spLocks noGrp="1"/>
          </p:cNvSpPr>
          <p:nvPr>
            <p:ph type="title"/>
          </p:nvPr>
        </p:nvSpPr>
        <p:spPr/>
        <p:txBody>
          <a:bodyPr vert="horz" lIns="91440" tIns="45720" rIns="91440" bIns="45720" rtlCol="0" anchor="ctr">
            <a:normAutofit fontScale="90000"/>
          </a:bodyPr>
          <a:lstStyle/>
          <a:p>
            <a:r>
              <a:rPr lang="en-US" sz="3600" kern="1200" dirty="0">
                <a:solidFill>
                  <a:schemeClr val="tx1"/>
                </a:solidFill>
                <a:latin typeface="+mj-lt"/>
                <a:ea typeface="+mj-ea"/>
                <a:cs typeface="+mj-cs"/>
              </a:rPr>
              <a:t>Practical OHS Considerations in Design - Hazardous Building Material</a:t>
            </a:r>
            <a:r>
              <a:rPr lang="en-US" sz="3600" dirty="0"/>
              <a:t>s </a:t>
            </a:r>
            <a:endParaRPr lang="en-US" sz="3600" kern="1200" dirty="0">
              <a:solidFill>
                <a:schemeClr val="tx1"/>
              </a:solidFill>
              <a:latin typeface="+mj-lt"/>
              <a:ea typeface="+mj-ea"/>
              <a:cs typeface="+mj-cs"/>
            </a:endParaRPr>
          </a:p>
        </p:txBody>
      </p:sp>
      <p:sp>
        <p:nvSpPr>
          <p:cNvPr id="9" name="TextBox 8">
            <a:extLst>
              <a:ext uri="{FF2B5EF4-FFF2-40B4-BE49-F238E27FC236}">
                <a16:creationId xmlns:a16="http://schemas.microsoft.com/office/drawing/2014/main" id="{5845AE31-EE5B-2C72-02D1-3538A7BBEA7E}"/>
              </a:ext>
            </a:extLst>
          </p:cNvPr>
          <p:cNvSpPr txBox="1"/>
          <p:nvPr/>
        </p:nvSpPr>
        <p:spPr>
          <a:xfrm>
            <a:off x="4169765" y="1275331"/>
            <a:ext cx="3632880" cy="369332"/>
          </a:xfrm>
          <a:prstGeom prst="rect">
            <a:avLst/>
          </a:prstGeom>
          <a:noFill/>
        </p:spPr>
        <p:txBody>
          <a:bodyPr wrap="square">
            <a:spAutoFit/>
          </a:bodyPr>
          <a:lstStyle/>
          <a:p>
            <a:pPr marL="285750" indent="-285750" algn="l">
              <a:buFont typeface="Arial" panose="020B0604020202020204" pitchFamily="34" charset="0"/>
              <a:buChar char="•"/>
            </a:pPr>
            <a:r>
              <a:rPr lang="en-AU" sz="1800" b="0" i="0" u="none" strike="noStrike" baseline="0" dirty="0">
                <a:latin typeface="Calibri" panose="020F0502020204030204" pitchFamily="34" charset="0"/>
              </a:rPr>
              <a:t>Polychlorinated Biphenyls (PCB)</a:t>
            </a:r>
            <a:endParaRPr lang="en-AU" sz="1800" b="0" i="0" u="none" strike="noStrike" baseline="0" dirty="0">
              <a:solidFill>
                <a:srgbClr val="000000"/>
              </a:solidFill>
              <a:latin typeface="Calibri" panose="020F0502020204030204" pitchFamily="34" charset="0"/>
            </a:endParaRPr>
          </a:p>
        </p:txBody>
      </p:sp>
      <p:pic>
        <p:nvPicPr>
          <p:cNvPr id="7" name="Picture 6">
            <a:extLst>
              <a:ext uri="{FF2B5EF4-FFF2-40B4-BE49-F238E27FC236}">
                <a16:creationId xmlns:a16="http://schemas.microsoft.com/office/drawing/2014/main" id="{1EE1ECF3-6D59-E8B2-5A9B-D20C402CBC20}"/>
              </a:ext>
            </a:extLst>
          </p:cNvPr>
          <p:cNvPicPr>
            <a:picLocks noChangeAspect="1"/>
          </p:cNvPicPr>
          <p:nvPr/>
        </p:nvPicPr>
        <p:blipFill>
          <a:blip r:embed="rId2"/>
          <a:stretch>
            <a:fillRect/>
          </a:stretch>
        </p:blipFill>
        <p:spPr>
          <a:xfrm>
            <a:off x="4104036" y="1589099"/>
            <a:ext cx="3632881" cy="2037819"/>
          </a:xfrm>
          <a:prstGeom prst="rect">
            <a:avLst/>
          </a:prstGeom>
        </p:spPr>
      </p:pic>
      <p:sp>
        <p:nvSpPr>
          <p:cNvPr id="10" name="TextBox 9">
            <a:extLst>
              <a:ext uri="{FF2B5EF4-FFF2-40B4-BE49-F238E27FC236}">
                <a16:creationId xmlns:a16="http://schemas.microsoft.com/office/drawing/2014/main" id="{5AF1B6A5-A462-ADEE-BC5C-D17D5CD8201F}"/>
              </a:ext>
            </a:extLst>
          </p:cNvPr>
          <p:cNvSpPr txBox="1"/>
          <p:nvPr/>
        </p:nvSpPr>
        <p:spPr>
          <a:xfrm>
            <a:off x="8146800" y="1270868"/>
            <a:ext cx="3352800" cy="369332"/>
          </a:xfrm>
          <a:prstGeom prst="rect">
            <a:avLst/>
          </a:prstGeom>
          <a:noFill/>
        </p:spPr>
        <p:txBody>
          <a:bodyPr wrap="square">
            <a:spAutoFit/>
          </a:bodyPr>
          <a:lstStyle/>
          <a:p>
            <a:pPr marL="285750" indent="-285750" algn="l">
              <a:buFont typeface="Arial" panose="020B0604020202020204" pitchFamily="34" charset="0"/>
              <a:buChar char="•"/>
            </a:pPr>
            <a:r>
              <a:rPr lang="en-AU" sz="1800" b="0" i="0" u="none" strike="noStrike" baseline="0" dirty="0">
                <a:latin typeface="Calibri" panose="020F0502020204030204" pitchFamily="34" charset="0"/>
              </a:rPr>
              <a:t>Lead-Based Paint</a:t>
            </a:r>
            <a:endParaRPr lang="en-AU" sz="1800" b="0" i="0" u="none" strike="noStrike" baseline="0" dirty="0">
              <a:solidFill>
                <a:srgbClr val="000000"/>
              </a:solidFill>
              <a:latin typeface="Calibri" panose="020F0502020204030204" pitchFamily="34" charset="0"/>
            </a:endParaRPr>
          </a:p>
        </p:txBody>
      </p:sp>
      <p:pic>
        <p:nvPicPr>
          <p:cNvPr id="12" name="Picture 11">
            <a:extLst>
              <a:ext uri="{FF2B5EF4-FFF2-40B4-BE49-F238E27FC236}">
                <a16:creationId xmlns:a16="http://schemas.microsoft.com/office/drawing/2014/main" id="{CDF59C4E-E424-E4D1-2424-72F97795DC7D}"/>
              </a:ext>
            </a:extLst>
          </p:cNvPr>
          <p:cNvPicPr>
            <a:picLocks noChangeAspect="1"/>
          </p:cNvPicPr>
          <p:nvPr/>
        </p:nvPicPr>
        <p:blipFill>
          <a:blip r:embed="rId3"/>
          <a:srcRect l="3061" t="-1969" r="15097" b="1969"/>
          <a:stretch/>
        </p:blipFill>
        <p:spPr>
          <a:xfrm>
            <a:off x="4196560" y="4310018"/>
            <a:ext cx="3339143" cy="1571167"/>
          </a:xfrm>
          <a:prstGeom prst="rect">
            <a:avLst/>
          </a:prstGeom>
        </p:spPr>
      </p:pic>
      <p:sp>
        <p:nvSpPr>
          <p:cNvPr id="13" name="TextBox 12">
            <a:extLst>
              <a:ext uri="{FF2B5EF4-FFF2-40B4-BE49-F238E27FC236}">
                <a16:creationId xmlns:a16="http://schemas.microsoft.com/office/drawing/2014/main" id="{40FA8E78-A4BC-2A40-EC8A-A90AB819CAB6}"/>
              </a:ext>
            </a:extLst>
          </p:cNvPr>
          <p:cNvSpPr txBox="1"/>
          <p:nvPr/>
        </p:nvSpPr>
        <p:spPr>
          <a:xfrm>
            <a:off x="4104036" y="3940686"/>
            <a:ext cx="3524193" cy="369332"/>
          </a:xfrm>
          <a:prstGeom prst="rect">
            <a:avLst/>
          </a:prstGeom>
          <a:noFill/>
        </p:spPr>
        <p:txBody>
          <a:bodyPr wrap="square">
            <a:spAutoFit/>
          </a:bodyPr>
          <a:lstStyle/>
          <a:p>
            <a:pPr marL="285750" indent="-285750" algn="l">
              <a:buFont typeface="Arial" panose="020B0604020202020204" pitchFamily="34" charset="0"/>
              <a:buChar char="•"/>
            </a:pPr>
            <a:r>
              <a:rPr lang="en-AU" sz="1800" b="0" i="0" u="none" strike="noStrike" baseline="0" dirty="0">
                <a:latin typeface="Calibri" panose="020F0502020204030204" pitchFamily="34" charset="0"/>
              </a:rPr>
              <a:t>Synthetic Mineral Fibres (SMFs)</a:t>
            </a:r>
            <a:endParaRPr lang="en-AU" sz="1800" b="0" i="0" u="none" strike="noStrike" baseline="0" dirty="0">
              <a:solidFill>
                <a:srgbClr val="000000"/>
              </a:solidFill>
              <a:latin typeface="Calibri" panose="020F0502020204030204" pitchFamily="34" charset="0"/>
            </a:endParaRPr>
          </a:p>
        </p:txBody>
      </p:sp>
      <p:pic>
        <p:nvPicPr>
          <p:cNvPr id="15" name="Picture 14">
            <a:extLst>
              <a:ext uri="{FF2B5EF4-FFF2-40B4-BE49-F238E27FC236}">
                <a16:creationId xmlns:a16="http://schemas.microsoft.com/office/drawing/2014/main" id="{38138021-F2BB-51F0-4B92-1ADA37E7D77A}"/>
              </a:ext>
            </a:extLst>
          </p:cNvPr>
          <p:cNvPicPr>
            <a:picLocks noChangeAspect="1"/>
          </p:cNvPicPr>
          <p:nvPr/>
        </p:nvPicPr>
        <p:blipFill>
          <a:blip r:embed="rId4"/>
          <a:stretch>
            <a:fillRect/>
          </a:stretch>
        </p:blipFill>
        <p:spPr>
          <a:xfrm>
            <a:off x="8146800" y="1571310"/>
            <a:ext cx="3485092" cy="2055608"/>
          </a:xfrm>
          <a:prstGeom prst="rect">
            <a:avLst/>
          </a:prstGeom>
        </p:spPr>
      </p:pic>
      <p:sp>
        <p:nvSpPr>
          <p:cNvPr id="18" name="TextBox 17">
            <a:extLst>
              <a:ext uri="{FF2B5EF4-FFF2-40B4-BE49-F238E27FC236}">
                <a16:creationId xmlns:a16="http://schemas.microsoft.com/office/drawing/2014/main" id="{8533E046-3192-BD37-9A38-9BA38A983ABC}"/>
              </a:ext>
            </a:extLst>
          </p:cNvPr>
          <p:cNvSpPr txBox="1"/>
          <p:nvPr/>
        </p:nvSpPr>
        <p:spPr>
          <a:xfrm>
            <a:off x="8146800" y="3940686"/>
            <a:ext cx="3352800" cy="369332"/>
          </a:xfrm>
          <a:prstGeom prst="rect">
            <a:avLst/>
          </a:prstGeom>
          <a:noFill/>
        </p:spPr>
        <p:txBody>
          <a:bodyPr wrap="square">
            <a:spAutoFit/>
          </a:bodyPr>
          <a:lstStyle/>
          <a:p>
            <a:pPr marL="285750" indent="-285750" algn="l">
              <a:buFont typeface="Arial" panose="020B0604020202020204" pitchFamily="34" charset="0"/>
              <a:buChar char="•"/>
            </a:pPr>
            <a:r>
              <a:rPr lang="en-AU" sz="1800" b="0" i="0" u="none" strike="noStrike" baseline="0" dirty="0">
                <a:solidFill>
                  <a:srgbClr val="000000"/>
                </a:solidFill>
                <a:latin typeface="Calibri" panose="020F0502020204030204" pitchFamily="34" charset="0"/>
              </a:rPr>
              <a:t>CCA-treated timber</a:t>
            </a:r>
          </a:p>
        </p:txBody>
      </p:sp>
      <p:pic>
        <p:nvPicPr>
          <p:cNvPr id="20" name="Picture 19">
            <a:extLst>
              <a:ext uri="{FF2B5EF4-FFF2-40B4-BE49-F238E27FC236}">
                <a16:creationId xmlns:a16="http://schemas.microsoft.com/office/drawing/2014/main" id="{0D1D694D-99B0-6B5F-51B2-06A429FB7B7C}"/>
              </a:ext>
            </a:extLst>
          </p:cNvPr>
          <p:cNvPicPr>
            <a:picLocks noChangeAspect="1"/>
          </p:cNvPicPr>
          <p:nvPr/>
        </p:nvPicPr>
        <p:blipFill>
          <a:blip r:embed="rId5"/>
          <a:stretch>
            <a:fillRect/>
          </a:stretch>
        </p:blipFill>
        <p:spPr>
          <a:xfrm>
            <a:off x="8146800" y="4357890"/>
            <a:ext cx="3485092" cy="1529108"/>
          </a:xfrm>
          <a:prstGeom prst="rect">
            <a:avLst/>
          </a:prstGeom>
        </p:spPr>
      </p:pic>
      <p:pic>
        <p:nvPicPr>
          <p:cNvPr id="23" name="Picture 22">
            <a:extLst>
              <a:ext uri="{FF2B5EF4-FFF2-40B4-BE49-F238E27FC236}">
                <a16:creationId xmlns:a16="http://schemas.microsoft.com/office/drawing/2014/main" id="{44AE30F9-F672-EF65-5756-CAA05C91FF51}"/>
              </a:ext>
            </a:extLst>
          </p:cNvPr>
          <p:cNvPicPr>
            <a:picLocks noChangeAspect="1"/>
          </p:cNvPicPr>
          <p:nvPr/>
        </p:nvPicPr>
        <p:blipFill>
          <a:blip r:embed="rId6"/>
          <a:stretch>
            <a:fillRect/>
          </a:stretch>
        </p:blipFill>
        <p:spPr>
          <a:xfrm>
            <a:off x="628745" y="3493940"/>
            <a:ext cx="3077429" cy="1727901"/>
          </a:xfrm>
          <a:prstGeom prst="rect">
            <a:avLst/>
          </a:prstGeom>
        </p:spPr>
      </p:pic>
      <p:pic>
        <p:nvPicPr>
          <p:cNvPr id="24" name="Picture 23">
            <a:extLst>
              <a:ext uri="{FF2B5EF4-FFF2-40B4-BE49-F238E27FC236}">
                <a16:creationId xmlns:a16="http://schemas.microsoft.com/office/drawing/2014/main" id="{B8C3D34B-B3C1-80F4-9DA2-7F6E09E71005}"/>
              </a:ext>
            </a:extLst>
          </p:cNvPr>
          <p:cNvPicPr>
            <a:picLocks noChangeAspect="1"/>
          </p:cNvPicPr>
          <p:nvPr/>
        </p:nvPicPr>
        <p:blipFill>
          <a:blip r:embed="rId7"/>
          <a:stretch>
            <a:fillRect/>
          </a:stretch>
        </p:blipFill>
        <p:spPr>
          <a:xfrm>
            <a:off x="692400" y="1692916"/>
            <a:ext cx="3001754" cy="1671145"/>
          </a:xfrm>
          <a:prstGeom prst="rect">
            <a:avLst/>
          </a:prstGeom>
        </p:spPr>
      </p:pic>
      <p:sp>
        <p:nvSpPr>
          <p:cNvPr id="25" name="TextBox 24">
            <a:extLst>
              <a:ext uri="{FF2B5EF4-FFF2-40B4-BE49-F238E27FC236}">
                <a16:creationId xmlns:a16="http://schemas.microsoft.com/office/drawing/2014/main" id="{9C685C19-261B-E7DC-9F42-ED5CCF707CD2}"/>
              </a:ext>
            </a:extLst>
          </p:cNvPr>
          <p:cNvSpPr txBox="1"/>
          <p:nvPr/>
        </p:nvSpPr>
        <p:spPr>
          <a:xfrm>
            <a:off x="616482" y="1275331"/>
            <a:ext cx="3352800" cy="369332"/>
          </a:xfrm>
          <a:prstGeom prst="rect">
            <a:avLst/>
          </a:prstGeom>
          <a:noFill/>
        </p:spPr>
        <p:txBody>
          <a:bodyPr wrap="square">
            <a:spAutoFit/>
          </a:bodyPr>
          <a:lstStyle/>
          <a:p>
            <a:pPr marL="285750" indent="-285750" algn="l">
              <a:buFont typeface="Arial" panose="020B0604020202020204" pitchFamily="34" charset="0"/>
              <a:buChar char="•"/>
            </a:pPr>
            <a:r>
              <a:rPr lang="en-US" dirty="0">
                <a:solidFill>
                  <a:srgbClr val="000000"/>
                </a:solidFill>
                <a:latin typeface="Calibri" panose="020F0502020204030204" pitchFamily="34" charset="0"/>
              </a:rPr>
              <a:t>Asbestos</a:t>
            </a:r>
            <a:endParaRPr lang="en-AU" sz="1800" b="0" i="0" u="none" strike="noStrike" baseline="0" dirty="0">
              <a:solidFill>
                <a:srgbClr val="000000"/>
              </a:solidFill>
              <a:latin typeface="Calibri" panose="020F0502020204030204" pitchFamily="34" charset="0"/>
            </a:endParaRPr>
          </a:p>
        </p:txBody>
      </p:sp>
      <p:sp>
        <p:nvSpPr>
          <p:cNvPr id="6" name="TextBox 5">
            <a:extLst>
              <a:ext uri="{FF2B5EF4-FFF2-40B4-BE49-F238E27FC236}">
                <a16:creationId xmlns:a16="http://schemas.microsoft.com/office/drawing/2014/main" id="{39B53DA2-36AC-E624-50DD-7EE6EC9256D2}"/>
              </a:ext>
            </a:extLst>
          </p:cNvPr>
          <p:cNvSpPr txBox="1"/>
          <p:nvPr/>
        </p:nvSpPr>
        <p:spPr>
          <a:xfrm>
            <a:off x="8146800" y="738694"/>
            <a:ext cx="3485092" cy="369332"/>
          </a:xfrm>
          <a:prstGeom prst="rect">
            <a:avLst/>
          </a:prstGeom>
          <a:noFill/>
        </p:spPr>
        <p:txBody>
          <a:bodyPr wrap="square">
            <a:spAutoFit/>
          </a:bodyPr>
          <a:lstStyle/>
          <a:p>
            <a:r>
              <a:rPr lang="en-AU" dirty="0"/>
              <a:t>Source: Newcastle Herald 2018</a:t>
            </a:r>
          </a:p>
        </p:txBody>
      </p:sp>
    </p:spTree>
    <p:extLst>
      <p:ext uri="{BB962C8B-B14F-4D97-AF65-F5344CB8AC3E}">
        <p14:creationId xmlns:p14="http://schemas.microsoft.com/office/powerpoint/2010/main" val="27995882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2AC83-4125-E07C-EB96-C57EFD95038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9F7A511-6C93-0585-F0C6-75AA5F6D27CE}"/>
              </a:ext>
            </a:extLst>
          </p:cNvPr>
          <p:cNvSpPr>
            <a:spLocks noGrp="1"/>
          </p:cNvSpPr>
          <p:nvPr>
            <p:ph type="body" sz="half" idx="2"/>
          </p:nvPr>
        </p:nvSpPr>
        <p:spPr>
          <a:xfrm>
            <a:off x="358243" y="1464476"/>
            <a:ext cx="11456485" cy="4437560"/>
          </a:xfrm>
        </p:spPr>
        <p:txBody>
          <a:bodyPr/>
          <a:lstStyle/>
          <a:p>
            <a:r>
              <a:rPr lang="en-US" b="1" dirty="0"/>
              <a:t>Section 28 &amp; Building Code of Australia</a:t>
            </a:r>
          </a:p>
          <a:p>
            <a:pPr marL="342900" indent="-342900">
              <a:buFont typeface="Arial" panose="020B0604020202020204" pitchFamily="34" charset="0"/>
              <a:buChar char="•"/>
            </a:pPr>
            <a:r>
              <a:rPr lang="en-US" dirty="0"/>
              <a:t>The focus of Section 28 is design of a building or structure which is intended to be used as a workplace. It requires consideration of a broad range of occupational health and safety matters which may impact on the people who use it as a workplace. This may include consideration of work tasks likely to be carried out at the workplace because of the intended use of the building.</a:t>
            </a:r>
            <a:endParaRPr lang="en-AU" dirty="0"/>
          </a:p>
        </p:txBody>
      </p:sp>
      <p:sp>
        <p:nvSpPr>
          <p:cNvPr id="5" name="Title 1">
            <a:extLst>
              <a:ext uri="{FF2B5EF4-FFF2-40B4-BE49-F238E27FC236}">
                <a16:creationId xmlns:a16="http://schemas.microsoft.com/office/drawing/2014/main" id="{CF518974-311F-6794-408F-736BE1CDDCFC}"/>
              </a:ext>
            </a:extLst>
          </p:cNvPr>
          <p:cNvSpPr txBox="1">
            <a:spLocks/>
          </p:cNvSpPr>
          <p:nvPr/>
        </p:nvSpPr>
        <p:spPr>
          <a:xfrm>
            <a:off x="358244" y="310620"/>
            <a:ext cx="8536374"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Key OHS Regulations and Standards</a:t>
            </a:r>
          </a:p>
        </p:txBody>
      </p:sp>
    </p:spTree>
    <p:extLst>
      <p:ext uri="{BB962C8B-B14F-4D97-AF65-F5344CB8AC3E}">
        <p14:creationId xmlns:p14="http://schemas.microsoft.com/office/powerpoint/2010/main" val="19623906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5B286-89E2-5195-B1B8-8736C7F3AA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72E236-87FD-C567-FCC1-E25205E56818}"/>
              </a:ext>
            </a:extLst>
          </p:cNvPr>
          <p:cNvSpPr>
            <a:spLocks noGrp="1"/>
          </p:cNvSpPr>
          <p:nvPr>
            <p:ph type="title"/>
          </p:nvPr>
        </p:nvSpPr>
        <p:spPr>
          <a:xfrm>
            <a:off x="685607" y="2734592"/>
            <a:ext cx="8140089" cy="1553829"/>
          </a:xfrm>
        </p:spPr>
        <p:txBody>
          <a:bodyPr/>
          <a:lstStyle/>
          <a:p>
            <a:r>
              <a:rPr lang="en-US" sz="2800" dirty="0"/>
              <a:t>Activity 3: Identify a building in Australia that unsuccessfully integrated OHS</a:t>
            </a:r>
            <a:endParaRPr lang="en-AU" sz="2800" dirty="0"/>
          </a:p>
        </p:txBody>
      </p:sp>
    </p:spTree>
    <p:extLst>
      <p:ext uri="{BB962C8B-B14F-4D97-AF65-F5344CB8AC3E}">
        <p14:creationId xmlns:p14="http://schemas.microsoft.com/office/powerpoint/2010/main" val="18017608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6A1B1-954B-4284-B303-5ABCDC53167A}"/>
              </a:ext>
            </a:extLst>
          </p:cNvPr>
          <p:cNvSpPr>
            <a:spLocks noGrp="1"/>
          </p:cNvSpPr>
          <p:nvPr>
            <p:ph type="ctrTitle"/>
          </p:nvPr>
        </p:nvSpPr>
        <p:spPr>
          <a:xfrm>
            <a:off x="325148" y="3119471"/>
            <a:ext cx="8992471" cy="810133"/>
          </a:xfrm>
        </p:spPr>
        <p:txBody>
          <a:bodyPr/>
          <a:lstStyle/>
          <a:p>
            <a:r>
              <a:rPr lang="en-AU" sz="4000" dirty="0"/>
              <a:t>Session 1: Design Principles</a:t>
            </a:r>
          </a:p>
        </p:txBody>
      </p:sp>
    </p:spTree>
    <p:extLst>
      <p:ext uri="{BB962C8B-B14F-4D97-AF65-F5344CB8AC3E}">
        <p14:creationId xmlns:p14="http://schemas.microsoft.com/office/powerpoint/2010/main" val="33782891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DCBB3-806C-95AA-2DFB-FFDDA03F0A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2D482F-B2E6-95C9-26B4-A2461EBDEBEA}"/>
              </a:ext>
            </a:extLst>
          </p:cNvPr>
          <p:cNvSpPr>
            <a:spLocks noGrp="1"/>
          </p:cNvSpPr>
          <p:nvPr>
            <p:ph type="title"/>
          </p:nvPr>
        </p:nvSpPr>
        <p:spPr>
          <a:xfrm>
            <a:off x="685607" y="2734592"/>
            <a:ext cx="8140089" cy="387798"/>
          </a:xfrm>
        </p:spPr>
        <p:txBody>
          <a:bodyPr/>
          <a:lstStyle/>
          <a:p>
            <a:r>
              <a:rPr lang="en-US" sz="2800" dirty="0"/>
              <a:t>Activity 4: What is architecture? </a:t>
            </a:r>
            <a:endParaRPr lang="en-AU" sz="2800" dirty="0"/>
          </a:p>
        </p:txBody>
      </p:sp>
    </p:spTree>
    <p:extLst>
      <p:ext uri="{BB962C8B-B14F-4D97-AF65-F5344CB8AC3E}">
        <p14:creationId xmlns:p14="http://schemas.microsoft.com/office/powerpoint/2010/main" val="17512774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0CB88-5ED2-7503-FE2A-5A0598F376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68B3D5-3523-47F3-69E3-30877FEA1299}"/>
              </a:ext>
            </a:extLst>
          </p:cNvPr>
          <p:cNvSpPr>
            <a:spLocks noGrp="1"/>
          </p:cNvSpPr>
          <p:nvPr>
            <p:ph type="title"/>
          </p:nvPr>
        </p:nvSpPr>
        <p:spPr/>
        <p:txBody>
          <a:bodyPr/>
          <a:lstStyle/>
          <a:p>
            <a:r>
              <a:rPr lang="en-AU" dirty="0"/>
              <a:t>Architectural Systems</a:t>
            </a:r>
          </a:p>
        </p:txBody>
      </p:sp>
      <p:pic>
        <p:nvPicPr>
          <p:cNvPr id="5" name="Picture 4">
            <a:extLst>
              <a:ext uri="{FF2B5EF4-FFF2-40B4-BE49-F238E27FC236}">
                <a16:creationId xmlns:a16="http://schemas.microsoft.com/office/drawing/2014/main" id="{3C30485B-0288-3CDE-5BB9-607914904BE7}"/>
              </a:ext>
            </a:extLst>
          </p:cNvPr>
          <p:cNvPicPr>
            <a:picLocks noChangeAspect="1"/>
          </p:cNvPicPr>
          <p:nvPr/>
        </p:nvPicPr>
        <p:blipFill>
          <a:blip r:embed="rId2"/>
          <a:stretch>
            <a:fillRect/>
          </a:stretch>
        </p:blipFill>
        <p:spPr>
          <a:xfrm>
            <a:off x="295276" y="1254190"/>
            <a:ext cx="5179550" cy="4932904"/>
          </a:xfrm>
          <a:prstGeom prst="rect">
            <a:avLst/>
          </a:prstGeom>
        </p:spPr>
      </p:pic>
      <p:pic>
        <p:nvPicPr>
          <p:cNvPr id="7" name="Picture 6">
            <a:extLst>
              <a:ext uri="{FF2B5EF4-FFF2-40B4-BE49-F238E27FC236}">
                <a16:creationId xmlns:a16="http://schemas.microsoft.com/office/drawing/2014/main" id="{24DCCE14-5127-C2E7-C485-EFD438DE2A69}"/>
              </a:ext>
            </a:extLst>
          </p:cNvPr>
          <p:cNvPicPr>
            <a:picLocks noChangeAspect="1"/>
          </p:cNvPicPr>
          <p:nvPr/>
        </p:nvPicPr>
        <p:blipFill>
          <a:blip r:embed="rId3"/>
          <a:stretch>
            <a:fillRect/>
          </a:stretch>
        </p:blipFill>
        <p:spPr>
          <a:xfrm>
            <a:off x="6096000" y="1157851"/>
            <a:ext cx="5299276" cy="5014144"/>
          </a:xfrm>
          <a:prstGeom prst="rect">
            <a:avLst/>
          </a:prstGeom>
        </p:spPr>
      </p:pic>
      <p:sp>
        <p:nvSpPr>
          <p:cNvPr id="4" name="TextBox 3">
            <a:extLst>
              <a:ext uri="{FF2B5EF4-FFF2-40B4-BE49-F238E27FC236}">
                <a16:creationId xmlns:a16="http://schemas.microsoft.com/office/drawing/2014/main" id="{927A3BE5-3A4A-FEBA-9434-43480FD5ADDE}"/>
              </a:ext>
            </a:extLst>
          </p:cNvPr>
          <p:cNvSpPr txBox="1"/>
          <p:nvPr/>
        </p:nvSpPr>
        <p:spPr>
          <a:xfrm>
            <a:off x="6267691" y="882113"/>
            <a:ext cx="5454843" cy="276999"/>
          </a:xfrm>
          <a:prstGeom prst="rect">
            <a:avLst/>
          </a:prstGeom>
          <a:noFill/>
        </p:spPr>
        <p:txBody>
          <a:bodyPr wrap="square">
            <a:spAutoFit/>
          </a:bodyPr>
          <a:lstStyle/>
          <a:p>
            <a:r>
              <a:rPr lang="en-AU" sz="1200" dirty="0"/>
              <a:t>Source: Architecture Form, Space and Order by Francis D.K. Ching</a:t>
            </a:r>
          </a:p>
        </p:txBody>
      </p:sp>
    </p:spTree>
    <p:extLst>
      <p:ext uri="{BB962C8B-B14F-4D97-AF65-F5344CB8AC3E}">
        <p14:creationId xmlns:p14="http://schemas.microsoft.com/office/powerpoint/2010/main" val="24138742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3CE34-627C-5C03-FC69-0880158BD7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7FAF94-717F-5121-81ED-7E1113A11B43}"/>
              </a:ext>
            </a:extLst>
          </p:cNvPr>
          <p:cNvSpPr>
            <a:spLocks noGrp="1"/>
          </p:cNvSpPr>
          <p:nvPr>
            <p:ph type="title"/>
          </p:nvPr>
        </p:nvSpPr>
        <p:spPr/>
        <p:txBody>
          <a:bodyPr vert="horz" lIns="91440" tIns="45720" rIns="91440" bIns="45720" rtlCol="0" anchor="ctr">
            <a:normAutofit fontScale="90000"/>
          </a:bodyPr>
          <a:lstStyle/>
          <a:p>
            <a:r>
              <a:rPr lang="en-US" sz="5200" kern="1200" dirty="0">
                <a:solidFill>
                  <a:schemeClr val="tx1"/>
                </a:solidFill>
                <a:latin typeface="+mj-lt"/>
                <a:ea typeface="+mj-ea"/>
                <a:cs typeface="+mj-cs"/>
              </a:rPr>
              <a:t>Architectural Systems</a:t>
            </a:r>
          </a:p>
        </p:txBody>
      </p:sp>
      <p:pic>
        <p:nvPicPr>
          <p:cNvPr id="8" name="Picture 7" descr="A diagram of a building&#10;&#10;Description automatically generated">
            <a:extLst>
              <a:ext uri="{FF2B5EF4-FFF2-40B4-BE49-F238E27FC236}">
                <a16:creationId xmlns:a16="http://schemas.microsoft.com/office/drawing/2014/main" id="{FC7C874F-D240-7D54-14DB-A1C546C97912}"/>
              </a:ext>
            </a:extLst>
          </p:cNvPr>
          <p:cNvPicPr>
            <a:picLocks noChangeAspect="1"/>
          </p:cNvPicPr>
          <p:nvPr/>
        </p:nvPicPr>
        <p:blipFill>
          <a:blip r:embed="rId2"/>
          <a:stretch>
            <a:fillRect/>
          </a:stretch>
        </p:blipFill>
        <p:spPr>
          <a:xfrm>
            <a:off x="5450589" y="1382340"/>
            <a:ext cx="4005928" cy="4783199"/>
          </a:xfrm>
          <a:prstGeom prst="rect">
            <a:avLst/>
          </a:prstGeom>
        </p:spPr>
      </p:pic>
      <p:pic>
        <p:nvPicPr>
          <p:cNvPr id="4" name="Picture 3" descr="A diagram of a building&#10;&#10;Description automatically generated">
            <a:extLst>
              <a:ext uri="{FF2B5EF4-FFF2-40B4-BE49-F238E27FC236}">
                <a16:creationId xmlns:a16="http://schemas.microsoft.com/office/drawing/2014/main" id="{3B8EE24C-F226-C165-D313-AFCFEF5B59C2}"/>
              </a:ext>
            </a:extLst>
          </p:cNvPr>
          <p:cNvPicPr>
            <a:picLocks noChangeAspect="1"/>
          </p:cNvPicPr>
          <p:nvPr/>
        </p:nvPicPr>
        <p:blipFill>
          <a:blip r:embed="rId3"/>
          <a:stretch>
            <a:fillRect/>
          </a:stretch>
        </p:blipFill>
        <p:spPr>
          <a:xfrm>
            <a:off x="552641" y="1382340"/>
            <a:ext cx="4409039" cy="4766529"/>
          </a:xfrm>
          <a:prstGeom prst="rect">
            <a:avLst/>
          </a:prstGeom>
        </p:spPr>
      </p:pic>
      <p:sp>
        <p:nvSpPr>
          <p:cNvPr id="3" name="TextBox 2">
            <a:extLst>
              <a:ext uri="{FF2B5EF4-FFF2-40B4-BE49-F238E27FC236}">
                <a16:creationId xmlns:a16="http://schemas.microsoft.com/office/drawing/2014/main" id="{4592A4DF-F0E2-4A91-A4F1-DD949E19E1B0}"/>
              </a:ext>
            </a:extLst>
          </p:cNvPr>
          <p:cNvSpPr txBox="1"/>
          <p:nvPr/>
        </p:nvSpPr>
        <p:spPr>
          <a:xfrm>
            <a:off x="6690168" y="951100"/>
            <a:ext cx="5038154" cy="276999"/>
          </a:xfrm>
          <a:prstGeom prst="rect">
            <a:avLst/>
          </a:prstGeom>
          <a:noFill/>
        </p:spPr>
        <p:txBody>
          <a:bodyPr wrap="square">
            <a:spAutoFit/>
          </a:bodyPr>
          <a:lstStyle/>
          <a:p>
            <a:r>
              <a:rPr lang="en-AU" sz="1200" dirty="0"/>
              <a:t>Source: Architecture Form, Space and Order by Francis D.K. Ching</a:t>
            </a:r>
          </a:p>
        </p:txBody>
      </p:sp>
    </p:spTree>
    <p:extLst>
      <p:ext uri="{BB962C8B-B14F-4D97-AF65-F5344CB8AC3E}">
        <p14:creationId xmlns:p14="http://schemas.microsoft.com/office/powerpoint/2010/main" val="3328461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525F0-CFE0-159C-F76C-8A0DE2D22F70}"/>
              </a:ext>
            </a:extLst>
          </p:cNvPr>
          <p:cNvSpPr>
            <a:spLocks noGrp="1"/>
          </p:cNvSpPr>
          <p:nvPr>
            <p:ph type="title"/>
          </p:nvPr>
        </p:nvSpPr>
        <p:spPr/>
        <p:txBody>
          <a:bodyPr/>
          <a:lstStyle/>
          <a:p>
            <a:r>
              <a:rPr lang="en-AU" dirty="0"/>
              <a:t>Primary Elements - Line</a:t>
            </a:r>
          </a:p>
        </p:txBody>
      </p:sp>
      <p:pic>
        <p:nvPicPr>
          <p:cNvPr id="5" name="Picture 4">
            <a:extLst>
              <a:ext uri="{FF2B5EF4-FFF2-40B4-BE49-F238E27FC236}">
                <a16:creationId xmlns:a16="http://schemas.microsoft.com/office/drawing/2014/main" id="{996B89C6-E5BC-1188-39AF-6E1CDBD9893E}"/>
              </a:ext>
            </a:extLst>
          </p:cNvPr>
          <p:cNvPicPr>
            <a:picLocks noChangeAspect="1"/>
          </p:cNvPicPr>
          <p:nvPr/>
        </p:nvPicPr>
        <p:blipFill>
          <a:blip r:embed="rId2"/>
          <a:stretch>
            <a:fillRect/>
          </a:stretch>
        </p:blipFill>
        <p:spPr>
          <a:xfrm>
            <a:off x="807817" y="987282"/>
            <a:ext cx="5143500" cy="4883435"/>
          </a:xfrm>
          <a:prstGeom prst="rect">
            <a:avLst/>
          </a:prstGeom>
        </p:spPr>
      </p:pic>
      <p:pic>
        <p:nvPicPr>
          <p:cNvPr id="7" name="Picture 6">
            <a:extLst>
              <a:ext uri="{FF2B5EF4-FFF2-40B4-BE49-F238E27FC236}">
                <a16:creationId xmlns:a16="http://schemas.microsoft.com/office/drawing/2014/main" id="{120FB72B-E024-53E1-D4EB-D27CB513CDEA}"/>
              </a:ext>
            </a:extLst>
          </p:cNvPr>
          <p:cNvPicPr>
            <a:picLocks noChangeAspect="1"/>
          </p:cNvPicPr>
          <p:nvPr/>
        </p:nvPicPr>
        <p:blipFill>
          <a:blip r:embed="rId3"/>
          <a:stretch>
            <a:fillRect/>
          </a:stretch>
        </p:blipFill>
        <p:spPr>
          <a:xfrm>
            <a:off x="6494585" y="0"/>
            <a:ext cx="5125269" cy="6169306"/>
          </a:xfrm>
          <a:prstGeom prst="rect">
            <a:avLst/>
          </a:prstGeom>
        </p:spPr>
      </p:pic>
      <p:sp>
        <p:nvSpPr>
          <p:cNvPr id="3" name="TextBox 2">
            <a:extLst>
              <a:ext uri="{FF2B5EF4-FFF2-40B4-BE49-F238E27FC236}">
                <a16:creationId xmlns:a16="http://schemas.microsoft.com/office/drawing/2014/main" id="{C93D12E7-E666-5502-BBA4-FC246375DFE3}"/>
              </a:ext>
            </a:extLst>
          </p:cNvPr>
          <p:cNvSpPr txBox="1"/>
          <p:nvPr/>
        </p:nvSpPr>
        <p:spPr>
          <a:xfrm>
            <a:off x="131553" y="6581001"/>
            <a:ext cx="4561217" cy="276999"/>
          </a:xfrm>
          <a:prstGeom prst="rect">
            <a:avLst/>
          </a:prstGeom>
          <a:noFill/>
        </p:spPr>
        <p:txBody>
          <a:bodyPr wrap="square">
            <a:spAutoFit/>
          </a:bodyPr>
          <a:lstStyle/>
          <a:p>
            <a:r>
              <a:rPr lang="en-AU" sz="1200" dirty="0"/>
              <a:t>Source: Architecture Form, Space and Order by Francis D.K. Ching</a:t>
            </a:r>
          </a:p>
        </p:txBody>
      </p:sp>
    </p:spTree>
    <p:extLst>
      <p:ext uri="{BB962C8B-B14F-4D97-AF65-F5344CB8AC3E}">
        <p14:creationId xmlns:p14="http://schemas.microsoft.com/office/powerpoint/2010/main" val="37926049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F31AF-873E-30A8-2D4D-A6CDBDD85D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B2FAA9-43E1-4028-2D3C-101C97C9B2ED}"/>
              </a:ext>
            </a:extLst>
          </p:cNvPr>
          <p:cNvSpPr>
            <a:spLocks noGrp="1"/>
          </p:cNvSpPr>
          <p:nvPr>
            <p:ph type="title"/>
          </p:nvPr>
        </p:nvSpPr>
        <p:spPr/>
        <p:txBody>
          <a:bodyPr/>
          <a:lstStyle/>
          <a:p>
            <a:r>
              <a:rPr lang="en-AU" dirty="0"/>
              <a:t>Primary Elements - Line</a:t>
            </a:r>
          </a:p>
        </p:txBody>
      </p:sp>
      <p:pic>
        <p:nvPicPr>
          <p:cNvPr id="4" name="Picture 3">
            <a:extLst>
              <a:ext uri="{FF2B5EF4-FFF2-40B4-BE49-F238E27FC236}">
                <a16:creationId xmlns:a16="http://schemas.microsoft.com/office/drawing/2014/main" id="{07C1F3E3-EBD1-8C6D-9015-7DC2B076F409}"/>
              </a:ext>
            </a:extLst>
          </p:cNvPr>
          <p:cNvPicPr>
            <a:picLocks noChangeAspect="1"/>
          </p:cNvPicPr>
          <p:nvPr/>
        </p:nvPicPr>
        <p:blipFill>
          <a:blip r:embed="rId2"/>
          <a:stretch>
            <a:fillRect/>
          </a:stretch>
        </p:blipFill>
        <p:spPr>
          <a:xfrm>
            <a:off x="5627784" y="893010"/>
            <a:ext cx="4193316" cy="5266458"/>
          </a:xfrm>
          <a:prstGeom prst="rect">
            <a:avLst/>
          </a:prstGeom>
        </p:spPr>
      </p:pic>
      <p:pic>
        <p:nvPicPr>
          <p:cNvPr id="8" name="Picture 7">
            <a:extLst>
              <a:ext uri="{FF2B5EF4-FFF2-40B4-BE49-F238E27FC236}">
                <a16:creationId xmlns:a16="http://schemas.microsoft.com/office/drawing/2014/main" id="{4431036F-BA97-05DE-3AAB-46937621DC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587" y="2029441"/>
            <a:ext cx="4978377" cy="3091834"/>
          </a:xfrm>
          <a:prstGeom prst="rect">
            <a:avLst/>
          </a:prstGeom>
        </p:spPr>
      </p:pic>
      <p:pic>
        <p:nvPicPr>
          <p:cNvPr id="10" name="Picture 9">
            <a:extLst>
              <a:ext uri="{FF2B5EF4-FFF2-40B4-BE49-F238E27FC236}">
                <a16:creationId xmlns:a16="http://schemas.microsoft.com/office/drawing/2014/main" id="{62917815-E59B-18B4-E6DD-5A1FE40C77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75920" y="2029441"/>
            <a:ext cx="1636263" cy="3091834"/>
          </a:xfrm>
          <a:prstGeom prst="rect">
            <a:avLst/>
          </a:prstGeom>
        </p:spPr>
      </p:pic>
      <p:sp>
        <p:nvSpPr>
          <p:cNvPr id="3" name="TextBox 2">
            <a:extLst>
              <a:ext uri="{FF2B5EF4-FFF2-40B4-BE49-F238E27FC236}">
                <a16:creationId xmlns:a16="http://schemas.microsoft.com/office/drawing/2014/main" id="{41C82110-2CBD-ABCC-F006-018C1010B676}"/>
              </a:ext>
            </a:extLst>
          </p:cNvPr>
          <p:cNvSpPr txBox="1"/>
          <p:nvPr/>
        </p:nvSpPr>
        <p:spPr>
          <a:xfrm>
            <a:off x="304081" y="5555722"/>
            <a:ext cx="4852441" cy="276999"/>
          </a:xfrm>
          <a:prstGeom prst="rect">
            <a:avLst/>
          </a:prstGeom>
          <a:noFill/>
        </p:spPr>
        <p:txBody>
          <a:bodyPr wrap="square">
            <a:spAutoFit/>
          </a:bodyPr>
          <a:lstStyle/>
          <a:p>
            <a:r>
              <a:rPr lang="en-AU" sz="1200" dirty="0"/>
              <a:t>Source: Architecture Form, Space and Order by Francis D.K. Ching</a:t>
            </a:r>
          </a:p>
        </p:txBody>
      </p:sp>
    </p:spTree>
    <p:extLst>
      <p:ext uri="{BB962C8B-B14F-4D97-AF65-F5344CB8AC3E}">
        <p14:creationId xmlns:p14="http://schemas.microsoft.com/office/powerpoint/2010/main" val="10251523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89B90-5F59-56DC-92BE-8CD16A6A3C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98124C-5CE9-1E70-4F3C-D956E72E54EE}"/>
              </a:ext>
            </a:extLst>
          </p:cNvPr>
          <p:cNvSpPr>
            <a:spLocks noGrp="1"/>
          </p:cNvSpPr>
          <p:nvPr>
            <p:ph type="title"/>
          </p:nvPr>
        </p:nvSpPr>
        <p:spPr/>
        <p:txBody>
          <a:bodyPr/>
          <a:lstStyle/>
          <a:p>
            <a:r>
              <a:rPr lang="en-AU" dirty="0"/>
              <a:t>Primary Elements - Plane</a:t>
            </a:r>
          </a:p>
        </p:txBody>
      </p:sp>
      <p:pic>
        <p:nvPicPr>
          <p:cNvPr id="5" name="Picture 4">
            <a:extLst>
              <a:ext uri="{FF2B5EF4-FFF2-40B4-BE49-F238E27FC236}">
                <a16:creationId xmlns:a16="http://schemas.microsoft.com/office/drawing/2014/main" id="{B59B03A9-4070-BC21-2C18-D4FB73749CF0}"/>
              </a:ext>
            </a:extLst>
          </p:cNvPr>
          <p:cNvPicPr>
            <a:picLocks noChangeAspect="1"/>
          </p:cNvPicPr>
          <p:nvPr/>
        </p:nvPicPr>
        <p:blipFill>
          <a:blip r:embed="rId2"/>
          <a:stretch>
            <a:fillRect/>
          </a:stretch>
        </p:blipFill>
        <p:spPr>
          <a:xfrm>
            <a:off x="240580" y="1109726"/>
            <a:ext cx="3962965" cy="4877927"/>
          </a:xfrm>
          <a:prstGeom prst="rect">
            <a:avLst/>
          </a:prstGeom>
        </p:spPr>
      </p:pic>
      <p:pic>
        <p:nvPicPr>
          <p:cNvPr id="7" name="Picture 6">
            <a:extLst>
              <a:ext uri="{FF2B5EF4-FFF2-40B4-BE49-F238E27FC236}">
                <a16:creationId xmlns:a16="http://schemas.microsoft.com/office/drawing/2014/main" id="{757C5839-07CC-C339-D625-830199B744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7311" y="1857909"/>
            <a:ext cx="4631779" cy="2174677"/>
          </a:xfrm>
          <a:prstGeom prst="rect">
            <a:avLst/>
          </a:prstGeom>
        </p:spPr>
      </p:pic>
      <p:pic>
        <p:nvPicPr>
          <p:cNvPr id="11" name="Picture 10">
            <a:extLst>
              <a:ext uri="{FF2B5EF4-FFF2-40B4-BE49-F238E27FC236}">
                <a16:creationId xmlns:a16="http://schemas.microsoft.com/office/drawing/2014/main" id="{6073692C-7647-6F0C-087C-2F13B9048F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61935" y="1841222"/>
            <a:ext cx="2553146" cy="3175555"/>
          </a:xfrm>
          <a:prstGeom prst="rect">
            <a:avLst/>
          </a:prstGeom>
        </p:spPr>
      </p:pic>
      <p:sp>
        <p:nvSpPr>
          <p:cNvPr id="3" name="TextBox 2">
            <a:extLst>
              <a:ext uri="{FF2B5EF4-FFF2-40B4-BE49-F238E27FC236}">
                <a16:creationId xmlns:a16="http://schemas.microsoft.com/office/drawing/2014/main" id="{46808BE0-8ADD-D3D5-0C93-619924A0E459}"/>
              </a:ext>
            </a:extLst>
          </p:cNvPr>
          <p:cNvSpPr txBox="1"/>
          <p:nvPr/>
        </p:nvSpPr>
        <p:spPr>
          <a:xfrm>
            <a:off x="5131818" y="5410358"/>
            <a:ext cx="5272842" cy="276999"/>
          </a:xfrm>
          <a:prstGeom prst="rect">
            <a:avLst/>
          </a:prstGeom>
          <a:noFill/>
        </p:spPr>
        <p:txBody>
          <a:bodyPr wrap="square">
            <a:spAutoFit/>
          </a:bodyPr>
          <a:lstStyle/>
          <a:p>
            <a:r>
              <a:rPr lang="en-AU" sz="1200" dirty="0"/>
              <a:t>Source: Architecture Form, Space and Order by Francis D.K. Ching</a:t>
            </a:r>
          </a:p>
        </p:txBody>
      </p:sp>
    </p:spTree>
    <p:extLst>
      <p:ext uri="{BB962C8B-B14F-4D97-AF65-F5344CB8AC3E}">
        <p14:creationId xmlns:p14="http://schemas.microsoft.com/office/powerpoint/2010/main" val="2692882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D030E-223B-B62A-A22D-BAEDF91DE4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CB6D04-88AA-C157-A50E-CE75AC104F09}"/>
              </a:ext>
            </a:extLst>
          </p:cNvPr>
          <p:cNvSpPr>
            <a:spLocks noGrp="1"/>
          </p:cNvSpPr>
          <p:nvPr>
            <p:ph type="title"/>
          </p:nvPr>
        </p:nvSpPr>
        <p:spPr/>
        <p:txBody>
          <a:bodyPr/>
          <a:lstStyle/>
          <a:p>
            <a:r>
              <a:rPr lang="en-AU" dirty="0"/>
              <a:t>Primary Elements -Volume</a:t>
            </a:r>
          </a:p>
        </p:txBody>
      </p:sp>
      <p:pic>
        <p:nvPicPr>
          <p:cNvPr id="4" name="Picture 3">
            <a:extLst>
              <a:ext uri="{FF2B5EF4-FFF2-40B4-BE49-F238E27FC236}">
                <a16:creationId xmlns:a16="http://schemas.microsoft.com/office/drawing/2014/main" id="{FE1C3BF3-2C6E-FB0B-D62F-8A28F3C02C01}"/>
              </a:ext>
            </a:extLst>
          </p:cNvPr>
          <p:cNvPicPr>
            <a:picLocks noChangeAspect="1"/>
          </p:cNvPicPr>
          <p:nvPr/>
        </p:nvPicPr>
        <p:blipFill>
          <a:blip r:embed="rId2"/>
          <a:stretch>
            <a:fillRect/>
          </a:stretch>
        </p:blipFill>
        <p:spPr>
          <a:xfrm>
            <a:off x="399737" y="1081099"/>
            <a:ext cx="4052669" cy="5055513"/>
          </a:xfrm>
          <a:prstGeom prst="rect">
            <a:avLst/>
          </a:prstGeom>
        </p:spPr>
      </p:pic>
      <p:pic>
        <p:nvPicPr>
          <p:cNvPr id="9" name="Picture 8">
            <a:extLst>
              <a:ext uri="{FF2B5EF4-FFF2-40B4-BE49-F238E27FC236}">
                <a16:creationId xmlns:a16="http://schemas.microsoft.com/office/drawing/2014/main" id="{C56022C7-C571-9ADF-8C67-D0D77C2A00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95310" y="3608855"/>
            <a:ext cx="4241467" cy="2466976"/>
          </a:xfrm>
          <a:prstGeom prst="rect">
            <a:avLst/>
          </a:prstGeom>
        </p:spPr>
      </p:pic>
      <p:pic>
        <p:nvPicPr>
          <p:cNvPr id="12" name="Picture 11">
            <a:extLst>
              <a:ext uri="{FF2B5EF4-FFF2-40B4-BE49-F238E27FC236}">
                <a16:creationId xmlns:a16="http://schemas.microsoft.com/office/drawing/2014/main" id="{0988AF9A-E598-47F6-1135-BC5711173C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41332" y="1330309"/>
            <a:ext cx="3216777" cy="2152316"/>
          </a:xfrm>
          <a:prstGeom prst="rect">
            <a:avLst/>
          </a:prstGeom>
        </p:spPr>
      </p:pic>
      <p:sp>
        <p:nvSpPr>
          <p:cNvPr id="3" name="TextBox 2">
            <a:extLst>
              <a:ext uri="{FF2B5EF4-FFF2-40B4-BE49-F238E27FC236}">
                <a16:creationId xmlns:a16="http://schemas.microsoft.com/office/drawing/2014/main" id="{11DF8250-88D4-BE25-4976-AFE9E0483FB2}"/>
              </a:ext>
            </a:extLst>
          </p:cNvPr>
          <p:cNvSpPr txBox="1"/>
          <p:nvPr/>
        </p:nvSpPr>
        <p:spPr>
          <a:xfrm>
            <a:off x="6320058" y="739983"/>
            <a:ext cx="5472205" cy="276999"/>
          </a:xfrm>
          <a:prstGeom prst="rect">
            <a:avLst/>
          </a:prstGeom>
          <a:noFill/>
        </p:spPr>
        <p:txBody>
          <a:bodyPr wrap="square">
            <a:spAutoFit/>
          </a:bodyPr>
          <a:lstStyle/>
          <a:p>
            <a:r>
              <a:rPr lang="en-AU" sz="1200" dirty="0"/>
              <a:t>Source: Architecture Form, Space and Order by Francis D.K. Ching</a:t>
            </a:r>
          </a:p>
        </p:txBody>
      </p:sp>
    </p:spTree>
    <p:extLst>
      <p:ext uri="{BB962C8B-B14F-4D97-AF65-F5344CB8AC3E}">
        <p14:creationId xmlns:p14="http://schemas.microsoft.com/office/powerpoint/2010/main" val="31552255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8B910-6670-A6BB-01FD-9358037F27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6CBC4D-F168-D718-3346-2F5FA5F83319}"/>
              </a:ext>
            </a:extLst>
          </p:cNvPr>
          <p:cNvSpPr>
            <a:spLocks noGrp="1"/>
          </p:cNvSpPr>
          <p:nvPr>
            <p:ph type="title"/>
          </p:nvPr>
        </p:nvSpPr>
        <p:spPr/>
        <p:txBody>
          <a:bodyPr/>
          <a:lstStyle/>
          <a:p>
            <a:r>
              <a:rPr lang="en-AU" dirty="0"/>
              <a:t>Form</a:t>
            </a:r>
          </a:p>
        </p:txBody>
      </p:sp>
      <p:pic>
        <p:nvPicPr>
          <p:cNvPr id="5" name="Content Placeholder 4">
            <a:extLst>
              <a:ext uri="{FF2B5EF4-FFF2-40B4-BE49-F238E27FC236}">
                <a16:creationId xmlns:a16="http://schemas.microsoft.com/office/drawing/2014/main" id="{6FF167BD-C72F-2B96-263D-667BFBD2B242}"/>
              </a:ext>
            </a:extLst>
          </p:cNvPr>
          <p:cNvPicPr>
            <a:picLocks noGrp="1" noChangeAspect="1"/>
          </p:cNvPicPr>
          <p:nvPr>
            <p:ph idx="4294967295"/>
          </p:nvPr>
        </p:nvPicPr>
        <p:blipFill>
          <a:blip r:embed="rId2"/>
          <a:stretch>
            <a:fillRect/>
          </a:stretch>
        </p:blipFill>
        <p:spPr>
          <a:xfrm>
            <a:off x="546859" y="833437"/>
            <a:ext cx="5661025" cy="5191125"/>
          </a:xfrm>
        </p:spPr>
      </p:pic>
      <p:pic>
        <p:nvPicPr>
          <p:cNvPr id="4" name="Picture 3">
            <a:extLst>
              <a:ext uri="{FF2B5EF4-FFF2-40B4-BE49-F238E27FC236}">
                <a16:creationId xmlns:a16="http://schemas.microsoft.com/office/drawing/2014/main" id="{D937BC44-307F-0D2D-A562-C34D6FBBE0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8353" y="1750397"/>
            <a:ext cx="5044977" cy="3357203"/>
          </a:xfrm>
          <a:prstGeom prst="rect">
            <a:avLst/>
          </a:prstGeom>
        </p:spPr>
      </p:pic>
      <p:sp>
        <p:nvSpPr>
          <p:cNvPr id="3" name="TextBox 2">
            <a:extLst>
              <a:ext uri="{FF2B5EF4-FFF2-40B4-BE49-F238E27FC236}">
                <a16:creationId xmlns:a16="http://schemas.microsoft.com/office/drawing/2014/main" id="{074C0AED-28CE-9F37-2613-92C8FA99F172}"/>
              </a:ext>
            </a:extLst>
          </p:cNvPr>
          <p:cNvSpPr txBox="1"/>
          <p:nvPr/>
        </p:nvSpPr>
        <p:spPr>
          <a:xfrm>
            <a:off x="6955872" y="510036"/>
            <a:ext cx="4801119" cy="276999"/>
          </a:xfrm>
          <a:prstGeom prst="rect">
            <a:avLst/>
          </a:prstGeom>
          <a:noFill/>
        </p:spPr>
        <p:txBody>
          <a:bodyPr wrap="square">
            <a:spAutoFit/>
          </a:bodyPr>
          <a:lstStyle/>
          <a:p>
            <a:r>
              <a:rPr lang="en-AU" sz="1200" dirty="0"/>
              <a:t>Source: Architecture Form, Space and Order by Francis D.K. Ching</a:t>
            </a:r>
          </a:p>
        </p:txBody>
      </p:sp>
    </p:spTree>
    <p:extLst>
      <p:ext uri="{BB962C8B-B14F-4D97-AF65-F5344CB8AC3E}">
        <p14:creationId xmlns:p14="http://schemas.microsoft.com/office/powerpoint/2010/main" val="30922975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7FD76-0C74-6031-132D-60C18E0C88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F78B7B-4268-6969-5540-F8BBC2F4E525}"/>
              </a:ext>
            </a:extLst>
          </p:cNvPr>
          <p:cNvSpPr>
            <a:spLocks noGrp="1"/>
          </p:cNvSpPr>
          <p:nvPr>
            <p:ph type="title"/>
          </p:nvPr>
        </p:nvSpPr>
        <p:spPr/>
        <p:txBody>
          <a:bodyPr/>
          <a:lstStyle/>
          <a:p>
            <a:r>
              <a:rPr lang="en-AU" dirty="0"/>
              <a:t>Form</a:t>
            </a:r>
          </a:p>
        </p:txBody>
      </p:sp>
      <p:pic>
        <p:nvPicPr>
          <p:cNvPr id="6" name="Picture 5">
            <a:extLst>
              <a:ext uri="{FF2B5EF4-FFF2-40B4-BE49-F238E27FC236}">
                <a16:creationId xmlns:a16="http://schemas.microsoft.com/office/drawing/2014/main" id="{992E9BFA-F1F7-9CC3-1B39-1C7B4CEC7E34}"/>
              </a:ext>
            </a:extLst>
          </p:cNvPr>
          <p:cNvPicPr>
            <a:picLocks noChangeAspect="1"/>
          </p:cNvPicPr>
          <p:nvPr/>
        </p:nvPicPr>
        <p:blipFill>
          <a:blip r:embed="rId2"/>
          <a:stretch>
            <a:fillRect/>
          </a:stretch>
        </p:blipFill>
        <p:spPr>
          <a:xfrm>
            <a:off x="625352" y="1027906"/>
            <a:ext cx="4560107" cy="5175100"/>
          </a:xfrm>
          <a:prstGeom prst="rect">
            <a:avLst/>
          </a:prstGeom>
        </p:spPr>
      </p:pic>
      <p:pic>
        <p:nvPicPr>
          <p:cNvPr id="8" name="Picture 7">
            <a:extLst>
              <a:ext uri="{FF2B5EF4-FFF2-40B4-BE49-F238E27FC236}">
                <a16:creationId xmlns:a16="http://schemas.microsoft.com/office/drawing/2014/main" id="{29DE9734-BA19-8E00-4580-97CB3425E787}"/>
              </a:ext>
            </a:extLst>
          </p:cNvPr>
          <p:cNvPicPr>
            <a:picLocks noChangeAspect="1"/>
          </p:cNvPicPr>
          <p:nvPr/>
        </p:nvPicPr>
        <p:blipFill>
          <a:blip r:embed="rId3"/>
          <a:stretch>
            <a:fillRect/>
          </a:stretch>
        </p:blipFill>
        <p:spPr>
          <a:xfrm>
            <a:off x="6541626" y="116364"/>
            <a:ext cx="4886425" cy="6004920"/>
          </a:xfrm>
          <a:prstGeom prst="rect">
            <a:avLst/>
          </a:prstGeom>
        </p:spPr>
      </p:pic>
      <p:sp>
        <p:nvSpPr>
          <p:cNvPr id="3" name="TextBox 2">
            <a:extLst>
              <a:ext uri="{FF2B5EF4-FFF2-40B4-BE49-F238E27FC236}">
                <a16:creationId xmlns:a16="http://schemas.microsoft.com/office/drawing/2014/main" id="{D0990477-0BF0-618B-8202-11FF1AAF83C9}"/>
              </a:ext>
            </a:extLst>
          </p:cNvPr>
          <p:cNvSpPr txBox="1"/>
          <p:nvPr/>
        </p:nvSpPr>
        <p:spPr>
          <a:xfrm>
            <a:off x="1679831" y="648535"/>
            <a:ext cx="5247617" cy="276999"/>
          </a:xfrm>
          <a:prstGeom prst="rect">
            <a:avLst/>
          </a:prstGeom>
          <a:noFill/>
        </p:spPr>
        <p:txBody>
          <a:bodyPr wrap="square">
            <a:spAutoFit/>
          </a:bodyPr>
          <a:lstStyle/>
          <a:p>
            <a:r>
              <a:rPr lang="en-AU" sz="1200" dirty="0"/>
              <a:t>Source: Architecture Form, Space and Order by Francis D.K. Ching</a:t>
            </a:r>
          </a:p>
        </p:txBody>
      </p:sp>
    </p:spTree>
    <p:extLst>
      <p:ext uri="{BB962C8B-B14F-4D97-AF65-F5344CB8AC3E}">
        <p14:creationId xmlns:p14="http://schemas.microsoft.com/office/powerpoint/2010/main" val="42668167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6001C-2248-9915-00C8-CE4A484336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4E9C19-316E-7291-5125-DD1BA8988DEA}"/>
              </a:ext>
            </a:extLst>
          </p:cNvPr>
          <p:cNvSpPr>
            <a:spLocks noGrp="1"/>
          </p:cNvSpPr>
          <p:nvPr>
            <p:ph type="title"/>
          </p:nvPr>
        </p:nvSpPr>
        <p:spPr/>
        <p:txBody>
          <a:bodyPr/>
          <a:lstStyle/>
          <a:p>
            <a:r>
              <a:rPr lang="en-AU" dirty="0"/>
              <a:t>Form – what principle was applied?</a:t>
            </a:r>
            <a:br>
              <a:rPr lang="en-AU" dirty="0"/>
            </a:br>
            <a:r>
              <a:rPr lang="en-AU" dirty="0"/>
              <a:t>Dimensional/substrative/additive</a:t>
            </a:r>
          </a:p>
        </p:txBody>
      </p:sp>
      <p:pic>
        <p:nvPicPr>
          <p:cNvPr id="4" name="Picture 3">
            <a:extLst>
              <a:ext uri="{FF2B5EF4-FFF2-40B4-BE49-F238E27FC236}">
                <a16:creationId xmlns:a16="http://schemas.microsoft.com/office/drawing/2014/main" id="{FF57BA84-95D1-1BAF-7CF8-61348E500A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3810" y="2069592"/>
            <a:ext cx="3131749" cy="2345789"/>
          </a:xfrm>
          <a:prstGeom prst="rect">
            <a:avLst/>
          </a:prstGeom>
        </p:spPr>
      </p:pic>
      <p:pic>
        <p:nvPicPr>
          <p:cNvPr id="7" name="Picture 6">
            <a:extLst>
              <a:ext uri="{FF2B5EF4-FFF2-40B4-BE49-F238E27FC236}">
                <a16:creationId xmlns:a16="http://schemas.microsoft.com/office/drawing/2014/main" id="{4D1A748D-F6A2-665E-1452-C6E9F063E8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5493" y="2069592"/>
            <a:ext cx="2768194" cy="2338285"/>
          </a:xfrm>
          <a:prstGeom prst="rect">
            <a:avLst/>
          </a:prstGeom>
        </p:spPr>
      </p:pic>
      <p:pic>
        <p:nvPicPr>
          <p:cNvPr id="10" name="Picture 9">
            <a:extLst>
              <a:ext uri="{FF2B5EF4-FFF2-40B4-BE49-F238E27FC236}">
                <a16:creationId xmlns:a16="http://schemas.microsoft.com/office/drawing/2014/main" id="{9A50B735-135D-A4C6-D92A-AFE260DD541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35682" y="2069592"/>
            <a:ext cx="4780825" cy="2338285"/>
          </a:xfrm>
          <a:prstGeom prst="rect">
            <a:avLst/>
          </a:prstGeom>
        </p:spPr>
      </p:pic>
    </p:spTree>
    <p:extLst>
      <p:ext uri="{BB962C8B-B14F-4D97-AF65-F5344CB8AC3E}">
        <p14:creationId xmlns:p14="http://schemas.microsoft.com/office/powerpoint/2010/main" val="1345628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7D23F-F07B-2123-1419-89CE09F86B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9DE60A-BB8E-6B06-E20F-3F6BC62CA3AC}"/>
              </a:ext>
            </a:extLst>
          </p:cNvPr>
          <p:cNvSpPr>
            <a:spLocks noGrp="1"/>
          </p:cNvSpPr>
          <p:nvPr>
            <p:ph type="title"/>
          </p:nvPr>
        </p:nvSpPr>
        <p:spPr/>
        <p:txBody>
          <a:bodyPr/>
          <a:lstStyle/>
          <a:p>
            <a:r>
              <a:rPr lang="en-AU" dirty="0"/>
              <a:t>Form and Space</a:t>
            </a:r>
          </a:p>
        </p:txBody>
      </p:sp>
      <p:pic>
        <p:nvPicPr>
          <p:cNvPr id="5" name="Content Placeholder 4">
            <a:extLst>
              <a:ext uri="{FF2B5EF4-FFF2-40B4-BE49-F238E27FC236}">
                <a16:creationId xmlns:a16="http://schemas.microsoft.com/office/drawing/2014/main" id="{FA776EB0-AECB-6285-E132-309F5B165117}"/>
              </a:ext>
            </a:extLst>
          </p:cNvPr>
          <p:cNvPicPr>
            <a:picLocks noGrp="1" noChangeAspect="1"/>
          </p:cNvPicPr>
          <p:nvPr>
            <p:ph idx="4294967295"/>
          </p:nvPr>
        </p:nvPicPr>
        <p:blipFill>
          <a:blip r:embed="rId2"/>
          <a:stretch>
            <a:fillRect/>
          </a:stretch>
        </p:blipFill>
        <p:spPr>
          <a:xfrm>
            <a:off x="163482" y="1570982"/>
            <a:ext cx="3635375" cy="4351338"/>
          </a:xfrm>
        </p:spPr>
      </p:pic>
      <p:pic>
        <p:nvPicPr>
          <p:cNvPr id="7" name="Picture 6">
            <a:extLst>
              <a:ext uri="{FF2B5EF4-FFF2-40B4-BE49-F238E27FC236}">
                <a16:creationId xmlns:a16="http://schemas.microsoft.com/office/drawing/2014/main" id="{6B3371CF-9EED-AA79-A544-3C21E60D2AE9}"/>
              </a:ext>
            </a:extLst>
          </p:cNvPr>
          <p:cNvPicPr>
            <a:picLocks noChangeAspect="1"/>
          </p:cNvPicPr>
          <p:nvPr/>
        </p:nvPicPr>
        <p:blipFill>
          <a:blip r:embed="rId3"/>
          <a:stretch>
            <a:fillRect/>
          </a:stretch>
        </p:blipFill>
        <p:spPr>
          <a:xfrm>
            <a:off x="3798857" y="1000765"/>
            <a:ext cx="4177968" cy="5164667"/>
          </a:xfrm>
          <a:prstGeom prst="rect">
            <a:avLst/>
          </a:prstGeom>
        </p:spPr>
      </p:pic>
      <p:pic>
        <p:nvPicPr>
          <p:cNvPr id="9" name="Picture 8">
            <a:extLst>
              <a:ext uri="{FF2B5EF4-FFF2-40B4-BE49-F238E27FC236}">
                <a16:creationId xmlns:a16="http://schemas.microsoft.com/office/drawing/2014/main" id="{26786249-B021-D9F5-2572-FEAE7F00E349}"/>
              </a:ext>
            </a:extLst>
          </p:cNvPr>
          <p:cNvPicPr>
            <a:picLocks noChangeAspect="1"/>
          </p:cNvPicPr>
          <p:nvPr/>
        </p:nvPicPr>
        <p:blipFill>
          <a:blip r:embed="rId4"/>
          <a:stretch>
            <a:fillRect/>
          </a:stretch>
        </p:blipFill>
        <p:spPr>
          <a:xfrm>
            <a:off x="7761257" y="1012296"/>
            <a:ext cx="4267261" cy="5164667"/>
          </a:xfrm>
          <a:prstGeom prst="rect">
            <a:avLst/>
          </a:prstGeom>
        </p:spPr>
      </p:pic>
      <p:sp>
        <p:nvSpPr>
          <p:cNvPr id="3" name="TextBox 2">
            <a:extLst>
              <a:ext uri="{FF2B5EF4-FFF2-40B4-BE49-F238E27FC236}">
                <a16:creationId xmlns:a16="http://schemas.microsoft.com/office/drawing/2014/main" id="{62F36BDF-D58E-9B99-9DE7-BE4998360072}"/>
              </a:ext>
            </a:extLst>
          </p:cNvPr>
          <p:cNvSpPr txBox="1"/>
          <p:nvPr/>
        </p:nvSpPr>
        <p:spPr>
          <a:xfrm>
            <a:off x="6719105" y="521567"/>
            <a:ext cx="5124964" cy="276999"/>
          </a:xfrm>
          <a:prstGeom prst="rect">
            <a:avLst/>
          </a:prstGeom>
          <a:noFill/>
        </p:spPr>
        <p:txBody>
          <a:bodyPr wrap="square">
            <a:spAutoFit/>
          </a:bodyPr>
          <a:lstStyle/>
          <a:p>
            <a:r>
              <a:rPr lang="en-AU" sz="1200" dirty="0"/>
              <a:t>Source: Architecture Form, Space and Order by Francis D.K. Ching</a:t>
            </a:r>
          </a:p>
        </p:txBody>
      </p:sp>
    </p:spTree>
    <p:extLst>
      <p:ext uri="{BB962C8B-B14F-4D97-AF65-F5344CB8AC3E}">
        <p14:creationId xmlns:p14="http://schemas.microsoft.com/office/powerpoint/2010/main" val="34733561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CE30D-9772-5997-61CA-F22D27D512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F80BAC-BF65-D3AB-0E6B-66E108BD0C18}"/>
              </a:ext>
            </a:extLst>
          </p:cNvPr>
          <p:cNvSpPr>
            <a:spLocks noGrp="1"/>
          </p:cNvSpPr>
          <p:nvPr>
            <p:ph type="title"/>
          </p:nvPr>
        </p:nvSpPr>
        <p:spPr/>
        <p:txBody>
          <a:bodyPr/>
          <a:lstStyle/>
          <a:p>
            <a:r>
              <a:rPr lang="en-AU" dirty="0"/>
              <a:t>Form and Space – what principle was applied ?</a:t>
            </a:r>
          </a:p>
        </p:txBody>
      </p:sp>
      <p:pic>
        <p:nvPicPr>
          <p:cNvPr id="15" name="Content Placeholder 14" descr="An aerial view of a building&#10;&#10;Description automatically generated">
            <a:extLst>
              <a:ext uri="{FF2B5EF4-FFF2-40B4-BE49-F238E27FC236}">
                <a16:creationId xmlns:a16="http://schemas.microsoft.com/office/drawing/2014/main" id="{B7783CB1-2199-3E12-8AA0-A45755532D46}"/>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5836293" y="1625899"/>
            <a:ext cx="6153150" cy="4103688"/>
          </a:xfrm>
        </p:spPr>
      </p:pic>
      <p:pic>
        <p:nvPicPr>
          <p:cNvPr id="11" name="Picture 10" descr="A model of a building&#10;&#10;Description automatically generated">
            <a:extLst>
              <a:ext uri="{FF2B5EF4-FFF2-40B4-BE49-F238E27FC236}">
                <a16:creationId xmlns:a16="http://schemas.microsoft.com/office/drawing/2014/main" id="{F9DC9B56-1B9B-F836-1405-B3FED62217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6596" y="1625899"/>
            <a:ext cx="5266944" cy="4102608"/>
          </a:xfrm>
          <a:prstGeom prst="rect">
            <a:avLst/>
          </a:prstGeom>
        </p:spPr>
      </p:pic>
    </p:spTree>
    <p:extLst>
      <p:ext uri="{BB962C8B-B14F-4D97-AF65-F5344CB8AC3E}">
        <p14:creationId xmlns:p14="http://schemas.microsoft.com/office/powerpoint/2010/main" val="5914229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EB07E-7AAC-84B5-B2E6-2E7A0F9AF7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52035D-222E-0D96-665B-20FE58372E23}"/>
              </a:ext>
            </a:extLst>
          </p:cNvPr>
          <p:cNvSpPr>
            <a:spLocks noGrp="1"/>
          </p:cNvSpPr>
          <p:nvPr>
            <p:ph type="title"/>
          </p:nvPr>
        </p:nvSpPr>
        <p:spPr/>
        <p:txBody>
          <a:bodyPr/>
          <a:lstStyle/>
          <a:p>
            <a:r>
              <a:rPr lang="en-AU" dirty="0"/>
              <a:t>Form and Space</a:t>
            </a:r>
          </a:p>
        </p:txBody>
      </p:sp>
      <p:pic>
        <p:nvPicPr>
          <p:cNvPr id="6" name="Content Placeholder 4" descr="A diagram of a building&#10;&#10;Description automatically generated">
            <a:extLst>
              <a:ext uri="{FF2B5EF4-FFF2-40B4-BE49-F238E27FC236}">
                <a16:creationId xmlns:a16="http://schemas.microsoft.com/office/drawing/2014/main" id="{C1BA5CD7-B813-4956-0A97-27FD18CAF659}"/>
              </a:ext>
            </a:extLst>
          </p:cNvPr>
          <p:cNvPicPr>
            <a:picLocks noChangeAspect="1"/>
          </p:cNvPicPr>
          <p:nvPr/>
        </p:nvPicPr>
        <p:blipFill>
          <a:blip r:embed="rId2"/>
          <a:stretch>
            <a:fillRect/>
          </a:stretch>
        </p:blipFill>
        <p:spPr>
          <a:xfrm>
            <a:off x="625033" y="1256575"/>
            <a:ext cx="4198134" cy="4914600"/>
          </a:xfrm>
          <a:prstGeom prst="rect">
            <a:avLst/>
          </a:prstGeom>
        </p:spPr>
      </p:pic>
      <p:pic>
        <p:nvPicPr>
          <p:cNvPr id="8" name="Picture 7" descr="A page of a sketch of a building&#10;&#10;Description automatically generated">
            <a:extLst>
              <a:ext uri="{FF2B5EF4-FFF2-40B4-BE49-F238E27FC236}">
                <a16:creationId xmlns:a16="http://schemas.microsoft.com/office/drawing/2014/main" id="{FC2F2C9D-47D5-9267-9AC6-31E700EA039E}"/>
              </a:ext>
            </a:extLst>
          </p:cNvPr>
          <p:cNvPicPr>
            <a:picLocks noChangeAspect="1"/>
          </p:cNvPicPr>
          <p:nvPr/>
        </p:nvPicPr>
        <p:blipFill>
          <a:blip r:embed="rId3"/>
          <a:stretch>
            <a:fillRect/>
          </a:stretch>
        </p:blipFill>
        <p:spPr>
          <a:xfrm>
            <a:off x="6096000" y="970464"/>
            <a:ext cx="4850333" cy="5200711"/>
          </a:xfrm>
          <a:prstGeom prst="rect">
            <a:avLst/>
          </a:prstGeom>
        </p:spPr>
      </p:pic>
      <p:sp>
        <p:nvSpPr>
          <p:cNvPr id="3" name="TextBox 2">
            <a:extLst>
              <a:ext uri="{FF2B5EF4-FFF2-40B4-BE49-F238E27FC236}">
                <a16:creationId xmlns:a16="http://schemas.microsoft.com/office/drawing/2014/main" id="{C7B04781-8EC8-7ED9-07A2-12D4E268220D}"/>
              </a:ext>
            </a:extLst>
          </p:cNvPr>
          <p:cNvSpPr txBox="1"/>
          <p:nvPr/>
        </p:nvSpPr>
        <p:spPr>
          <a:xfrm>
            <a:off x="6626507" y="510036"/>
            <a:ext cx="5124964" cy="276999"/>
          </a:xfrm>
          <a:prstGeom prst="rect">
            <a:avLst/>
          </a:prstGeom>
          <a:noFill/>
        </p:spPr>
        <p:txBody>
          <a:bodyPr wrap="square">
            <a:spAutoFit/>
          </a:bodyPr>
          <a:lstStyle/>
          <a:p>
            <a:r>
              <a:rPr lang="en-AU" sz="1200" dirty="0"/>
              <a:t>Source: Architecture Form, Space and Order by Francis D.K. Ching</a:t>
            </a:r>
          </a:p>
        </p:txBody>
      </p:sp>
    </p:spTree>
    <p:extLst>
      <p:ext uri="{BB962C8B-B14F-4D97-AF65-F5344CB8AC3E}">
        <p14:creationId xmlns:p14="http://schemas.microsoft.com/office/powerpoint/2010/main" val="26949394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73A71-5605-A1D7-F9C4-CA7504CDB4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61ABC2-4093-844F-4D7A-69B26F941C96}"/>
              </a:ext>
            </a:extLst>
          </p:cNvPr>
          <p:cNvSpPr>
            <a:spLocks noGrp="1"/>
          </p:cNvSpPr>
          <p:nvPr>
            <p:ph type="title"/>
          </p:nvPr>
        </p:nvSpPr>
        <p:spPr/>
        <p:txBody>
          <a:bodyPr/>
          <a:lstStyle/>
          <a:p>
            <a:r>
              <a:rPr lang="en-AU" dirty="0"/>
              <a:t>Organisation</a:t>
            </a:r>
          </a:p>
        </p:txBody>
      </p:sp>
      <p:pic>
        <p:nvPicPr>
          <p:cNvPr id="11" name="Content Placeholder 10">
            <a:extLst>
              <a:ext uri="{FF2B5EF4-FFF2-40B4-BE49-F238E27FC236}">
                <a16:creationId xmlns:a16="http://schemas.microsoft.com/office/drawing/2014/main" id="{873D92D4-4B85-6ACE-CE1D-12595EFAEB45}"/>
              </a:ext>
            </a:extLst>
          </p:cNvPr>
          <p:cNvPicPr>
            <a:picLocks noGrp="1" noChangeAspect="1"/>
          </p:cNvPicPr>
          <p:nvPr>
            <p:ph idx="4294967295"/>
          </p:nvPr>
        </p:nvPicPr>
        <p:blipFill>
          <a:blip r:embed="rId2"/>
          <a:stretch>
            <a:fillRect/>
          </a:stretch>
        </p:blipFill>
        <p:spPr>
          <a:xfrm>
            <a:off x="1741990" y="1620262"/>
            <a:ext cx="3952875" cy="4351338"/>
          </a:xfrm>
        </p:spPr>
      </p:pic>
      <p:pic>
        <p:nvPicPr>
          <p:cNvPr id="13" name="Picture 12">
            <a:extLst>
              <a:ext uri="{FF2B5EF4-FFF2-40B4-BE49-F238E27FC236}">
                <a16:creationId xmlns:a16="http://schemas.microsoft.com/office/drawing/2014/main" id="{B8B09D84-F1D2-4FAD-7EA1-B6F044D9AED4}"/>
              </a:ext>
            </a:extLst>
          </p:cNvPr>
          <p:cNvPicPr>
            <a:picLocks noChangeAspect="1"/>
          </p:cNvPicPr>
          <p:nvPr/>
        </p:nvPicPr>
        <p:blipFill>
          <a:blip r:embed="rId3"/>
          <a:stretch>
            <a:fillRect/>
          </a:stretch>
        </p:blipFill>
        <p:spPr>
          <a:xfrm>
            <a:off x="6681045" y="574635"/>
            <a:ext cx="4145220" cy="5602328"/>
          </a:xfrm>
          <a:prstGeom prst="rect">
            <a:avLst/>
          </a:prstGeom>
        </p:spPr>
      </p:pic>
      <p:sp>
        <p:nvSpPr>
          <p:cNvPr id="3" name="TextBox 2">
            <a:extLst>
              <a:ext uri="{FF2B5EF4-FFF2-40B4-BE49-F238E27FC236}">
                <a16:creationId xmlns:a16="http://schemas.microsoft.com/office/drawing/2014/main" id="{19CA306B-A8D9-D244-127F-D5BC29695AC3}"/>
              </a:ext>
            </a:extLst>
          </p:cNvPr>
          <p:cNvSpPr txBox="1"/>
          <p:nvPr/>
        </p:nvSpPr>
        <p:spPr>
          <a:xfrm>
            <a:off x="230121" y="1065149"/>
            <a:ext cx="4561217" cy="276999"/>
          </a:xfrm>
          <a:prstGeom prst="rect">
            <a:avLst/>
          </a:prstGeom>
          <a:noFill/>
        </p:spPr>
        <p:txBody>
          <a:bodyPr wrap="square">
            <a:spAutoFit/>
          </a:bodyPr>
          <a:lstStyle/>
          <a:p>
            <a:r>
              <a:rPr lang="en-AU" sz="1200" dirty="0"/>
              <a:t>Source: Architecture Form, Space and Order by Francis D.K. Ching</a:t>
            </a:r>
          </a:p>
        </p:txBody>
      </p:sp>
    </p:spTree>
    <p:extLst>
      <p:ext uri="{BB962C8B-B14F-4D97-AF65-F5344CB8AC3E}">
        <p14:creationId xmlns:p14="http://schemas.microsoft.com/office/powerpoint/2010/main" val="15522694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7857C-5E6C-379D-749B-80975008E4EB}"/>
            </a:ext>
          </a:extLst>
        </p:cNvPr>
        <p:cNvGrpSpPr/>
        <p:nvPr/>
      </p:nvGrpSpPr>
      <p:grpSpPr>
        <a:xfrm>
          <a:off x="0" y="0"/>
          <a:ext cx="0" cy="0"/>
          <a:chOff x="0" y="0"/>
          <a:chExt cx="0" cy="0"/>
        </a:xfrm>
      </p:grpSpPr>
      <p:pic>
        <p:nvPicPr>
          <p:cNvPr id="7" name="Picture 6" descr="A drawing of a courtyard&#10;&#10;Description automatically generated">
            <a:extLst>
              <a:ext uri="{FF2B5EF4-FFF2-40B4-BE49-F238E27FC236}">
                <a16:creationId xmlns:a16="http://schemas.microsoft.com/office/drawing/2014/main" id="{B6ABD9B5-FE5C-1FB3-3BBA-D784C3A70B28}"/>
              </a:ext>
            </a:extLst>
          </p:cNvPr>
          <p:cNvPicPr>
            <a:picLocks noChangeAspect="1"/>
          </p:cNvPicPr>
          <p:nvPr/>
        </p:nvPicPr>
        <p:blipFill>
          <a:blip r:embed="rId2"/>
          <a:stretch>
            <a:fillRect/>
          </a:stretch>
        </p:blipFill>
        <p:spPr>
          <a:xfrm>
            <a:off x="4642484" y="1693809"/>
            <a:ext cx="2907032" cy="3600041"/>
          </a:xfrm>
          <a:prstGeom prst="rect">
            <a:avLst/>
          </a:prstGeom>
        </p:spPr>
      </p:pic>
      <p:pic>
        <p:nvPicPr>
          <p:cNvPr id="9" name="Picture 8" descr="A diagram of a building&#10;&#10;Description automatically generated">
            <a:extLst>
              <a:ext uri="{FF2B5EF4-FFF2-40B4-BE49-F238E27FC236}">
                <a16:creationId xmlns:a16="http://schemas.microsoft.com/office/drawing/2014/main" id="{5BC8BBFD-FE3B-A6CB-E601-95CE87CF86E6}"/>
              </a:ext>
            </a:extLst>
          </p:cNvPr>
          <p:cNvPicPr>
            <a:picLocks noChangeAspect="1"/>
          </p:cNvPicPr>
          <p:nvPr/>
        </p:nvPicPr>
        <p:blipFill>
          <a:blip r:embed="rId3"/>
          <a:stretch>
            <a:fillRect/>
          </a:stretch>
        </p:blipFill>
        <p:spPr>
          <a:xfrm>
            <a:off x="8357766" y="1693809"/>
            <a:ext cx="3258036" cy="3600041"/>
          </a:xfrm>
          <a:prstGeom prst="rect">
            <a:avLst/>
          </a:prstGeom>
        </p:spPr>
      </p:pic>
      <p:sp>
        <p:nvSpPr>
          <p:cNvPr id="12" name="Title 1">
            <a:extLst>
              <a:ext uri="{FF2B5EF4-FFF2-40B4-BE49-F238E27FC236}">
                <a16:creationId xmlns:a16="http://schemas.microsoft.com/office/drawing/2014/main" id="{E31840DD-7709-9762-50F8-7424324E5CF6}"/>
              </a:ext>
            </a:extLst>
          </p:cNvPr>
          <p:cNvSpPr>
            <a:spLocks noGrp="1"/>
          </p:cNvSpPr>
          <p:nvPr>
            <p:ph type="title"/>
          </p:nvPr>
        </p:nvSpPr>
        <p:spPr/>
        <p:txBody>
          <a:bodyPr/>
          <a:lstStyle/>
          <a:p>
            <a:r>
              <a:rPr lang="en-AU" dirty="0"/>
              <a:t>Circulation</a:t>
            </a:r>
          </a:p>
        </p:txBody>
      </p:sp>
      <p:pic>
        <p:nvPicPr>
          <p:cNvPr id="5" name="Content Placeholder 4" descr="A diagram of a room&#10;&#10;Description automatically generated with medium confidence">
            <a:extLst>
              <a:ext uri="{FF2B5EF4-FFF2-40B4-BE49-F238E27FC236}">
                <a16:creationId xmlns:a16="http://schemas.microsoft.com/office/drawing/2014/main" id="{D2379A27-FCEC-5238-AEF2-8E6BF736DEBA}"/>
              </a:ext>
            </a:extLst>
          </p:cNvPr>
          <p:cNvPicPr>
            <a:picLocks noGrp="1" noChangeAspect="1"/>
          </p:cNvPicPr>
          <p:nvPr>
            <p:ph idx="4294967295"/>
          </p:nvPr>
        </p:nvPicPr>
        <p:blipFill>
          <a:blip r:embed="rId4"/>
          <a:stretch>
            <a:fillRect/>
          </a:stretch>
        </p:blipFill>
        <p:spPr>
          <a:xfrm>
            <a:off x="567159" y="1693400"/>
            <a:ext cx="3267075" cy="3600450"/>
          </a:xfrm>
          <a:prstGeom prst="rect">
            <a:avLst/>
          </a:prstGeom>
        </p:spPr>
      </p:pic>
      <p:sp>
        <p:nvSpPr>
          <p:cNvPr id="2" name="TextBox 1">
            <a:extLst>
              <a:ext uri="{FF2B5EF4-FFF2-40B4-BE49-F238E27FC236}">
                <a16:creationId xmlns:a16="http://schemas.microsoft.com/office/drawing/2014/main" id="{A2B98534-5811-008A-A227-41F26FD83A70}"/>
              </a:ext>
            </a:extLst>
          </p:cNvPr>
          <p:cNvSpPr txBox="1"/>
          <p:nvPr/>
        </p:nvSpPr>
        <p:spPr>
          <a:xfrm>
            <a:off x="6638081" y="812601"/>
            <a:ext cx="5205987" cy="276999"/>
          </a:xfrm>
          <a:prstGeom prst="rect">
            <a:avLst/>
          </a:prstGeom>
          <a:noFill/>
        </p:spPr>
        <p:txBody>
          <a:bodyPr wrap="square">
            <a:spAutoFit/>
          </a:bodyPr>
          <a:lstStyle/>
          <a:p>
            <a:r>
              <a:rPr lang="en-AU" sz="1200" dirty="0"/>
              <a:t>Source: Architecture Form, Space and Order by Francis D.K. Ching</a:t>
            </a:r>
          </a:p>
        </p:txBody>
      </p:sp>
    </p:spTree>
    <p:extLst>
      <p:ext uri="{BB962C8B-B14F-4D97-AF65-F5344CB8AC3E}">
        <p14:creationId xmlns:p14="http://schemas.microsoft.com/office/powerpoint/2010/main" val="21169863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77FC4-E950-D1BB-6C98-8B08E621D8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E49AF4-7A4A-CD02-79F6-E16B9F7A344A}"/>
              </a:ext>
            </a:extLst>
          </p:cNvPr>
          <p:cNvSpPr>
            <a:spLocks noGrp="1"/>
          </p:cNvSpPr>
          <p:nvPr>
            <p:ph type="title"/>
          </p:nvPr>
        </p:nvSpPr>
        <p:spPr/>
        <p:txBody>
          <a:bodyPr/>
          <a:lstStyle/>
          <a:p>
            <a:r>
              <a:rPr lang="en-AU" dirty="0"/>
              <a:t>Proportion and Scale</a:t>
            </a:r>
          </a:p>
        </p:txBody>
      </p:sp>
      <p:pic>
        <p:nvPicPr>
          <p:cNvPr id="5" name="Content Placeholder 4">
            <a:extLst>
              <a:ext uri="{FF2B5EF4-FFF2-40B4-BE49-F238E27FC236}">
                <a16:creationId xmlns:a16="http://schemas.microsoft.com/office/drawing/2014/main" id="{1E04EFB8-F072-340F-28F0-301A6BC64406}"/>
              </a:ext>
            </a:extLst>
          </p:cNvPr>
          <p:cNvPicPr>
            <a:picLocks noGrp="1" noChangeAspect="1"/>
          </p:cNvPicPr>
          <p:nvPr>
            <p:ph idx="4294967295"/>
          </p:nvPr>
        </p:nvPicPr>
        <p:blipFill>
          <a:blip r:embed="rId2"/>
          <a:stretch>
            <a:fillRect/>
          </a:stretch>
        </p:blipFill>
        <p:spPr>
          <a:xfrm>
            <a:off x="40511" y="1646217"/>
            <a:ext cx="3487738" cy="4351338"/>
          </a:xfrm>
        </p:spPr>
      </p:pic>
      <p:pic>
        <p:nvPicPr>
          <p:cNvPr id="7" name="Picture 6">
            <a:extLst>
              <a:ext uri="{FF2B5EF4-FFF2-40B4-BE49-F238E27FC236}">
                <a16:creationId xmlns:a16="http://schemas.microsoft.com/office/drawing/2014/main" id="{9C549AA9-DA26-D68F-5B29-21D47A157428}"/>
              </a:ext>
            </a:extLst>
          </p:cNvPr>
          <p:cNvPicPr>
            <a:picLocks noChangeAspect="1"/>
          </p:cNvPicPr>
          <p:nvPr/>
        </p:nvPicPr>
        <p:blipFill>
          <a:blip r:embed="rId3"/>
          <a:stretch>
            <a:fillRect/>
          </a:stretch>
        </p:blipFill>
        <p:spPr>
          <a:xfrm>
            <a:off x="4084913" y="1690687"/>
            <a:ext cx="3699414" cy="4351339"/>
          </a:xfrm>
          <a:prstGeom prst="rect">
            <a:avLst/>
          </a:prstGeom>
        </p:spPr>
      </p:pic>
      <p:pic>
        <p:nvPicPr>
          <p:cNvPr id="9" name="Picture 8">
            <a:extLst>
              <a:ext uri="{FF2B5EF4-FFF2-40B4-BE49-F238E27FC236}">
                <a16:creationId xmlns:a16="http://schemas.microsoft.com/office/drawing/2014/main" id="{E14D7D79-85CB-9883-A91F-39D45FAF069C}"/>
              </a:ext>
            </a:extLst>
          </p:cNvPr>
          <p:cNvPicPr>
            <a:picLocks noChangeAspect="1"/>
          </p:cNvPicPr>
          <p:nvPr/>
        </p:nvPicPr>
        <p:blipFill>
          <a:blip r:embed="rId4"/>
          <a:stretch>
            <a:fillRect/>
          </a:stretch>
        </p:blipFill>
        <p:spPr>
          <a:xfrm>
            <a:off x="8172141" y="1690688"/>
            <a:ext cx="3687131" cy="4351338"/>
          </a:xfrm>
          <a:prstGeom prst="rect">
            <a:avLst/>
          </a:prstGeom>
        </p:spPr>
      </p:pic>
      <p:sp>
        <p:nvSpPr>
          <p:cNvPr id="3" name="TextBox 2">
            <a:extLst>
              <a:ext uri="{FF2B5EF4-FFF2-40B4-BE49-F238E27FC236}">
                <a16:creationId xmlns:a16="http://schemas.microsoft.com/office/drawing/2014/main" id="{0BEF6EB3-1212-0B17-7EDD-D51399822D38}"/>
              </a:ext>
            </a:extLst>
          </p:cNvPr>
          <p:cNvSpPr txBox="1"/>
          <p:nvPr/>
        </p:nvSpPr>
        <p:spPr>
          <a:xfrm>
            <a:off x="6818123" y="426936"/>
            <a:ext cx="4933982" cy="276999"/>
          </a:xfrm>
          <a:prstGeom prst="rect">
            <a:avLst/>
          </a:prstGeom>
          <a:noFill/>
        </p:spPr>
        <p:txBody>
          <a:bodyPr wrap="square">
            <a:spAutoFit/>
          </a:bodyPr>
          <a:lstStyle/>
          <a:p>
            <a:r>
              <a:rPr lang="en-AU" sz="1200" dirty="0"/>
              <a:t>Source: Architecture Form, Space and Order by Francis D.K. Ching</a:t>
            </a:r>
          </a:p>
        </p:txBody>
      </p:sp>
    </p:spTree>
    <p:extLst>
      <p:ext uri="{BB962C8B-B14F-4D97-AF65-F5344CB8AC3E}">
        <p14:creationId xmlns:p14="http://schemas.microsoft.com/office/powerpoint/2010/main" val="7572306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13F7E-4434-384B-6367-F946611B3D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298801-68D1-0F21-16B5-7CDF05CFC992}"/>
              </a:ext>
            </a:extLst>
          </p:cNvPr>
          <p:cNvSpPr>
            <a:spLocks noGrp="1"/>
          </p:cNvSpPr>
          <p:nvPr>
            <p:ph type="title"/>
          </p:nvPr>
        </p:nvSpPr>
        <p:spPr/>
        <p:txBody>
          <a:bodyPr/>
          <a:lstStyle/>
          <a:p>
            <a:r>
              <a:rPr lang="en-AU" dirty="0"/>
              <a:t>Other Ordering Principles</a:t>
            </a:r>
          </a:p>
        </p:txBody>
      </p:sp>
      <p:pic>
        <p:nvPicPr>
          <p:cNvPr id="5" name="Content Placeholder 4">
            <a:extLst>
              <a:ext uri="{FF2B5EF4-FFF2-40B4-BE49-F238E27FC236}">
                <a16:creationId xmlns:a16="http://schemas.microsoft.com/office/drawing/2014/main" id="{30593DE4-B05E-2DD1-8123-83811EF0AEF9}"/>
              </a:ext>
            </a:extLst>
          </p:cNvPr>
          <p:cNvPicPr>
            <a:picLocks noGrp="1" noChangeAspect="1"/>
          </p:cNvPicPr>
          <p:nvPr>
            <p:ph idx="4294967295"/>
          </p:nvPr>
        </p:nvPicPr>
        <p:blipFill>
          <a:blip r:embed="rId2"/>
          <a:stretch>
            <a:fillRect/>
          </a:stretch>
        </p:blipFill>
        <p:spPr>
          <a:xfrm>
            <a:off x="3723733" y="847302"/>
            <a:ext cx="4281500" cy="5350941"/>
          </a:xfrm>
        </p:spPr>
      </p:pic>
      <p:sp>
        <p:nvSpPr>
          <p:cNvPr id="3" name="TextBox 2">
            <a:extLst>
              <a:ext uri="{FF2B5EF4-FFF2-40B4-BE49-F238E27FC236}">
                <a16:creationId xmlns:a16="http://schemas.microsoft.com/office/drawing/2014/main" id="{6E2465FB-C5F9-BC6D-327D-C095BAAE2A84}"/>
              </a:ext>
            </a:extLst>
          </p:cNvPr>
          <p:cNvSpPr txBox="1"/>
          <p:nvPr/>
        </p:nvSpPr>
        <p:spPr>
          <a:xfrm>
            <a:off x="8698786" y="556202"/>
            <a:ext cx="2858536" cy="461665"/>
          </a:xfrm>
          <a:prstGeom prst="rect">
            <a:avLst/>
          </a:prstGeom>
          <a:noFill/>
        </p:spPr>
        <p:txBody>
          <a:bodyPr wrap="square">
            <a:spAutoFit/>
          </a:bodyPr>
          <a:lstStyle/>
          <a:p>
            <a:r>
              <a:rPr lang="en-AU" sz="1200" dirty="0"/>
              <a:t>Source: Architecture Form, Space and Order by Francis D.K. Ching</a:t>
            </a:r>
          </a:p>
        </p:txBody>
      </p:sp>
    </p:spTree>
    <p:extLst>
      <p:ext uri="{BB962C8B-B14F-4D97-AF65-F5344CB8AC3E}">
        <p14:creationId xmlns:p14="http://schemas.microsoft.com/office/powerpoint/2010/main" val="33514684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D026A-6F38-4035-6F72-C7E392E657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E0C6BC-18F4-299C-D791-28B8D21B433D}"/>
              </a:ext>
            </a:extLst>
          </p:cNvPr>
          <p:cNvSpPr>
            <a:spLocks noGrp="1"/>
          </p:cNvSpPr>
          <p:nvPr>
            <p:ph type="title"/>
          </p:nvPr>
        </p:nvSpPr>
        <p:spPr>
          <a:xfrm>
            <a:off x="685607" y="2734592"/>
            <a:ext cx="8140089" cy="387798"/>
          </a:xfrm>
        </p:spPr>
        <p:txBody>
          <a:bodyPr/>
          <a:lstStyle/>
          <a:p>
            <a:r>
              <a:rPr lang="en-US" sz="2800" dirty="0"/>
              <a:t>Activity 5: Initial Design Brainstorm</a:t>
            </a:r>
            <a:endParaRPr lang="en-AU" sz="2800" dirty="0"/>
          </a:p>
        </p:txBody>
      </p:sp>
    </p:spTree>
    <p:extLst>
      <p:ext uri="{BB962C8B-B14F-4D97-AF65-F5344CB8AC3E}">
        <p14:creationId xmlns:p14="http://schemas.microsoft.com/office/powerpoint/2010/main" val="275639462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E8A5B-8E7F-3CE8-9567-860C9539DE4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860B104-E174-3CB6-670D-F2C76648790D}"/>
              </a:ext>
            </a:extLst>
          </p:cNvPr>
          <p:cNvSpPr>
            <a:spLocks noGrp="1"/>
          </p:cNvSpPr>
          <p:nvPr>
            <p:ph type="body" sz="half" idx="2"/>
          </p:nvPr>
        </p:nvSpPr>
        <p:spPr>
          <a:xfrm>
            <a:off x="358243" y="1464476"/>
            <a:ext cx="11456485" cy="4437560"/>
          </a:xfrm>
        </p:spPr>
        <p:txBody>
          <a:bodyPr/>
          <a:lstStyle/>
          <a:p>
            <a:pPr marL="342900" indent="-342900">
              <a:lnSpc>
                <a:spcPct val="100000"/>
              </a:lnSpc>
              <a:buFont typeface="Arial" panose="020B0604020202020204" pitchFamily="34" charset="0"/>
              <a:buChar char="•"/>
            </a:pPr>
            <a:r>
              <a:rPr lang="en-AU" sz="2000" kern="100" dirty="0">
                <a:effectLst/>
                <a:latin typeface="Calibri" panose="020F0502020204030204" pitchFamily="34" charset="0"/>
                <a:ea typeface="DengXian" panose="02010600030101010101" pitchFamily="2" charset="-122"/>
                <a:cs typeface="Times New Roman" panose="02020603050405020304" pitchFamily="18" charset="0"/>
              </a:rPr>
              <a:t>Architects Accreditation Council of Australia. (2021)</a:t>
            </a:r>
            <a:r>
              <a:rPr lang="en-AU" sz="2000" i="1" kern="100" dirty="0">
                <a:effectLst/>
                <a:latin typeface="Calibri" panose="020F0502020204030204" pitchFamily="34" charset="0"/>
                <a:ea typeface="DengXian" panose="02010600030101010101" pitchFamily="2" charset="-122"/>
                <a:cs typeface="Times New Roman" panose="02020603050405020304" pitchFamily="18" charset="0"/>
              </a:rPr>
              <a:t>. 2021 National Standard of Competency for Architects</a:t>
            </a:r>
            <a:r>
              <a:rPr lang="en-AU" sz="2000" kern="100" dirty="0">
                <a:effectLst/>
                <a:latin typeface="Calibri" panose="020F0502020204030204" pitchFamily="34" charset="0"/>
                <a:ea typeface="DengXian" panose="02010600030101010101" pitchFamily="2" charset="-122"/>
                <a:cs typeface="Times New Roman" panose="02020603050405020304" pitchFamily="18" charset="0"/>
              </a:rPr>
              <a:t>. </a:t>
            </a:r>
            <a:r>
              <a:rPr lang="en-AU" sz="2000" kern="100" dirty="0">
                <a:effectLst/>
                <a:latin typeface="Calibri" panose="020F0502020204030204" pitchFamily="34" charset="0"/>
                <a:ea typeface="DengXian" panose="02010600030101010101" pitchFamily="2" charset="-122"/>
                <a:cs typeface="Times New Roman" panose="02020603050405020304" pitchFamily="18" charset="0"/>
                <a:hlinkClick r:id="rId2"/>
              </a:rPr>
              <a:t>https://aaca.org.au/wp-content/uploads/2021-NSCA.pdf</a:t>
            </a:r>
            <a:endParaRPr lang="en-AU" kern="100" dirty="0">
              <a:latin typeface="Calibri" panose="020F0502020204030204" pitchFamily="34" charset="0"/>
              <a:ea typeface="DengXian" panose="02010600030101010101" pitchFamily="2" charset="-122"/>
              <a:cs typeface="Times New Roman" panose="02020603050405020304" pitchFamily="18" charset="0"/>
            </a:endParaRPr>
          </a:p>
          <a:p>
            <a:pPr marL="342900" indent="-342900">
              <a:lnSpc>
                <a:spcPct val="100000"/>
              </a:lnSpc>
              <a:buFont typeface="Arial" panose="020B0604020202020204" pitchFamily="34" charset="0"/>
              <a:buChar char="•"/>
            </a:pPr>
            <a:r>
              <a:rPr lang="en-US" sz="2000" kern="100" dirty="0" err="1">
                <a:effectLst/>
                <a:latin typeface="Calibri" panose="020F0502020204030204" pitchFamily="34" charset="0"/>
                <a:ea typeface="DengXian" panose="02010600030101010101" pitchFamily="2" charset="-122"/>
                <a:cs typeface="Times New Roman" panose="02020603050405020304" pitchFamily="18" charset="0"/>
              </a:rPr>
              <a:t>Worksafe</a:t>
            </a:r>
            <a:r>
              <a:rPr lang="en-US" sz="2000" kern="100" dirty="0">
                <a:effectLst/>
                <a:latin typeface="Calibri" panose="020F0502020204030204" pitchFamily="34" charset="0"/>
                <a:ea typeface="DengXian" panose="02010600030101010101" pitchFamily="2" charset="-122"/>
                <a:cs typeface="Times New Roman" panose="02020603050405020304" pitchFamily="18" charset="0"/>
              </a:rPr>
              <a:t>. (2005). </a:t>
            </a:r>
            <a:r>
              <a:rPr lang="en-US" sz="2000" i="1" kern="100" dirty="0">
                <a:effectLst/>
                <a:latin typeface="Calibri" panose="020F0502020204030204" pitchFamily="34" charset="0"/>
                <a:ea typeface="DengXian" panose="02010600030101010101" pitchFamily="2" charset="-122"/>
                <a:cs typeface="Times New Roman" panose="02020603050405020304" pitchFamily="18" charset="0"/>
              </a:rPr>
              <a:t>Designing Safer Buildings and Structures</a:t>
            </a:r>
            <a:r>
              <a:rPr lang="en-US" sz="2000" kern="100" dirty="0">
                <a:effectLst/>
                <a:latin typeface="Calibri" panose="020F0502020204030204" pitchFamily="34" charset="0"/>
                <a:ea typeface="DengXian" panose="02010600030101010101" pitchFamily="2" charset="-122"/>
                <a:cs typeface="Times New Roman" panose="02020603050405020304" pitchFamily="18" charset="0"/>
              </a:rPr>
              <a:t>. </a:t>
            </a:r>
            <a:r>
              <a:rPr lang="en-US" sz="2000" kern="100" dirty="0">
                <a:effectLst/>
                <a:latin typeface="Calibri" panose="020F0502020204030204" pitchFamily="34" charset="0"/>
                <a:ea typeface="DengXian" panose="02010600030101010101" pitchFamily="2" charset="-122"/>
                <a:cs typeface="Times New Roman" panose="02020603050405020304" pitchFamily="18" charset="0"/>
                <a:hlinkClick r:id="rId3"/>
              </a:rPr>
              <a:t>https://www.worksafe.vic.gov.au/resources/designing-safer-buildings-and-structures</a:t>
            </a:r>
            <a:endParaRPr lang="en-AU" kern="100" dirty="0">
              <a:latin typeface="Calibri" panose="020F0502020204030204" pitchFamily="34" charset="0"/>
              <a:ea typeface="DengXian" panose="02010600030101010101" pitchFamily="2" charset="-122"/>
              <a:cs typeface="Times New Roman" panose="02020603050405020304" pitchFamily="18" charset="0"/>
            </a:endParaRPr>
          </a:p>
          <a:p>
            <a:pPr marL="342900" indent="-342900">
              <a:lnSpc>
                <a:spcPct val="100000"/>
              </a:lnSpc>
              <a:buFont typeface="Arial" panose="020B0604020202020204" pitchFamily="34" charset="0"/>
              <a:buChar char="•"/>
            </a:pPr>
            <a:r>
              <a:rPr lang="en-AU" sz="2000" kern="100" dirty="0">
                <a:effectLst/>
                <a:latin typeface="Calibri" panose="020F0502020204030204" pitchFamily="34" charset="0"/>
                <a:ea typeface="DengXian" panose="02010600030101010101" pitchFamily="2" charset="-122"/>
                <a:cs typeface="Times New Roman" panose="02020603050405020304" pitchFamily="18" charset="0"/>
              </a:rPr>
              <a:t>Australian Building Codes Board. (2022). </a:t>
            </a:r>
            <a:r>
              <a:rPr lang="en-AU" sz="2000" i="1" kern="100" dirty="0">
                <a:effectLst/>
                <a:latin typeface="Calibri" panose="020F0502020204030204" pitchFamily="34" charset="0"/>
                <a:ea typeface="DengXian" panose="02010600030101010101" pitchFamily="2" charset="-122"/>
                <a:cs typeface="Times New Roman" panose="02020603050405020304" pitchFamily="18" charset="0"/>
              </a:rPr>
              <a:t>National Construction Code Volume One</a:t>
            </a:r>
            <a:r>
              <a:rPr lang="en-AU" sz="2000" kern="100" dirty="0">
                <a:effectLst/>
                <a:latin typeface="Calibri" panose="020F0502020204030204" pitchFamily="34" charset="0"/>
                <a:ea typeface="DengXian" panose="02010600030101010101" pitchFamily="2" charset="-122"/>
                <a:cs typeface="Times New Roman" panose="02020603050405020304" pitchFamily="18" charset="0"/>
              </a:rPr>
              <a:t>. </a:t>
            </a:r>
            <a:r>
              <a:rPr lang="en-AU" sz="2000" kern="100" dirty="0">
                <a:effectLst/>
                <a:latin typeface="Calibri" panose="020F0502020204030204" pitchFamily="34" charset="0"/>
                <a:ea typeface="DengXian" panose="02010600030101010101" pitchFamily="2" charset="-122"/>
                <a:cs typeface="Times New Roman" panose="02020603050405020304" pitchFamily="18" charset="0"/>
                <a:hlinkClick r:id="rId4"/>
              </a:rPr>
              <a:t>https://ncc.abcb.gov.au/editions/ncc-2022/adopted/volume-one</a:t>
            </a:r>
            <a:endParaRPr lang="en-AU" sz="20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indent="-342900">
              <a:lnSpc>
                <a:spcPct val="100000"/>
              </a:lnSpc>
              <a:buFont typeface="Arial" panose="020B0604020202020204" pitchFamily="34" charset="0"/>
              <a:buChar char="•"/>
            </a:pPr>
            <a:r>
              <a:rPr lang="en-AU" sz="2000" kern="100" dirty="0">
                <a:effectLst/>
                <a:latin typeface="Calibri" panose="020F0502020204030204" pitchFamily="34" charset="0"/>
                <a:ea typeface="DengXian" panose="02010600030101010101" pitchFamily="2" charset="-122"/>
                <a:cs typeface="Times New Roman" panose="02020603050405020304" pitchFamily="18" charset="0"/>
              </a:rPr>
              <a:t>Australian Standards. (2021). </a:t>
            </a:r>
            <a:r>
              <a:rPr lang="en-AU" sz="2000" i="1" kern="100" dirty="0">
                <a:effectLst/>
                <a:latin typeface="Calibri" panose="020F0502020204030204" pitchFamily="34" charset="0"/>
                <a:ea typeface="DengXian" panose="02010600030101010101" pitchFamily="2" charset="-122"/>
                <a:cs typeface="Times New Roman" panose="02020603050405020304" pitchFamily="18" charset="0"/>
              </a:rPr>
              <a:t>AS 1428.1 Design for Access and Mobility. </a:t>
            </a:r>
            <a:r>
              <a:rPr lang="en-AU" sz="2000" kern="100" dirty="0">
                <a:effectLst/>
                <a:latin typeface="Calibri" panose="020F0502020204030204" pitchFamily="34" charset="0"/>
                <a:ea typeface="DengXian" panose="02010600030101010101" pitchFamily="2" charset="-122"/>
                <a:cs typeface="Times New Roman" panose="02020603050405020304" pitchFamily="18" charset="0"/>
                <a:hlinkClick r:id="rId5"/>
              </a:rPr>
              <a:t>https://store.standards.org.au/product/as-1428-1-2021</a:t>
            </a:r>
            <a:endParaRPr lang="en-AU" sz="20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indent="-342900">
              <a:lnSpc>
                <a:spcPct val="100000"/>
              </a:lnSpc>
              <a:buFont typeface="Arial" panose="020B0604020202020204" pitchFamily="34" charset="0"/>
              <a:buChar char="•"/>
            </a:pPr>
            <a:r>
              <a:rPr lang="en-AU" sz="2000" kern="100" dirty="0">
                <a:effectLst/>
                <a:latin typeface="Calibri" panose="020F0502020204030204" pitchFamily="34" charset="0"/>
                <a:ea typeface="DengXian" panose="02010600030101010101" pitchFamily="2" charset="-122"/>
                <a:cs typeface="Times New Roman" panose="02020603050405020304" pitchFamily="18" charset="0"/>
              </a:rPr>
              <a:t>Newcastle Herald. (2018). </a:t>
            </a:r>
            <a:r>
              <a:rPr lang="en-AU" sz="2000" i="1" kern="100" dirty="0">
                <a:effectLst/>
                <a:latin typeface="Calibri" panose="020F0502020204030204" pitchFamily="34" charset="0"/>
                <a:ea typeface="DengXian" panose="02010600030101010101" pitchFamily="2" charset="-122"/>
                <a:cs typeface="Times New Roman" panose="02020603050405020304" pitchFamily="18" charset="0"/>
              </a:rPr>
              <a:t>Hunter Asbestos Deaths are Increasing.</a:t>
            </a:r>
            <a:r>
              <a:rPr lang="en-AU" sz="2000" kern="100" dirty="0">
                <a:effectLst/>
                <a:latin typeface="Calibri" panose="020F0502020204030204" pitchFamily="34" charset="0"/>
                <a:ea typeface="DengXian" panose="02010600030101010101" pitchFamily="2" charset="-122"/>
                <a:cs typeface="Times New Roman" panose="02020603050405020304" pitchFamily="18" charset="0"/>
              </a:rPr>
              <a:t> </a:t>
            </a:r>
            <a:r>
              <a:rPr lang="en-AU" sz="2000" kern="100" dirty="0">
                <a:effectLst/>
                <a:latin typeface="Calibri" panose="020F0502020204030204" pitchFamily="34" charset="0"/>
                <a:ea typeface="DengXian" panose="02010600030101010101" pitchFamily="2" charset="-122"/>
                <a:cs typeface="Times New Roman" panose="02020603050405020304" pitchFamily="18" charset="0"/>
                <a:hlinkClick r:id="rId6"/>
              </a:rPr>
              <a:t>https://www.newcastleherald.com.au/story/5503988/hunter-asbestos-deaths-are-increasing/</a:t>
            </a:r>
            <a:endParaRPr lang="en-AU" sz="20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indent="-342900">
              <a:lnSpc>
                <a:spcPct val="100000"/>
              </a:lnSpc>
              <a:buFont typeface="Arial" panose="020B0604020202020204" pitchFamily="34" charset="0"/>
              <a:buChar char="•"/>
            </a:pPr>
            <a:r>
              <a:rPr lang="en-AU" sz="2000" kern="100" dirty="0">
                <a:effectLst/>
                <a:latin typeface="Calibri" panose="020F0502020204030204" pitchFamily="34" charset="0"/>
                <a:ea typeface="DengXian" panose="02010600030101010101" pitchFamily="2" charset="-122"/>
                <a:cs typeface="Times New Roman" panose="02020603050405020304" pitchFamily="18" charset="0"/>
              </a:rPr>
              <a:t>Ching, F. (2023). </a:t>
            </a:r>
            <a:r>
              <a:rPr lang="en-AU" sz="2000" i="1" kern="100" dirty="0">
                <a:effectLst/>
                <a:latin typeface="Calibri" panose="020F0502020204030204" pitchFamily="34" charset="0"/>
                <a:ea typeface="DengXian" panose="02010600030101010101" pitchFamily="2" charset="-122"/>
                <a:cs typeface="Times New Roman" panose="02020603050405020304" pitchFamily="18" charset="0"/>
              </a:rPr>
              <a:t>Architecture Form, Space and Order</a:t>
            </a:r>
            <a:r>
              <a:rPr lang="en-AU" sz="2000" kern="100" dirty="0">
                <a:effectLst/>
                <a:latin typeface="Calibri" panose="020F0502020204030204" pitchFamily="34" charset="0"/>
                <a:ea typeface="DengXian" panose="02010600030101010101" pitchFamily="2" charset="-122"/>
                <a:cs typeface="Times New Roman" panose="02020603050405020304" pitchFamily="18" charset="0"/>
              </a:rPr>
              <a:t>. Wiley</a:t>
            </a:r>
          </a:p>
          <a:p>
            <a:pPr marL="342900" indent="-342900">
              <a:lnSpc>
                <a:spcPct val="100000"/>
              </a:lnSpc>
              <a:buFont typeface="Arial" panose="020B0604020202020204" pitchFamily="34" charset="0"/>
              <a:buChar char="•"/>
            </a:pPr>
            <a:endParaRPr lang="en-AU" sz="20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indent="-342900">
              <a:lnSpc>
                <a:spcPct val="100000"/>
              </a:lnSpc>
              <a:buFont typeface="Arial" panose="020B0604020202020204" pitchFamily="34" charset="0"/>
              <a:buChar char="•"/>
            </a:pPr>
            <a:endParaRPr lang="en-AU" sz="20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indent="-342900">
              <a:lnSpc>
                <a:spcPct val="100000"/>
              </a:lnSpc>
              <a:buFont typeface="Arial" panose="020B0604020202020204" pitchFamily="34" charset="0"/>
              <a:buChar char="•"/>
            </a:pPr>
            <a:endParaRPr lang="en-US" dirty="0"/>
          </a:p>
        </p:txBody>
      </p:sp>
      <p:sp>
        <p:nvSpPr>
          <p:cNvPr id="5" name="Title 1">
            <a:extLst>
              <a:ext uri="{FF2B5EF4-FFF2-40B4-BE49-F238E27FC236}">
                <a16:creationId xmlns:a16="http://schemas.microsoft.com/office/drawing/2014/main" id="{C6FF98B3-0176-20D7-97FB-1234F2FCE994}"/>
              </a:ext>
            </a:extLst>
          </p:cNvPr>
          <p:cNvSpPr txBox="1">
            <a:spLocks/>
          </p:cNvSpPr>
          <p:nvPr/>
        </p:nvSpPr>
        <p:spPr>
          <a:xfrm>
            <a:off x="358244" y="310620"/>
            <a:ext cx="8536374"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References</a:t>
            </a:r>
          </a:p>
        </p:txBody>
      </p:sp>
    </p:spTree>
    <p:extLst>
      <p:ext uri="{BB962C8B-B14F-4D97-AF65-F5344CB8AC3E}">
        <p14:creationId xmlns:p14="http://schemas.microsoft.com/office/powerpoint/2010/main" val="8033352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2A4B707-13BF-4B4F-A3D8-BB605AB10BC5}"/>
              </a:ext>
            </a:extLst>
          </p:cNvPr>
          <p:cNvSpPr>
            <a:spLocks noGrp="1"/>
          </p:cNvSpPr>
          <p:nvPr>
            <p:ph type="ctrTitle" idx="4294967295"/>
          </p:nvPr>
        </p:nvSpPr>
        <p:spPr>
          <a:xfrm>
            <a:off x="1196322" y="1680966"/>
            <a:ext cx="5077440" cy="1052596"/>
          </a:xfrm>
        </p:spPr>
        <p:txBody>
          <a:bodyPr/>
          <a:lstStyle/>
          <a:p>
            <a:r>
              <a:rPr lang="en-US" sz="4400" dirty="0"/>
              <a:t>Thank you</a:t>
            </a:r>
            <a:br>
              <a:rPr lang="en-US" dirty="0"/>
            </a:br>
            <a:r>
              <a:rPr lang="en-US" b="0" dirty="0"/>
              <a:t>Questions?</a:t>
            </a:r>
            <a:endParaRPr lang="en-US" dirty="0"/>
          </a:p>
        </p:txBody>
      </p:sp>
    </p:spTree>
    <p:extLst>
      <p:ext uri="{BB962C8B-B14F-4D97-AF65-F5344CB8AC3E}">
        <p14:creationId xmlns:p14="http://schemas.microsoft.com/office/powerpoint/2010/main" val="1915363159"/>
      </p:ext>
    </p:extLst>
  </p:cSld>
  <p:clrMapOvr>
    <a:masterClrMapping/>
  </p:clrMapOvr>
</p:sld>
</file>

<file path=ppt/theme/theme1.xml><?xml version="1.0" encoding="utf-8"?>
<a:theme xmlns:a="http://schemas.openxmlformats.org/drawingml/2006/main" name="Office Theme">
  <a:themeElements>
    <a:clrScheme name="VU 2024">
      <a:dk1>
        <a:srgbClr val="000000"/>
      </a:dk1>
      <a:lt1>
        <a:srgbClr val="FFFFFF"/>
      </a:lt1>
      <a:dk2>
        <a:srgbClr val="262626"/>
      </a:dk2>
      <a:lt2>
        <a:srgbClr val="FFFFFF"/>
      </a:lt2>
      <a:accent1>
        <a:srgbClr val="5BC2E7"/>
      </a:accent1>
      <a:accent2>
        <a:srgbClr val="1E1248"/>
      </a:accent2>
      <a:accent3>
        <a:srgbClr val="ED6B5E"/>
      </a:accent3>
      <a:accent4>
        <a:srgbClr val="B39AD2"/>
      </a:accent4>
      <a:accent5>
        <a:srgbClr val="EEEEEE"/>
      </a:accent5>
      <a:accent6>
        <a:srgbClr val="6E6E6E"/>
      </a:accent6>
      <a:hlink>
        <a:srgbClr val="0C71AC"/>
      </a:hlink>
      <a:folHlink>
        <a:srgbClr val="6E6E6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7FCAF70F-E073-BF40-A79D-4081DC7CE9D1}" vid="{806BC320-17C3-6546-81D5-5AF729563D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a9cb1d79-f99f-49bb-8e2a-e2312126c491">
      <UserInfo>
        <DisplayName>Kate Hitchins</DisplayName>
        <AccountId>727</AccountId>
        <AccountType/>
      </UserInfo>
    </SharedWithUsers>
    <MediaLengthInSeconds xmlns="f38d7cb2-8266-40dc-9c80-5a14c72951d4" xsi:nil="true"/>
    <_activity xmlns="f38d7cb2-8266-40dc-9c80-5a14c72951d4"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9F76110527CE0478E6091AB5EC74898" ma:contentTypeVersion="15" ma:contentTypeDescription="Create a new document." ma:contentTypeScope="" ma:versionID="c1c5edefc9e02eae2714aa09383da356">
  <xsd:schema xmlns:xsd="http://www.w3.org/2001/XMLSchema" xmlns:xs="http://www.w3.org/2001/XMLSchema" xmlns:p="http://schemas.microsoft.com/office/2006/metadata/properties" xmlns:ns3="f38d7cb2-8266-40dc-9c80-5a14c72951d4" xmlns:ns4="a9cb1d79-f99f-49bb-8e2a-e2312126c491" targetNamespace="http://schemas.microsoft.com/office/2006/metadata/properties" ma:root="true" ma:fieldsID="843b90cf4550736d6ca05ee9401f6042" ns3:_="" ns4:_="">
    <xsd:import namespace="f38d7cb2-8266-40dc-9c80-5a14c72951d4"/>
    <xsd:import namespace="a9cb1d79-f99f-49bb-8e2a-e2312126c491"/>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ObjectDetectorVersions" minOccurs="0"/>
                <xsd:element ref="ns3:MediaServiceAutoTags" minOccurs="0"/>
                <xsd:element ref="ns3:MediaServiceOCR" minOccurs="0"/>
                <xsd:element ref="ns3:MediaServiceGenerationTime" minOccurs="0"/>
                <xsd:element ref="ns3:MediaServiceEventHashCode" minOccurs="0"/>
                <xsd:element ref="ns3:_activity" minOccurs="0"/>
                <xsd:element ref="ns3:MediaLengthInSeconds" minOccurs="0"/>
                <xsd:element ref="ns3:MediaServiceSearchProperties" minOccurs="0"/>
                <xsd:element ref="ns3:MediaServiceSystemTag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38d7cb2-8266-40dc-9c80-5a14c72951d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_activity" ma:index="18" nillable="true" ma:displayName="_activity" ma:hidden="true" ma:internalName="_activity">
      <xsd:simpleType>
        <xsd:restriction base="dms:Note"/>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DateTaken" ma:index="22"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9cb1d79-f99f-49bb-8e2a-e2312126c491"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A9BFBAB-54D8-4D2B-81F7-50E6F7501764}">
  <ds:schemaRefs>
    <ds:schemaRef ds:uri="http://purl.org/dc/elements/1.1/"/>
    <ds:schemaRef ds:uri="http://purl.org/dc/terms/"/>
    <ds:schemaRef ds:uri="f38d7cb2-8266-40dc-9c80-5a14c72951d4"/>
    <ds:schemaRef ds:uri="a9cb1d79-f99f-49bb-8e2a-e2312126c491"/>
    <ds:schemaRef ds:uri="http://schemas.microsoft.com/office/2006/documentManagement/types"/>
    <ds:schemaRef ds:uri="http://schemas.microsoft.com/office/infopath/2007/PartnerControls"/>
    <ds:schemaRef ds:uri="http://www.w3.org/XML/1998/namespace"/>
    <ds:schemaRef ds:uri="http://schemas.openxmlformats.org/package/2006/metadata/core-properties"/>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9744AE7C-1058-4C5F-8244-E3C6339272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38d7cb2-8266-40dc-9c80-5a14c72951d4"/>
    <ds:schemaRef ds:uri="a9cb1d79-f99f-49bb-8e2a-e2312126c4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C9109AC-3400-4D6C-BF7D-EE9E1DA1F08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VU_PPT Template</Template>
  <TotalTime>52</TotalTime>
  <Words>2573</Words>
  <Application>Microsoft Office PowerPoint</Application>
  <PresentationFormat>Widescreen</PresentationFormat>
  <Paragraphs>240</Paragraphs>
  <Slides>59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59</vt:i4>
      </vt:variant>
    </vt:vector>
  </HeadingPairs>
  <TitlesOfParts>
    <vt:vector size="66" baseType="lpstr">
      <vt:lpstr>.Lucida Grande UI Regular</vt:lpstr>
      <vt:lpstr>Arial</vt:lpstr>
      <vt:lpstr>ArialMT</vt:lpstr>
      <vt:lpstr>Calibri</vt:lpstr>
      <vt:lpstr>Helvetica Neue</vt:lpstr>
      <vt:lpstr>Univers-CondensedLightOblique</vt:lpstr>
      <vt:lpstr>Office Theme</vt:lpstr>
      <vt:lpstr>Session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Session 1: OHS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Integrating OHS in Design Processes</vt:lpstr>
      <vt:lpstr>Integrating OHS in Design Processes</vt:lpstr>
      <vt:lpstr>Integrating OHS in Projects – Project Involvement</vt:lpstr>
      <vt:lpstr>Overview of Roles Involved in an Architectural Project</vt:lpstr>
      <vt:lpstr>Practical OHS Considerations in Design Fire Safety </vt:lpstr>
      <vt:lpstr>Practical OHS Considerations in Design Fire Safety </vt:lpstr>
      <vt:lpstr>Practical OHS Considerations in Design Fire Safety </vt:lpstr>
      <vt:lpstr>Practical OHS Considerations in Design Fire Safety  </vt:lpstr>
      <vt:lpstr>Practical OHS Considerations in Design Fire Safety  </vt:lpstr>
      <vt:lpstr>Practical OHS Considerations in Design - Ergonomics</vt:lpstr>
      <vt:lpstr>Practical OHS Considerations in Design - Ergonomics</vt:lpstr>
      <vt:lpstr>Practical OHS Considerations in Design - Ergonomics</vt:lpstr>
      <vt:lpstr>Practical OHS Considerations in Design - Ergonomics Room Height</vt:lpstr>
      <vt:lpstr>Practical OHS Considerations in Design Workplace Injury</vt:lpstr>
      <vt:lpstr>Practical OHS Considerations in Design - Hazardous Building Materials </vt:lpstr>
      <vt:lpstr>Practical OHS Considerations in Design - Hazardous Building Materials </vt:lpstr>
      <vt:lpstr>PowerPoint Presentation</vt:lpstr>
      <vt:lpstr>Activity 3: Identify a building in Australia that unsuccessfully integrated OHS</vt:lpstr>
      <vt:lpstr>Session 1: Design Principles</vt:lpstr>
      <vt:lpstr>Activity 4: What is architecture? </vt:lpstr>
      <vt:lpstr>Architectural Systems</vt:lpstr>
      <vt:lpstr>Architectural Systems</vt:lpstr>
      <vt:lpstr>Primary Elements - Line</vt:lpstr>
      <vt:lpstr>Primary Elements - Line</vt:lpstr>
      <vt:lpstr>Primary Elements - Plane</vt:lpstr>
      <vt:lpstr>Primary Elements -Volume</vt:lpstr>
      <vt:lpstr>Form</vt:lpstr>
      <vt:lpstr>Form</vt:lpstr>
      <vt:lpstr>Form – what principle was applied? Dimensional/substrative/additive</vt:lpstr>
      <vt:lpstr>Form and Space</vt:lpstr>
      <vt:lpstr>Form and Space – what principle was applied ?</vt:lpstr>
      <vt:lpstr>Form and Space</vt:lpstr>
      <vt:lpstr>Organisation</vt:lpstr>
      <vt:lpstr>Circulation</vt:lpstr>
      <vt:lpstr>Proportion and Scale</vt:lpstr>
      <vt:lpstr>Other Ordering Principles</vt:lpstr>
      <vt:lpstr>Activity 5: Initial Design Brainstorm</vt:lpstr>
      <vt:lpstr>PowerPoint Presentation</vt:lpstr>
      <vt:lpstr>Thank you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Axnick</dc:creator>
  <cp:lastModifiedBy>Daniel Axnick</cp:lastModifiedBy>
  <cp:revision>4</cp:revision>
  <dcterms:created xsi:type="dcterms:W3CDTF">2025-01-30T23:38:47Z</dcterms:created>
  <dcterms:modified xsi:type="dcterms:W3CDTF">2025-01-31T00:32:24Z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0x010100D9F76110527CE0478E6091AB5EC74898</vt:lpwstr>
  </property>
  <property fmtid="{D5CDD505-2E9C-101B-9397-08002B2CF9AE}" pid="4" name="_dlc_DocIdItemGuid">
    <vt:lpwstr>c455dfeb-16d0-4085-bac7-566eeb3c23ee</vt:lpwstr>
  </property>
  <property fmtid="{D5CDD505-2E9C-101B-9397-08002B2CF9AE}" pid="5" name="MSIP_Label_d7dc88d9-fa17-47eb-a208-3e66f59d50e5_Enabled">
    <vt:lpwstr>true</vt:lpwstr>
  </property>
  <property fmtid="{D5CDD505-2E9C-101B-9397-08002B2CF9AE}" pid="6" name="MSIP_Label_d7dc88d9-fa17-47eb-a208-3e66f59d50e5_SetDate">
    <vt:lpwstr>2023-08-16T02:10:42Z</vt:lpwstr>
  </property>
  <property fmtid="{D5CDD505-2E9C-101B-9397-08002B2CF9AE}" pid="7" name="MSIP_Label_d7dc88d9-fa17-47eb-a208-3e66f59d50e5_Method">
    <vt:lpwstr>Standard</vt:lpwstr>
  </property>
  <property fmtid="{D5CDD505-2E9C-101B-9397-08002B2CF9AE}" pid="8" name="MSIP_Label_d7dc88d9-fa17-47eb-a208-3e66f59d50e5_Name">
    <vt:lpwstr>Internal</vt:lpwstr>
  </property>
  <property fmtid="{D5CDD505-2E9C-101B-9397-08002B2CF9AE}" pid="9" name="MSIP_Label_d7dc88d9-fa17-47eb-a208-3e66f59d50e5_SiteId">
    <vt:lpwstr>d51ba343-9258-4ea6-9907-426d8c84ec12</vt:lpwstr>
  </property>
  <property fmtid="{D5CDD505-2E9C-101B-9397-08002B2CF9AE}" pid="10" name="MSIP_Label_d7dc88d9-fa17-47eb-a208-3e66f59d50e5_ActionId">
    <vt:lpwstr>988a31dd-b6e9-4136-86c0-f7d1a748cb73</vt:lpwstr>
  </property>
  <property fmtid="{D5CDD505-2E9C-101B-9397-08002B2CF9AE}" pid="11" name="MSIP_Label_d7dc88d9-fa17-47eb-a208-3e66f59d50e5_ContentBits">
    <vt:lpwstr>0</vt:lpwstr>
  </property>
  <property fmtid="{D5CDD505-2E9C-101B-9397-08002B2CF9AE}" pid="12" name="Order">
    <vt:lpwstr>20776600.0000000</vt:lpwstr>
  </property>
  <property fmtid="{D5CDD505-2E9C-101B-9397-08002B2CF9AE}" pid="13" name="xd_ProgID">
    <vt:lpwstr/>
  </property>
  <property fmtid="{D5CDD505-2E9C-101B-9397-08002B2CF9AE}" pid="14" name="ComplianceAssetId">
    <vt:lpwstr/>
  </property>
  <property fmtid="{D5CDD505-2E9C-101B-9397-08002B2CF9AE}" pid="15" name="TemplateUrl">
    <vt:lpwstr/>
  </property>
  <property fmtid="{D5CDD505-2E9C-101B-9397-08002B2CF9AE}" pid="16" name="_ExtendedDescription">
    <vt:lpwstr/>
  </property>
  <property fmtid="{D5CDD505-2E9C-101B-9397-08002B2CF9AE}" pid="17" name="TriggerFlowInfo">
    <vt:lpwstr/>
  </property>
  <property fmtid="{D5CDD505-2E9C-101B-9397-08002B2CF9AE}" pid="18" name="xd_Signature">
    <vt:lpwstr/>
  </property>
</Properties>
</file>