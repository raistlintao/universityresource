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35"/>
  </p:notesMasterIdLst>
  <p:sldIdLst>
    <p:sldId id="257" r:id="rId5"/>
    <p:sldId id="329" r:id="rId6"/>
    <p:sldId id="330" r:id="rId7"/>
    <p:sldId id="263" r:id="rId8"/>
    <p:sldId id="258" r:id="rId9"/>
    <p:sldId id="266" r:id="rId10"/>
    <p:sldId id="267" r:id="rId11"/>
    <p:sldId id="268" r:id="rId12"/>
    <p:sldId id="265" r:id="rId13"/>
    <p:sldId id="273" r:id="rId14"/>
    <p:sldId id="269" r:id="rId15"/>
    <p:sldId id="270" r:id="rId16"/>
    <p:sldId id="272" r:id="rId17"/>
    <p:sldId id="259" r:id="rId18"/>
    <p:sldId id="260" r:id="rId19"/>
    <p:sldId id="332" r:id="rId20"/>
    <p:sldId id="333" r:id="rId21"/>
    <p:sldId id="334" r:id="rId22"/>
    <p:sldId id="335" r:id="rId23"/>
    <p:sldId id="337" r:id="rId24"/>
    <p:sldId id="338" r:id="rId25"/>
    <p:sldId id="339" r:id="rId26"/>
    <p:sldId id="261" r:id="rId27"/>
    <p:sldId id="262" r:id="rId28"/>
    <p:sldId id="340" r:id="rId29"/>
    <p:sldId id="264" r:id="rId30"/>
    <p:sldId id="341" r:id="rId31"/>
    <p:sldId id="343" r:id="rId32"/>
    <p:sldId id="274" r:id="rId33"/>
    <p:sldId id="318" r:id="rId34"/>
  </p:sldIdLst>
  <p:sldSz cx="12192000" cy="6858000"/>
  <p:notesSz cx="6858000" cy="9144000"/>
  <p:defaultTex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49AD2"/>
    <a:srgbClr val="ED6B5E"/>
    <a:srgbClr val="0C71AC"/>
    <a:srgbClr val="5BC2E7"/>
    <a:srgbClr val="D9D9D9"/>
    <a:srgbClr val="B8B1E5"/>
    <a:srgbClr val="ECEC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310"/>
    <p:restoredTop sz="96327"/>
  </p:normalViewPr>
  <p:slideViewPr>
    <p:cSldViewPr snapToGrid="0" snapToObjects="1">
      <p:cViewPr varScale="1">
        <p:scale>
          <a:sx n="165" d="100"/>
          <a:sy n="165" d="100"/>
        </p:scale>
        <p:origin x="348"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05D4756-DE9E-4C7C-999C-B37A59D93EB8}" type="doc">
      <dgm:prSet loTypeId="urn:microsoft.com/office/officeart/2005/8/layout/radial1" loCatId="cycle" qsTypeId="urn:microsoft.com/office/officeart/2005/8/quickstyle/simple1" qsCatId="simple" csTypeId="urn:microsoft.com/office/officeart/2005/8/colors/accent1_2" csCatId="accent1" phldr="1"/>
      <dgm:spPr/>
      <dgm:t>
        <a:bodyPr/>
        <a:lstStyle/>
        <a:p>
          <a:endParaRPr lang="en-AU"/>
        </a:p>
      </dgm:t>
    </dgm:pt>
    <dgm:pt modelId="{539723E7-05DD-4AA2-A038-B5911F0A564C}">
      <dgm:prSet phldrT="[Text]"/>
      <dgm:spPr/>
      <dgm:t>
        <a:bodyPr/>
        <a:lstStyle/>
        <a:p>
          <a:r>
            <a:rPr lang="en-AU" dirty="0"/>
            <a:t>Four Pillars of Sustainability</a:t>
          </a:r>
        </a:p>
        <a:p>
          <a:r>
            <a:rPr lang="en-AU" dirty="0"/>
            <a:t>UNESCO </a:t>
          </a:r>
        </a:p>
      </dgm:t>
    </dgm:pt>
    <dgm:pt modelId="{DA57BE04-9894-4025-857E-50A8426EE634}" type="parTrans" cxnId="{853BD911-1DA8-4C4F-8450-7FD54FB6F629}">
      <dgm:prSet/>
      <dgm:spPr/>
      <dgm:t>
        <a:bodyPr/>
        <a:lstStyle/>
        <a:p>
          <a:endParaRPr lang="en-AU"/>
        </a:p>
      </dgm:t>
    </dgm:pt>
    <dgm:pt modelId="{CD4B95B6-484E-453F-9372-EE9A645401FA}" type="sibTrans" cxnId="{853BD911-1DA8-4C4F-8450-7FD54FB6F629}">
      <dgm:prSet/>
      <dgm:spPr/>
      <dgm:t>
        <a:bodyPr/>
        <a:lstStyle/>
        <a:p>
          <a:endParaRPr lang="en-AU"/>
        </a:p>
      </dgm:t>
    </dgm:pt>
    <dgm:pt modelId="{858417E6-712C-45B6-BD1A-DA5294EDF515}">
      <dgm:prSet phldrT="[Text]"/>
      <dgm:spPr/>
      <dgm:t>
        <a:bodyPr/>
        <a:lstStyle/>
        <a:p>
          <a:r>
            <a:rPr lang="en-AU" dirty="0"/>
            <a:t>Economic </a:t>
          </a:r>
        </a:p>
      </dgm:t>
    </dgm:pt>
    <dgm:pt modelId="{310DBF5B-D71A-4625-BA05-47099FBC8F91}" type="parTrans" cxnId="{5FFFA26E-B447-4CEA-9F96-1B435824EF8C}">
      <dgm:prSet/>
      <dgm:spPr/>
      <dgm:t>
        <a:bodyPr/>
        <a:lstStyle/>
        <a:p>
          <a:endParaRPr lang="en-AU"/>
        </a:p>
      </dgm:t>
    </dgm:pt>
    <dgm:pt modelId="{607236A5-3585-4A97-A6C6-BEB87CE096FC}" type="sibTrans" cxnId="{5FFFA26E-B447-4CEA-9F96-1B435824EF8C}">
      <dgm:prSet/>
      <dgm:spPr/>
      <dgm:t>
        <a:bodyPr/>
        <a:lstStyle/>
        <a:p>
          <a:endParaRPr lang="en-AU"/>
        </a:p>
      </dgm:t>
    </dgm:pt>
    <dgm:pt modelId="{4D672802-3EDF-42A3-AD17-83182F66C7F9}">
      <dgm:prSet phldrT="[Text]"/>
      <dgm:spPr/>
      <dgm:t>
        <a:bodyPr/>
        <a:lstStyle/>
        <a:p>
          <a:r>
            <a:rPr lang="en-AU" dirty="0"/>
            <a:t>Social</a:t>
          </a:r>
        </a:p>
      </dgm:t>
    </dgm:pt>
    <dgm:pt modelId="{031226C5-8A7C-4BFD-83AB-B88EF9AAA371}" type="parTrans" cxnId="{AD34DD44-C2CA-49E6-B061-A04BC9CF3739}">
      <dgm:prSet/>
      <dgm:spPr/>
      <dgm:t>
        <a:bodyPr/>
        <a:lstStyle/>
        <a:p>
          <a:endParaRPr lang="en-AU"/>
        </a:p>
      </dgm:t>
    </dgm:pt>
    <dgm:pt modelId="{2D35FA44-E968-48E7-84E1-55E43072970E}" type="sibTrans" cxnId="{AD34DD44-C2CA-49E6-B061-A04BC9CF3739}">
      <dgm:prSet/>
      <dgm:spPr/>
      <dgm:t>
        <a:bodyPr/>
        <a:lstStyle/>
        <a:p>
          <a:endParaRPr lang="en-AU"/>
        </a:p>
      </dgm:t>
    </dgm:pt>
    <dgm:pt modelId="{CA4F027A-6D52-4A62-9F0E-EC9E0B23286D}">
      <dgm:prSet phldrT="[Text]"/>
      <dgm:spPr>
        <a:solidFill>
          <a:schemeClr val="accent5"/>
        </a:solidFill>
      </dgm:spPr>
      <dgm:t>
        <a:bodyPr/>
        <a:lstStyle/>
        <a:p>
          <a:r>
            <a:rPr lang="en-AU" dirty="0"/>
            <a:t>Cultural</a:t>
          </a:r>
        </a:p>
      </dgm:t>
    </dgm:pt>
    <dgm:pt modelId="{D6F27532-666A-49EA-B02E-F7A19C06F553}" type="parTrans" cxnId="{7DA8AAD0-FA11-4821-8478-A94B0F4C9A77}">
      <dgm:prSet/>
      <dgm:spPr/>
      <dgm:t>
        <a:bodyPr/>
        <a:lstStyle/>
        <a:p>
          <a:endParaRPr lang="en-AU"/>
        </a:p>
      </dgm:t>
    </dgm:pt>
    <dgm:pt modelId="{A13E102B-BAAF-48EE-ADEB-080AF39B4B37}" type="sibTrans" cxnId="{7DA8AAD0-FA11-4821-8478-A94B0F4C9A77}">
      <dgm:prSet/>
      <dgm:spPr/>
      <dgm:t>
        <a:bodyPr/>
        <a:lstStyle/>
        <a:p>
          <a:endParaRPr lang="en-AU"/>
        </a:p>
      </dgm:t>
    </dgm:pt>
    <dgm:pt modelId="{0D81B4DD-AA18-480D-9203-403EF2C22E33}">
      <dgm:prSet phldrT="[Text]"/>
      <dgm:spPr/>
      <dgm:t>
        <a:bodyPr/>
        <a:lstStyle/>
        <a:p>
          <a:r>
            <a:rPr lang="en-AU" dirty="0"/>
            <a:t>Environmental</a:t>
          </a:r>
        </a:p>
      </dgm:t>
    </dgm:pt>
    <dgm:pt modelId="{769EA9F6-30BD-4412-8E97-23F80C568761}" type="parTrans" cxnId="{FA49E55E-55D1-4074-8F71-AAF72339FC22}">
      <dgm:prSet/>
      <dgm:spPr/>
      <dgm:t>
        <a:bodyPr/>
        <a:lstStyle/>
        <a:p>
          <a:endParaRPr lang="en-AU"/>
        </a:p>
      </dgm:t>
    </dgm:pt>
    <dgm:pt modelId="{450CA861-D353-4AA9-B37A-3D0720294A6E}" type="sibTrans" cxnId="{FA49E55E-55D1-4074-8F71-AAF72339FC22}">
      <dgm:prSet/>
      <dgm:spPr/>
      <dgm:t>
        <a:bodyPr/>
        <a:lstStyle/>
        <a:p>
          <a:endParaRPr lang="en-AU"/>
        </a:p>
      </dgm:t>
    </dgm:pt>
    <dgm:pt modelId="{E9BFE256-C7E1-401D-9CE2-A96184515135}" type="pres">
      <dgm:prSet presAssocID="{F05D4756-DE9E-4C7C-999C-B37A59D93EB8}" presName="cycle" presStyleCnt="0">
        <dgm:presLayoutVars>
          <dgm:chMax val="1"/>
          <dgm:dir/>
          <dgm:animLvl val="ctr"/>
          <dgm:resizeHandles val="exact"/>
        </dgm:presLayoutVars>
      </dgm:prSet>
      <dgm:spPr/>
    </dgm:pt>
    <dgm:pt modelId="{10E84B8B-9425-4626-96A4-B40A19EC0A8D}" type="pres">
      <dgm:prSet presAssocID="{539723E7-05DD-4AA2-A038-B5911F0A564C}" presName="centerShape" presStyleLbl="node0" presStyleIdx="0" presStyleCnt="1"/>
      <dgm:spPr/>
    </dgm:pt>
    <dgm:pt modelId="{2BFCF92E-DEA9-4F41-BACF-63F27FFD1E60}" type="pres">
      <dgm:prSet presAssocID="{310DBF5B-D71A-4625-BA05-47099FBC8F91}" presName="Name9" presStyleLbl="parChTrans1D2" presStyleIdx="0" presStyleCnt="4"/>
      <dgm:spPr/>
    </dgm:pt>
    <dgm:pt modelId="{7E9B9E20-5B12-4C44-80AE-C642F77D7EE1}" type="pres">
      <dgm:prSet presAssocID="{310DBF5B-D71A-4625-BA05-47099FBC8F91}" presName="connTx" presStyleLbl="parChTrans1D2" presStyleIdx="0" presStyleCnt="4"/>
      <dgm:spPr/>
    </dgm:pt>
    <dgm:pt modelId="{99F43C8E-5066-40FF-873D-8643EC454A99}" type="pres">
      <dgm:prSet presAssocID="{858417E6-712C-45B6-BD1A-DA5294EDF515}" presName="node" presStyleLbl="node1" presStyleIdx="0" presStyleCnt="4">
        <dgm:presLayoutVars>
          <dgm:bulletEnabled val="1"/>
        </dgm:presLayoutVars>
      </dgm:prSet>
      <dgm:spPr/>
    </dgm:pt>
    <dgm:pt modelId="{08FDE99C-8B50-44F0-8064-626730DD0A62}" type="pres">
      <dgm:prSet presAssocID="{031226C5-8A7C-4BFD-83AB-B88EF9AAA371}" presName="Name9" presStyleLbl="parChTrans1D2" presStyleIdx="1" presStyleCnt="4"/>
      <dgm:spPr/>
    </dgm:pt>
    <dgm:pt modelId="{9D3C62F9-C5E3-4BDC-9E9C-0E949FB34E1E}" type="pres">
      <dgm:prSet presAssocID="{031226C5-8A7C-4BFD-83AB-B88EF9AAA371}" presName="connTx" presStyleLbl="parChTrans1D2" presStyleIdx="1" presStyleCnt="4"/>
      <dgm:spPr/>
    </dgm:pt>
    <dgm:pt modelId="{5F872BBD-B86F-4BE7-A039-E034B655F140}" type="pres">
      <dgm:prSet presAssocID="{4D672802-3EDF-42A3-AD17-83182F66C7F9}" presName="node" presStyleLbl="node1" presStyleIdx="1" presStyleCnt="4" custRadScaleRad="116421" custRadScaleInc="4318">
        <dgm:presLayoutVars>
          <dgm:bulletEnabled val="1"/>
        </dgm:presLayoutVars>
      </dgm:prSet>
      <dgm:spPr/>
    </dgm:pt>
    <dgm:pt modelId="{4AD9F8EE-EBD0-493D-8D0A-E8BEAB9DD864}" type="pres">
      <dgm:prSet presAssocID="{D6F27532-666A-49EA-B02E-F7A19C06F553}" presName="Name9" presStyleLbl="parChTrans1D2" presStyleIdx="2" presStyleCnt="4"/>
      <dgm:spPr/>
    </dgm:pt>
    <dgm:pt modelId="{8C3AD7E5-B21B-4812-8E67-7A519395E560}" type="pres">
      <dgm:prSet presAssocID="{D6F27532-666A-49EA-B02E-F7A19C06F553}" presName="connTx" presStyleLbl="parChTrans1D2" presStyleIdx="2" presStyleCnt="4"/>
      <dgm:spPr/>
    </dgm:pt>
    <dgm:pt modelId="{B1D43D32-E69B-4305-87A0-C186B643F615}" type="pres">
      <dgm:prSet presAssocID="{CA4F027A-6D52-4A62-9F0E-EC9E0B23286D}" presName="node" presStyleLbl="node1" presStyleIdx="2" presStyleCnt="4">
        <dgm:presLayoutVars>
          <dgm:bulletEnabled val="1"/>
        </dgm:presLayoutVars>
      </dgm:prSet>
      <dgm:spPr/>
    </dgm:pt>
    <dgm:pt modelId="{A883748C-E4DF-4EF9-8DDE-EB39CD173422}" type="pres">
      <dgm:prSet presAssocID="{769EA9F6-30BD-4412-8E97-23F80C568761}" presName="Name9" presStyleLbl="parChTrans1D2" presStyleIdx="3" presStyleCnt="4"/>
      <dgm:spPr/>
    </dgm:pt>
    <dgm:pt modelId="{9D5F6399-DF42-4627-AE09-C403D56B1240}" type="pres">
      <dgm:prSet presAssocID="{769EA9F6-30BD-4412-8E97-23F80C568761}" presName="connTx" presStyleLbl="parChTrans1D2" presStyleIdx="3" presStyleCnt="4"/>
      <dgm:spPr/>
    </dgm:pt>
    <dgm:pt modelId="{BC2F7ABF-645D-4FB9-AC9C-70C277B7597E}" type="pres">
      <dgm:prSet presAssocID="{0D81B4DD-AA18-480D-9203-403EF2C22E33}" presName="node" presStyleLbl="node1" presStyleIdx="3" presStyleCnt="4">
        <dgm:presLayoutVars>
          <dgm:bulletEnabled val="1"/>
        </dgm:presLayoutVars>
      </dgm:prSet>
      <dgm:spPr/>
    </dgm:pt>
  </dgm:ptLst>
  <dgm:cxnLst>
    <dgm:cxn modelId="{33790A04-6D64-41ED-BF16-C09BB6792419}" type="presOf" srcId="{310DBF5B-D71A-4625-BA05-47099FBC8F91}" destId="{7E9B9E20-5B12-4C44-80AE-C642F77D7EE1}" srcOrd="1" destOrd="0" presId="urn:microsoft.com/office/officeart/2005/8/layout/radial1"/>
    <dgm:cxn modelId="{853BD911-1DA8-4C4F-8450-7FD54FB6F629}" srcId="{F05D4756-DE9E-4C7C-999C-B37A59D93EB8}" destId="{539723E7-05DD-4AA2-A038-B5911F0A564C}" srcOrd="0" destOrd="0" parTransId="{DA57BE04-9894-4025-857E-50A8426EE634}" sibTransId="{CD4B95B6-484E-453F-9372-EE9A645401FA}"/>
    <dgm:cxn modelId="{18BB4414-16A9-4EDE-B84D-35E195C33460}" type="presOf" srcId="{031226C5-8A7C-4BFD-83AB-B88EF9AAA371}" destId="{9D3C62F9-C5E3-4BDC-9E9C-0E949FB34E1E}" srcOrd="1" destOrd="0" presId="urn:microsoft.com/office/officeart/2005/8/layout/radial1"/>
    <dgm:cxn modelId="{1DAF3E1B-AED9-478D-9718-1946680E33DF}" type="presOf" srcId="{858417E6-712C-45B6-BD1A-DA5294EDF515}" destId="{99F43C8E-5066-40FF-873D-8643EC454A99}" srcOrd="0" destOrd="0" presId="urn:microsoft.com/office/officeart/2005/8/layout/radial1"/>
    <dgm:cxn modelId="{CF4AB43E-5C92-48EF-8BF1-12B3DA9A0C77}" type="presOf" srcId="{F05D4756-DE9E-4C7C-999C-B37A59D93EB8}" destId="{E9BFE256-C7E1-401D-9CE2-A96184515135}" srcOrd="0" destOrd="0" presId="urn:microsoft.com/office/officeart/2005/8/layout/radial1"/>
    <dgm:cxn modelId="{FA49E55E-55D1-4074-8F71-AAF72339FC22}" srcId="{539723E7-05DD-4AA2-A038-B5911F0A564C}" destId="{0D81B4DD-AA18-480D-9203-403EF2C22E33}" srcOrd="3" destOrd="0" parTransId="{769EA9F6-30BD-4412-8E97-23F80C568761}" sibTransId="{450CA861-D353-4AA9-B37A-3D0720294A6E}"/>
    <dgm:cxn modelId="{4C067B5F-32A2-4D41-8AD4-9133B41EC230}" type="presOf" srcId="{539723E7-05DD-4AA2-A038-B5911F0A564C}" destId="{10E84B8B-9425-4626-96A4-B40A19EC0A8D}" srcOrd="0" destOrd="0" presId="urn:microsoft.com/office/officeart/2005/8/layout/radial1"/>
    <dgm:cxn modelId="{AD34DD44-C2CA-49E6-B061-A04BC9CF3739}" srcId="{539723E7-05DD-4AA2-A038-B5911F0A564C}" destId="{4D672802-3EDF-42A3-AD17-83182F66C7F9}" srcOrd="1" destOrd="0" parTransId="{031226C5-8A7C-4BFD-83AB-B88EF9AAA371}" sibTransId="{2D35FA44-E968-48E7-84E1-55E43072970E}"/>
    <dgm:cxn modelId="{5FFFA26E-B447-4CEA-9F96-1B435824EF8C}" srcId="{539723E7-05DD-4AA2-A038-B5911F0A564C}" destId="{858417E6-712C-45B6-BD1A-DA5294EDF515}" srcOrd="0" destOrd="0" parTransId="{310DBF5B-D71A-4625-BA05-47099FBC8F91}" sibTransId="{607236A5-3585-4A97-A6C6-BEB87CE096FC}"/>
    <dgm:cxn modelId="{CDDF8B53-5E9A-49C8-80C6-6B9E48AF8A2F}" type="presOf" srcId="{031226C5-8A7C-4BFD-83AB-B88EF9AAA371}" destId="{08FDE99C-8B50-44F0-8064-626730DD0A62}" srcOrd="0" destOrd="0" presId="urn:microsoft.com/office/officeart/2005/8/layout/radial1"/>
    <dgm:cxn modelId="{75602AA9-C179-496D-83BC-6F7BB19DCA87}" type="presOf" srcId="{D6F27532-666A-49EA-B02E-F7A19C06F553}" destId="{8C3AD7E5-B21B-4812-8E67-7A519395E560}" srcOrd="1" destOrd="0" presId="urn:microsoft.com/office/officeart/2005/8/layout/radial1"/>
    <dgm:cxn modelId="{8BCEFCAE-C54C-4C41-88C7-6B01D8DF6FA8}" type="presOf" srcId="{4D672802-3EDF-42A3-AD17-83182F66C7F9}" destId="{5F872BBD-B86F-4BE7-A039-E034B655F140}" srcOrd="0" destOrd="0" presId="urn:microsoft.com/office/officeart/2005/8/layout/radial1"/>
    <dgm:cxn modelId="{42B1A6AF-89CD-4D81-AB6D-DAE23DD9F1AF}" type="presOf" srcId="{D6F27532-666A-49EA-B02E-F7A19C06F553}" destId="{4AD9F8EE-EBD0-493D-8D0A-E8BEAB9DD864}" srcOrd="0" destOrd="0" presId="urn:microsoft.com/office/officeart/2005/8/layout/radial1"/>
    <dgm:cxn modelId="{7FBE54BB-8013-467A-A0B0-35400C056464}" type="presOf" srcId="{769EA9F6-30BD-4412-8E97-23F80C568761}" destId="{9D5F6399-DF42-4627-AE09-C403D56B1240}" srcOrd="1" destOrd="0" presId="urn:microsoft.com/office/officeart/2005/8/layout/radial1"/>
    <dgm:cxn modelId="{DABF99C2-BB35-4927-B4BB-683D54BFACAE}" type="presOf" srcId="{769EA9F6-30BD-4412-8E97-23F80C568761}" destId="{A883748C-E4DF-4EF9-8DDE-EB39CD173422}" srcOrd="0" destOrd="0" presId="urn:microsoft.com/office/officeart/2005/8/layout/radial1"/>
    <dgm:cxn modelId="{7DA8AAD0-FA11-4821-8478-A94B0F4C9A77}" srcId="{539723E7-05DD-4AA2-A038-B5911F0A564C}" destId="{CA4F027A-6D52-4A62-9F0E-EC9E0B23286D}" srcOrd="2" destOrd="0" parTransId="{D6F27532-666A-49EA-B02E-F7A19C06F553}" sibTransId="{A13E102B-BAAF-48EE-ADEB-080AF39B4B37}"/>
    <dgm:cxn modelId="{7A6E98D6-5691-47C3-A4D2-1AC7C1256513}" type="presOf" srcId="{CA4F027A-6D52-4A62-9F0E-EC9E0B23286D}" destId="{B1D43D32-E69B-4305-87A0-C186B643F615}" srcOrd="0" destOrd="0" presId="urn:microsoft.com/office/officeart/2005/8/layout/radial1"/>
    <dgm:cxn modelId="{8CD266DC-692D-4A07-B728-07BFCA64D242}" type="presOf" srcId="{0D81B4DD-AA18-480D-9203-403EF2C22E33}" destId="{BC2F7ABF-645D-4FB9-AC9C-70C277B7597E}" srcOrd="0" destOrd="0" presId="urn:microsoft.com/office/officeart/2005/8/layout/radial1"/>
    <dgm:cxn modelId="{1D3C46FC-7A67-4DE2-AF05-49F385F03693}" type="presOf" srcId="{310DBF5B-D71A-4625-BA05-47099FBC8F91}" destId="{2BFCF92E-DEA9-4F41-BACF-63F27FFD1E60}" srcOrd="0" destOrd="0" presId="urn:microsoft.com/office/officeart/2005/8/layout/radial1"/>
    <dgm:cxn modelId="{8CD6DB75-7CAC-47C7-B649-92D8583336C7}" type="presParOf" srcId="{E9BFE256-C7E1-401D-9CE2-A96184515135}" destId="{10E84B8B-9425-4626-96A4-B40A19EC0A8D}" srcOrd="0" destOrd="0" presId="urn:microsoft.com/office/officeart/2005/8/layout/radial1"/>
    <dgm:cxn modelId="{BEA72CDC-4744-4B8E-89B9-BD1AB5246A37}" type="presParOf" srcId="{E9BFE256-C7E1-401D-9CE2-A96184515135}" destId="{2BFCF92E-DEA9-4F41-BACF-63F27FFD1E60}" srcOrd="1" destOrd="0" presId="urn:microsoft.com/office/officeart/2005/8/layout/radial1"/>
    <dgm:cxn modelId="{B55F3A9E-5DD4-4C73-B0BD-F9B99AB5AF02}" type="presParOf" srcId="{2BFCF92E-DEA9-4F41-BACF-63F27FFD1E60}" destId="{7E9B9E20-5B12-4C44-80AE-C642F77D7EE1}" srcOrd="0" destOrd="0" presId="urn:microsoft.com/office/officeart/2005/8/layout/radial1"/>
    <dgm:cxn modelId="{5CC64736-38CC-4803-BB75-9EB12E38DBFB}" type="presParOf" srcId="{E9BFE256-C7E1-401D-9CE2-A96184515135}" destId="{99F43C8E-5066-40FF-873D-8643EC454A99}" srcOrd="2" destOrd="0" presId="urn:microsoft.com/office/officeart/2005/8/layout/radial1"/>
    <dgm:cxn modelId="{E44C39EC-332E-4891-85FE-9CA090E473C9}" type="presParOf" srcId="{E9BFE256-C7E1-401D-9CE2-A96184515135}" destId="{08FDE99C-8B50-44F0-8064-626730DD0A62}" srcOrd="3" destOrd="0" presId="urn:microsoft.com/office/officeart/2005/8/layout/radial1"/>
    <dgm:cxn modelId="{68FBB0DB-186C-4C0E-9438-F4F9B971DDD2}" type="presParOf" srcId="{08FDE99C-8B50-44F0-8064-626730DD0A62}" destId="{9D3C62F9-C5E3-4BDC-9E9C-0E949FB34E1E}" srcOrd="0" destOrd="0" presId="urn:microsoft.com/office/officeart/2005/8/layout/radial1"/>
    <dgm:cxn modelId="{1953C5A9-3CBB-4AF6-9105-0298534922B7}" type="presParOf" srcId="{E9BFE256-C7E1-401D-9CE2-A96184515135}" destId="{5F872BBD-B86F-4BE7-A039-E034B655F140}" srcOrd="4" destOrd="0" presId="urn:microsoft.com/office/officeart/2005/8/layout/radial1"/>
    <dgm:cxn modelId="{090BA266-8B03-4D95-BC96-F74FB4413098}" type="presParOf" srcId="{E9BFE256-C7E1-401D-9CE2-A96184515135}" destId="{4AD9F8EE-EBD0-493D-8D0A-E8BEAB9DD864}" srcOrd="5" destOrd="0" presId="urn:microsoft.com/office/officeart/2005/8/layout/radial1"/>
    <dgm:cxn modelId="{4C363902-39BD-4A86-BDD0-59219B4F29B4}" type="presParOf" srcId="{4AD9F8EE-EBD0-493D-8D0A-E8BEAB9DD864}" destId="{8C3AD7E5-B21B-4812-8E67-7A519395E560}" srcOrd="0" destOrd="0" presId="urn:microsoft.com/office/officeart/2005/8/layout/radial1"/>
    <dgm:cxn modelId="{38AA354A-CBFD-4925-B50B-3A9834CC2F05}" type="presParOf" srcId="{E9BFE256-C7E1-401D-9CE2-A96184515135}" destId="{B1D43D32-E69B-4305-87A0-C186B643F615}" srcOrd="6" destOrd="0" presId="urn:microsoft.com/office/officeart/2005/8/layout/radial1"/>
    <dgm:cxn modelId="{A1B2DA12-4E3C-4CE0-A48B-8E5FD34F5EA1}" type="presParOf" srcId="{E9BFE256-C7E1-401D-9CE2-A96184515135}" destId="{A883748C-E4DF-4EF9-8DDE-EB39CD173422}" srcOrd="7" destOrd="0" presId="urn:microsoft.com/office/officeart/2005/8/layout/radial1"/>
    <dgm:cxn modelId="{09671C32-D6AD-4CEE-B9D8-05952E46BA74}" type="presParOf" srcId="{A883748C-E4DF-4EF9-8DDE-EB39CD173422}" destId="{9D5F6399-DF42-4627-AE09-C403D56B1240}" srcOrd="0" destOrd="0" presId="urn:microsoft.com/office/officeart/2005/8/layout/radial1"/>
    <dgm:cxn modelId="{2C10A8AE-6732-4457-90D0-4A10BA230E9B}" type="presParOf" srcId="{E9BFE256-C7E1-401D-9CE2-A96184515135}" destId="{BC2F7ABF-645D-4FB9-AC9C-70C277B7597E}" srcOrd="8" destOrd="0" presId="urn:microsoft.com/office/officeart/2005/8/layout/radial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E84B8B-9425-4626-96A4-B40A19EC0A8D}">
      <dsp:nvSpPr>
        <dsp:cNvPr id="0" name=""/>
        <dsp:cNvSpPr/>
      </dsp:nvSpPr>
      <dsp:spPr>
        <a:xfrm>
          <a:off x="5177589" y="1752558"/>
          <a:ext cx="1331996" cy="133199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AU" sz="1200" kern="1200" dirty="0"/>
            <a:t>Four Pillars of Sustainability</a:t>
          </a:r>
        </a:p>
        <a:p>
          <a:pPr marL="0" lvl="0" indent="0" algn="ctr" defTabSz="533400">
            <a:lnSpc>
              <a:spcPct val="90000"/>
            </a:lnSpc>
            <a:spcBef>
              <a:spcPct val="0"/>
            </a:spcBef>
            <a:spcAft>
              <a:spcPct val="35000"/>
            </a:spcAft>
            <a:buNone/>
          </a:pPr>
          <a:r>
            <a:rPr lang="en-AU" sz="1200" kern="1200" dirty="0"/>
            <a:t>UNESCO </a:t>
          </a:r>
        </a:p>
      </dsp:txBody>
      <dsp:txXfrm>
        <a:off x="5372655" y="1947624"/>
        <a:ext cx="941864" cy="941864"/>
      </dsp:txXfrm>
    </dsp:sp>
    <dsp:sp modelId="{2BFCF92E-DEA9-4F41-BACF-63F27FFD1E60}">
      <dsp:nvSpPr>
        <dsp:cNvPr id="0" name=""/>
        <dsp:cNvSpPr/>
      </dsp:nvSpPr>
      <dsp:spPr>
        <a:xfrm rot="16200000">
          <a:off x="5642585" y="1541298"/>
          <a:ext cx="402004" cy="20514"/>
        </a:xfrm>
        <a:custGeom>
          <a:avLst/>
          <a:gdLst/>
          <a:ahLst/>
          <a:cxnLst/>
          <a:rect l="0" t="0" r="0" b="0"/>
          <a:pathLst>
            <a:path>
              <a:moveTo>
                <a:pt x="0" y="10257"/>
              </a:moveTo>
              <a:lnTo>
                <a:pt x="402004" y="1025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AU" sz="500" kern="1200"/>
        </a:p>
      </dsp:txBody>
      <dsp:txXfrm>
        <a:off x="5833537" y="1541506"/>
        <a:ext cx="20100" cy="20100"/>
      </dsp:txXfrm>
    </dsp:sp>
    <dsp:sp modelId="{99F43C8E-5066-40FF-873D-8643EC454A99}">
      <dsp:nvSpPr>
        <dsp:cNvPr id="0" name=""/>
        <dsp:cNvSpPr/>
      </dsp:nvSpPr>
      <dsp:spPr>
        <a:xfrm>
          <a:off x="5177589" y="18557"/>
          <a:ext cx="1331996" cy="133199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AU" sz="1100" kern="1200" dirty="0"/>
            <a:t>Economic </a:t>
          </a:r>
        </a:p>
      </dsp:txBody>
      <dsp:txXfrm>
        <a:off x="5372655" y="213623"/>
        <a:ext cx="941864" cy="941864"/>
      </dsp:txXfrm>
    </dsp:sp>
    <dsp:sp modelId="{08FDE99C-8B50-44F0-8064-626730DD0A62}">
      <dsp:nvSpPr>
        <dsp:cNvPr id="0" name=""/>
        <dsp:cNvSpPr/>
      </dsp:nvSpPr>
      <dsp:spPr>
        <a:xfrm rot="116586">
          <a:off x="6509005" y="2442523"/>
          <a:ext cx="686744" cy="20514"/>
        </a:xfrm>
        <a:custGeom>
          <a:avLst/>
          <a:gdLst/>
          <a:ahLst/>
          <a:cxnLst/>
          <a:rect l="0" t="0" r="0" b="0"/>
          <a:pathLst>
            <a:path>
              <a:moveTo>
                <a:pt x="0" y="10257"/>
              </a:moveTo>
              <a:lnTo>
                <a:pt x="686744" y="1025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AU" sz="500" kern="1200"/>
        </a:p>
      </dsp:txBody>
      <dsp:txXfrm>
        <a:off x="6835208" y="2435612"/>
        <a:ext cx="34337" cy="34337"/>
      </dsp:txXfrm>
    </dsp:sp>
    <dsp:sp modelId="{5F872BBD-B86F-4BE7-A039-E034B655F140}">
      <dsp:nvSpPr>
        <dsp:cNvPr id="0" name=""/>
        <dsp:cNvSpPr/>
      </dsp:nvSpPr>
      <dsp:spPr>
        <a:xfrm>
          <a:off x="7195169" y="1821007"/>
          <a:ext cx="1331996" cy="133199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AU" sz="1100" kern="1200" dirty="0"/>
            <a:t>Social</a:t>
          </a:r>
        </a:p>
      </dsp:txBody>
      <dsp:txXfrm>
        <a:off x="7390235" y="2016073"/>
        <a:ext cx="941864" cy="941864"/>
      </dsp:txXfrm>
    </dsp:sp>
    <dsp:sp modelId="{4AD9F8EE-EBD0-493D-8D0A-E8BEAB9DD864}">
      <dsp:nvSpPr>
        <dsp:cNvPr id="0" name=""/>
        <dsp:cNvSpPr/>
      </dsp:nvSpPr>
      <dsp:spPr>
        <a:xfrm rot="5400000">
          <a:off x="5642585" y="3275299"/>
          <a:ext cx="402004" cy="20514"/>
        </a:xfrm>
        <a:custGeom>
          <a:avLst/>
          <a:gdLst/>
          <a:ahLst/>
          <a:cxnLst/>
          <a:rect l="0" t="0" r="0" b="0"/>
          <a:pathLst>
            <a:path>
              <a:moveTo>
                <a:pt x="0" y="10257"/>
              </a:moveTo>
              <a:lnTo>
                <a:pt x="402004" y="1025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AU" sz="500" kern="1200"/>
        </a:p>
      </dsp:txBody>
      <dsp:txXfrm>
        <a:off x="5833537" y="3275506"/>
        <a:ext cx="20100" cy="20100"/>
      </dsp:txXfrm>
    </dsp:sp>
    <dsp:sp modelId="{B1D43D32-E69B-4305-87A0-C186B643F615}">
      <dsp:nvSpPr>
        <dsp:cNvPr id="0" name=""/>
        <dsp:cNvSpPr/>
      </dsp:nvSpPr>
      <dsp:spPr>
        <a:xfrm>
          <a:off x="5177589" y="3486559"/>
          <a:ext cx="1331996" cy="1331996"/>
        </a:xfrm>
        <a:prstGeom prst="ellipse">
          <a:avLst/>
        </a:prstGeom>
        <a:solidFill>
          <a:schemeClr val="accent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AU" sz="1100" kern="1200" dirty="0"/>
            <a:t>Cultural</a:t>
          </a:r>
        </a:p>
      </dsp:txBody>
      <dsp:txXfrm>
        <a:off x="5372655" y="3681625"/>
        <a:ext cx="941864" cy="941864"/>
      </dsp:txXfrm>
    </dsp:sp>
    <dsp:sp modelId="{A883748C-E4DF-4EF9-8DDE-EB39CD173422}">
      <dsp:nvSpPr>
        <dsp:cNvPr id="0" name=""/>
        <dsp:cNvSpPr/>
      </dsp:nvSpPr>
      <dsp:spPr>
        <a:xfrm rot="10800000">
          <a:off x="4775584" y="2408299"/>
          <a:ext cx="402004" cy="20514"/>
        </a:xfrm>
        <a:custGeom>
          <a:avLst/>
          <a:gdLst/>
          <a:ahLst/>
          <a:cxnLst/>
          <a:rect l="0" t="0" r="0" b="0"/>
          <a:pathLst>
            <a:path>
              <a:moveTo>
                <a:pt x="0" y="10257"/>
              </a:moveTo>
              <a:lnTo>
                <a:pt x="402004" y="1025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AU" sz="500" kern="1200"/>
        </a:p>
      </dsp:txBody>
      <dsp:txXfrm rot="10800000">
        <a:off x="4966537" y="2408506"/>
        <a:ext cx="20100" cy="20100"/>
      </dsp:txXfrm>
    </dsp:sp>
    <dsp:sp modelId="{BC2F7ABF-645D-4FB9-AC9C-70C277B7597E}">
      <dsp:nvSpPr>
        <dsp:cNvPr id="0" name=""/>
        <dsp:cNvSpPr/>
      </dsp:nvSpPr>
      <dsp:spPr>
        <a:xfrm>
          <a:off x="3443588" y="1752558"/>
          <a:ext cx="1331996" cy="133199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AU" sz="1100" kern="1200" dirty="0"/>
            <a:t>Environmental</a:t>
          </a:r>
        </a:p>
      </dsp:txBody>
      <dsp:txXfrm>
        <a:off x="3638654" y="1947624"/>
        <a:ext cx="941864" cy="941864"/>
      </dsp:txXfrm>
    </dsp:sp>
  </dsp:spTree>
</dsp:drawing>
</file>

<file path=ppt/diagrams/layout1.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2C2B7137-6CE1-F74D-80B1-E1939CF18C0B}" type="datetimeFigureOut">
              <a:rPr lang="en-US" smtClean="0"/>
              <a:pPr/>
              <a:t>2/10/2025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448FA329-FEDE-3F45-9805-68CDC9FBB0EA}" type="slidenum">
              <a:rPr lang="en-US" smtClean="0"/>
              <a:pPr/>
              <a:t>‹#›</a:t>
            </a:fld>
            <a:endParaRPr lang="en-US" dirty="0"/>
          </a:p>
        </p:txBody>
      </p:sp>
    </p:spTree>
    <p:extLst>
      <p:ext uri="{BB962C8B-B14F-4D97-AF65-F5344CB8AC3E}">
        <p14:creationId xmlns:p14="http://schemas.microsoft.com/office/powerpoint/2010/main" val="377891344"/>
      </p:ext>
    </p:extLst>
  </p:cSld>
  <p:clrMap bg1="lt1" tx1="dk1" bg2="lt2" tx2="dk2" accent1="accent1" accent2="accent2" accent3="accent3" accent4="accent4" accent5="accent5" accent6="accent6" hlink="hlink" folHlink="folHlink"/>
  <p:notesStyle>
    <a:lvl1pPr marL="0" algn="l" defTabSz="914377" rtl="0" eaLnBrk="1" latinLnBrk="0" hangingPunct="1">
      <a:defRPr sz="1200" b="0" i="0" kern="1200">
        <a:solidFill>
          <a:schemeClr val="tx1"/>
        </a:solidFill>
        <a:latin typeface="Arial" panose="020B0604020202020204" pitchFamily="34" charset="0"/>
        <a:ea typeface="+mn-ea"/>
        <a:cs typeface="+mn-cs"/>
      </a:defRPr>
    </a:lvl1pPr>
    <a:lvl2pPr marL="457189" algn="l" defTabSz="914377" rtl="0" eaLnBrk="1" latinLnBrk="0" hangingPunct="1">
      <a:defRPr sz="1200" b="0" i="0" kern="1200">
        <a:solidFill>
          <a:schemeClr val="tx1"/>
        </a:solidFill>
        <a:latin typeface="Arial" panose="020B0604020202020204" pitchFamily="34" charset="0"/>
        <a:ea typeface="+mn-ea"/>
        <a:cs typeface="+mn-cs"/>
      </a:defRPr>
    </a:lvl2pPr>
    <a:lvl3pPr marL="914377" algn="l" defTabSz="914377" rtl="0" eaLnBrk="1" latinLnBrk="0" hangingPunct="1">
      <a:defRPr sz="1200" b="0" i="0" kern="1200">
        <a:solidFill>
          <a:schemeClr val="tx1"/>
        </a:solidFill>
        <a:latin typeface="Arial" panose="020B0604020202020204" pitchFamily="34" charset="0"/>
        <a:ea typeface="+mn-ea"/>
        <a:cs typeface="+mn-cs"/>
      </a:defRPr>
    </a:lvl3pPr>
    <a:lvl4pPr marL="1371566" algn="l" defTabSz="914377" rtl="0" eaLnBrk="1" latinLnBrk="0" hangingPunct="1">
      <a:defRPr sz="1200" b="0" i="0" kern="1200">
        <a:solidFill>
          <a:schemeClr val="tx1"/>
        </a:solidFill>
        <a:latin typeface="Arial" panose="020B0604020202020204" pitchFamily="34" charset="0"/>
        <a:ea typeface="+mn-ea"/>
        <a:cs typeface="+mn-cs"/>
      </a:defRPr>
    </a:lvl4pPr>
    <a:lvl5pPr marL="1828754" algn="l" defTabSz="914377" rtl="0" eaLnBrk="1" latinLnBrk="0" hangingPunct="1">
      <a:defRPr sz="1200" b="0" i="0" kern="1200">
        <a:solidFill>
          <a:schemeClr val="tx1"/>
        </a:solidFill>
        <a:latin typeface="Arial" panose="020B0604020202020204" pitchFamily="34" charset="0"/>
        <a:ea typeface="+mn-ea"/>
        <a:cs typeface="+mn-cs"/>
      </a:defRPr>
    </a:lvl5pPr>
    <a:lvl6pPr marL="2285943" algn="l" defTabSz="914377" rtl="0" eaLnBrk="1" latinLnBrk="0" hangingPunct="1">
      <a:defRPr sz="1200" kern="1200">
        <a:solidFill>
          <a:schemeClr val="tx1"/>
        </a:solidFill>
        <a:latin typeface="+mn-lt"/>
        <a:ea typeface="+mn-ea"/>
        <a:cs typeface="+mn-cs"/>
      </a:defRPr>
    </a:lvl6pPr>
    <a:lvl7pPr marL="2743131" algn="l" defTabSz="914377" rtl="0" eaLnBrk="1" latinLnBrk="0" hangingPunct="1">
      <a:defRPr sz="1200" kern="1200">
        <a:solidFill>
          <a:schemeClr val="tx1"/>
        </a:solidFill>
        <a:latin typeface="+mn-lt"/>
        <a:ea typeface="+mn-ea"/>
        <a:cs typeface="+mn-cs"/>
      </a:defRPr>
    </a:lvl7pPr>
    <a:lvl8pPr marL="3200320" algn="l" defTabSz="914377" rtl="0" eaLnBrk="1" latinLnBrk="0" hangingPunct="1">
      <a:defRPr sz="1200" kern="1200">
        <a:solidFill>
          <a:schemeClr val="tx1"/>
        </a:solidFill>
        <a:latin typeface="+mn-lt"/>
        <a:ea typeface="+mn-ea"/>
        <a:cs typeface="+mn-cs"/>
      </a:defRPr>
    </a:lvl8pPr>
    <a:lvl9pPr marL="3657509" algn="l" defTabSz="91437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A30440F8-0FC8-47A8-9D9E-98F6B7203A91}" type="slidenum">
              <a:rPr lang="en-AU" smtClean="0"/>
              <a:t>26</a:t>
            </a:fld>
            <a:endParaRPr lang="en-AU"/>
          </a:p>
        </p:txBody>
      </p:sp>
    </p:spTree>
    <p:extLst>
      <p:ext uri="{BB962C8B-B14F-4D97-AF65-F5344CB8AC3E}">
        <p14:creationId xmlns:p14="http://schemas.microsoft.com/office/powerpoint/2010/main" val="8549057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1.xml"/><Relationship Id="rId5" Type="http://schemas.openxmlformats.org/officeDocument/2006/relationships/image" Target="../media/image9.png"/><Relationship Id="rId4" Type="http://schemas.openxmlformats.org/officeDocument/2006/relationships/image" Target="../media/image1.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9.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ECECEC"/>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5D83670-F2E4-4145-A4CC-4F7098D5447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834075" y="5199199"/>
            <a:ext cx="3097618" cy="1425800"/>
          </a:xfrm>
          <a:prstGeom prst="rect">
            <a:avLst/>
          </a:prstGeom>
        </p:spPr>
      </p:pic>
      <p:pic>
        <p:nvPicPr>
          <p:cNvPr id="7" name="Picture 6">
            <a:extLst>
              <a:ext uri="{FF2B5EF4-FFF2-40B4-BE49-F238E27FC236}">
                <a16:creationId xmlns:a16="http://schemas.microsoft.com/office/drawing/2014/main" id="{7AA79F56-8623-DA4F-9154-E92CAF0C59E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812400" y="0"/>
            <a:ext cx="8379600" cy="5328000"/>
          </a:xfrm>
          <a:prstGeom prst="rect">
            <a:avLst/>
          </a:prstGeom>
        </p:spPr>
      </p:pic>
      <p:sp>
        <p:nvSpPr>
          <p:cNvPr id="11" name="Title 1">
            <a:extLst>
              <a:ext uri="{FF2B5EF4-FFF2-40B4-BE49-F238E27FC236}">
                <a16:creationId xmlns:a16="http://schemas.microsoft.com/office/drawing/2014/main" id="{3E359A20-5035-8442-A098-B8481C057802}"/>
              </a:ext>
            </a:extLst>
          </p:cNvPr>
          <p:cNvSpPr>
            <a:spLocks noGrp="1"/>
          </p:cNvSpPr>
          <p:nvPr>
            <p:ph type="ctrTitle" hasCustomPrompt="1"/>
          </p:nvPr>
        </p:nvSpPr>
        <p:spPr>
          <a:xfrm>
            <a:off x="591367" y="1967790"/>
            <a:ext cx="6859152" cy="1697037"/>
          </a:xfrm>
        </p:spPr>
        <p:txBody>
          <a:bodyPr lIns="36000" tIns="36000" rIns="36000" bIns="36000" anchor="t" anchorCtr="0">
            <a:noAutofit/>
          </a:bodyPr>
          <a:lstStyle>
            <a:lvl1pPr algn="l">
              <a:defRPr sz="4800" cap="none" baseline="0"/>
            </a:lvl1pPr>
          </a:lstStyle>
          <a:p>
            <a:r>
              <a:rPr lang="en-US" dirty="0"/>
              <a:t>Click to edit </a:t>
            </a:r>
            <a:br>
              <a:rPr lang="en-US" dirty="0"/>
            </a:br>
            <a:r>
              <a:rPr lang="en-US" dirty="0"/>
              <a:t>master title style</a:t>
            </a:r>
            <a:endParaRPr lang="en-AU" dirty="0"/>
          </a:p>
        </p:txBody>
      </p:sp>
      <p:sp>
        <p:nvSpPr>
          <p:cNvPr id="13" name="Subtitle 2">
            <a:extLst>
              <a:ext uri="{FF2B5EF4-FFF2-40B4-BE49-F238E27FC236}">
                <a16:creationId xmlns:a16="http://schemas.microsoft.com/office/drawing/2014/main" id="{ED524F03-A19D-AC44-9363-E34E3ECC37B6}"/>
              </a:ext>
            </a:extLst>
          </p:cNvPr>
          <p:cNvSpPr>
            <a:spLocks noGrp="1"/>
          </p:cNvSpPr>
          <p:nvPr>
            <p:ph type="subTitle" idx="1" hasCustomPrompt="1"/>
          </p:nvPr>
        </p:nvSpPr>
        <p:spPr>
          <a:xfrm>
            <a:off x="591369" y="3801838"/>
            <a:ext cx="8058151" cy="976841"/>
          </a:xfrm>
        </p:spPr>
        <p:txBody>
          <a:bodyPr lIns="36000" tIns="36000" rIns="36000" bIns="36000">
            <a:noAutofit/>
          </a:bodyPr>
          <a:lstStyle>
            <a:lvl1pPr marL="0" indent="0" algn="l">
              <a:buNone/>
              <a:defRPr sz="2400" b="0"/>
            </a:lvl1pPr>
            <a:lvl2pPr marL="457167" indent="0" algn="ctr">
              <a:buNone/>
              <a:defRPr sz="2000"/>
            </a:lvl2pPr>
            <a:lvl3pPr marL="914332" indent="0" algn="ctr">
              <a:buNone/>
              <a:defRPr sz="1800"/>
            </a:lvl3pPr>
            <a:lvl4pPr marL="1371498" indent="0" algn="ctr">
              <a:buNone/>
              <a:defRPr sz="1600"/>
            </a:lvl4pPr>
            <a:lvl5pPr marL="1828664" indent="0" algn="ctr">
              <a:buNone/>
              <a:defRPr sz="1600"/>
            </a:lvl5pPr>
            <a:lvl6pPr marL="2285830" indent="0" algn="ctr">
              <a:buNone/>
              <a:defRPr sz="1600"/>
            </a:lvl6pPr>
            <a:lvl7pPr marL="2742994" indent="0" algn="ctr">
              <a:buNone/>
              <a:defRPr sz="1600"/>
            </a:lvl7pPr>
            <a:lvl8pPr marL="3200160" indent="0" algn="ctr">
              <a:buNone/>
              <a:defRPr sz="1600"/>
            </a:lvl8pPr>
            <a:lvl9pPr marL="3657327" indent="0" algn="ctr">
              <a:buNone/>
              <a:defRPr sz="1600"/>
            </a:lvl9pPr>
          </a:lstStyle>
          <a:p>
            <a:r>
              <a:rPr lang="en-US" dirty="0"/>
              <a:t>Click to edit master subtitle style</a:t>
            </a:r>
            <a:endParaRPr lang="en-AU" dirty="0"/>
          </a:p>
        </p:txBody>
      </p:sp>
      <p:sp>
        <p:nvSpPr>
          <p:cNvPr id="8" name="TextBox 7">
            <a:extLst>
              <a:ext uri="{FF2B5EF4-FFF2-40B4-BE49-F238E27FC236}">
                <a16:creationId xmlns:a16="http://schemas.microsoft.com/office/drawing/2014/main" id="{EE004D8A-8ABC-6449-97E3-3B37B30C175B}"/>
              </a:ext>
            </a:extLst>
          </p:cNvPr>
          <p:cNvSpPr txBox="1"/>
          <p:nvPr userDrawn="1"/>
        </p:nvSpPr>
        <p:spPr>
          <a:xfrm>
            <a:off x="591367" y="6698538"/>
            <a:ext cx="9647031" cy="159462"/>
          </a:xfrm>
          <a:prstGeom prst="rect">
            <a:avLst/>
          </a:prstGeom>
          <a:noFill/>
        </p:spPr>
        <p:txBody>
          <a:bodyPr wrap="square" lIns="0" tIns="0" rIns="0" bIns="36000" rtlCol="0">
            <a:spAutoFit/>
          </a:bodyPr>
          <a:lstStyle/>
          <a:p>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10866136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6_Title Slide">
    <p:bg>
      <p:bgPr>
        <a:solidFill>
          <a:schemeClr val="accent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059C34E-6C23-7664-A6FF-A520EB5C657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834075" y="5199199"/>
            <a:ext cx="3097618" cy="1425800"/>
          </a:xfrm>
          <a:prstGeom prst="rect">
            <a:avLst/>
          </a:prstGeom>
        </p:spPr>
      </p:pic>
      <p:sp>
        <p:nvSpPr>
          <p:cNvPr id="12" name="TextBox 11">
            <a:extLst>
              <a:ext uri="{FF2B5EF4-FFF2-40B4-BE49-F238E27FC236}">
                <a16:creationId xmlns:a16="http://schemas.microsoft.com/office/drawing/2014/main" id="{53DAAF4F-61F9-ED0A-B599-3C8C7999092B}"/>
              </a:ext>
            </a:extLst>
          </p:cNvPr>
          <p:cNvSpPr txBox="1"/>
          <p:nvPr userDrawn="1"/>
        </p:nvSpPr>
        <p:spPr>
          <a:xfrm>
            <a:off x="591367" y="6707373"/>
            <a:ext cx="9647031" cy="159462"/>
          </a:xfrm>
          <a:prstGeom prst="rect">
            <a:avLst/>
          </a:prstGeom>
          <a:noFill/>
        </p:spPr>
        <p:txBody>
          <a:bodyPr wrap="square" lIns="0" tIns="0" rIns="0" bIns="36000" rtlCol="0">
            <a:noAutofit/>
          </a:bodyPr>
          <a:lstStyle/>
          <a:p>
            <a:r>
              <a:rPr lang="en-AU" sz="800" b="0" i="0" u="none" strike="noStrike" dirty="0">
                <a:solidFill>
                  <a:schemeClr val="tx1">
                    <a:lumMod val="65000"/>
                    <a:lumOff val="35000"/>
                  </a:schemeClr>
                </a:solidFill>
                <a:effectLst/>
                <a:latin typeface="Helvetica Neue" panose="02000503000000020004" pitchFamily="2" charset="0"/>
              </a:rPr>
              <a:t>©</a:t>
            </a:r>
            <a:r>
              <a:rPr lang="en-AU" sz="800" dirty="0">
                <a:solidFill>
                  <a:schemeClr val="tx1">
                    <a:lumMod val="65000"/>
                    <a:lumOff val="35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
        <p:nvSpPr>
          <p:cNvPr id="15" name="Title 1">
            <a:extLst>
              <a:ext uri="{FF2B5EF4-FFF2-40B4-BE49-F238E27FC236}">
                <a16:creationId xmlns:a16="http://schemas.microsoft.com/office/drawing/2014/main" id="{BA676A7E-1F92-F5DD-19AD-F9338B409BC7}"/>
              </a:ext>
            </a:extLst>
          </p:cNvPr>
          <p:cNvSpPr>
            <a:spLocks noGrp="1"/>
          </p:cNvSpPr>
          <p:nvPr>
            <p:ph type="ctrTitle" hasCustomPrompt="1"/>
          </p:nvPr>
        </p:nvSpPr>
        <p:spPr>
          <a:xfrm>
            <a:off x="591367" y="1967790"/>
            <a:ext cx="6859152" cy="1697037"/>
          </a:xfrm>
        </p:spPr>
        <p:txBody>
          <a:bodyPr lIns="36000" tIns="36000" rIns="36000" bIns="36000" anchor="t" anchorCtr="0">
            <a:noAutofit/>
          </a:bodyPr>
          <a:lstStyle>
            <a:lvl1pPr algn="l">
              <a:defRPr sz="4800" cap="none" baseline="0"/>
            </a:lvl1pPr>
          </a:lstStyle>
          <a:p>
            <a:r>
              <a:rPr lang="en-US" dirty="0"/>
              <a:t>Click to edit </a:t>
            </a:r>
            <a:br>
              <a:rPr lang="en-US" dirty="0"/>
            </a:br>
            <a:r>
              <a:rPr lang="en-US" dirty="0"/>
              <a:t>master title style</a:t>
            </a:r>
            <a:endParaRPr lang="en-AU" dirty="0"/>
          </a:p>
        </p:txBody>
      </p:sp>
      <p:sp>
        <p:nvSpPr>
          <p:cNvPr id="16" name="Subtitle 2">
            <a:extLst>
              <a:ext uri="{FF2B5EF4-FFF2-40B4-BE49-F238E27FC236}">
                <a16:creationId xmlns:a16="http://schemas.microsoft.com/office/drawing/2014/main" id="{12A66ADF-A69C-D692-4EBD-51E0ED52029B}"/>
              </a:ext>
            </a:extLst>
          </p:cNvPr>
          <p:cNvSpPr>
            <a:spLocks noGrp="1"/>
          </p:cNvSpPr>
          <p:nvPr>
            <p:ph type="subTitle" idx="1" hasCustomPrompt="1"/>
          </p:nvPr>
        </p:nvSpPr>
        <p:spPr>
          <a:xfrm>
            <a:off x="591369" y="3801838"/>
            <a:ext cx="8058151" cy="1095839"/>
          </a:xfrm>
        </p:spPr>
        <p:txBody>
          <a:bodyPr lIns="36000" tIns="36000" rIns="36000" bIns="36000">
            <a:noAutofit/>
          </a:bodyPr>
          <a:lstStyle>
            <a:lvl1pPr marL="0" indent="0" algn="l">
              <a:buNone/>
              <a:defRPr sz="2400" b="0"/>
            </a:lvl1pPr>
            <a:lvl2pPr marL="457167" indent="0" algn="ctr">
              <a:buNone/>
              <a:defRPr sz="2000"/>
            </a:lvl2pPr>
            <a:lvl3pPr marL="914332" indent="0" algn="ctr">
              <a:buNone/>
              <a:defRPr sz="1800"/>
            </a:lvl3pPr>
            <a:lvl4pPr marL="1371498" indent="0" algn="ctr">
              <a:buNone/>
              <a:defRPr sz="1600"/>
            </a:lvl4pPr>
            <a:lvl5pPr marL="1828664" indent="0" algn="ctr">
              <a:buNone/>
              <a:defRPr sz="1600"/>
            </a:lvl5pPr>
            <a:lvl6pPr marL="2285830" indent="0" algn="ctr">
              <a:buNone/>
              <a:defRPr sz="1600"/>
            </a:lvl6pPr>
            <a:lvl7pPr marL="2742994" indent="0" algn="ctr">
              <a:buNone/>
              <a:defRPr sz="1600"/>
            </a:lvl7pPr>
            <a:lvl8pPr marL="3200160" indent="0" algn="ctr">
              <a:buNone/>
              <a:defRPr sz="1600"/>
            </a:lvl8pPr>
            <a:lvl9pPr marL="3657327" indent="0" algn="ctr">
              <a:buNone/>
              <a:defRPr sz="1600"/>
            </a:lvl9pPr>
          </a:lstStyle>
          <a:p>
            <a:r>
              <a:rPr lang="en-US" dirty="0"/>
              <a:t>Click to edit master subtitle style</a:t>
            </a:r>
            <a:endParaRPr lang="en-AU" dirty="0"/>
          </a:p>
        </p:txBody>
      </p:sp>
      <p:pic>
        <p:nvPicPr>
          <p:cNvPr id="2" name="Picture 1">
            <a:extLst>
              <a:ext uri="{FF2B5EF4-FFF2-40B4-BE49-F238E27FC236}">
                <a16:creationId xmlns:a16="http://schemas.microsoft.com/office/drawing/2014/main" id="{647D9C09-20BA-30E8-179F-D5B69628E42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3812400" y="0"/>
            <a:ext cx="8379600" cy="5328000"/>
          </a:xfrm>
          <a:prstGeom prst="rect">
            <a:avLst/>
          </a:prstGeom>
        </p:spPr>
      </p:pic>
    </p:spTree>
    <p:extLst>
      <p:ext uri="{BB962C8B-B14F-4D97-AF65-F5344CB8AC3E}">
        <p14:creationId xmlns:p14="http://schemas.microsoft.com/office/powerpoint/2010/main" val="34076421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Title Slide">
    <p:bg>
      <p:bgPr>
        <a:solidFill>
          <a:schemeClr val="tx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3E359A20-5035-8442-A098-B8481C057802}"/>
              </a:ext>
            </a:extLst>
          </p:cNvPr>
          <p:cNvSpPr>
            <a:spLocks noGrp="1"/>
          </p:cNvSpPr>
          <p:nvPr>
            <p:ph type="ctrTitle" hasCustomPrompt="1"/>
          </p:nvPr>
        </p:nvSpPr>
        <p:spPr>
          <a:xfrm>
            <a:off x="641471" y="1967790"/>
            <a:ext cx="6859152" cy="1697037"/>
          </a:xfrm>
        </p:spPr>
        <p:txBody>
          <a:bodyPr lIns="36000" tIns="36000" rIns="36000" bIns="36000" anchor="t" anchorCtr="0">
            <a:noAutofit/>
          </a:bodyPr>
          <a:lstStyle>
            <a:lvl1pPr algn="l">
              <a:defRPr sz="4800" cap="none" baseline="0">
                <a:solidFill>
                  <a:schemeClr val="bg1"/>
                </a:solidFill>
              </a:defRPr>
            </a:lvl1pPr>
          </a:lstStyle>
          <a:p>
            <a:r>
              <a:rPr lang="en-US" dirty="0"/>
              <a:t>Click to edit </a:t>
            </a:r>
            <a:br>
              <a:rPr lang="en-US" dirty="0"/>
            </a:br>
            <a:r>
              <a:rPr lang="en-US" dirty="0"/>
              <a:t>master title style</a:t>
            </a:r>
            <a:endParaRPr lang="en-AU" dirty="0"/>
          </a:p>
        </p:txBody>
      </p:sp>
      <p:sp>
        <p:nvSpPr>
          <p:cNvPr id="13" name="Subtitle 2">
            <a:extLst>
              <a:ext uri="{FF2B5EF4-FFF2-40B4-BE49-F238E27FC236}">
                <a16:creationId xmlns:a16="http://schemas.microsoft.com/office/drawing/2014/main" id="{ED524F03-A19D-AC44-9363-E34E3ECC37B6}"/>
              </a:ext>
            </a:extLst>
          </p:cNvPr>
          <p:cNvSpPr>
            <a:spLocks noGrp="1"/>
          </p:cNvSpPr>
          <p:nvPr>
            <p:ph type="subTitle" idx="1" hasCustomPrompt="1"/>
          </p:nvPr>
        </p:nvSpPr>
        <p:spPr>
          <a:xfrm>
            <a:off x="641473" y="3801839"/>
            <a:ext cx="8058151" cy="1082332"/>
          </a:xfrm>
        </p:spPr>
        <p:txBody>
          <a:bodyPr lIns="36000" tIns="36000" rIns="36000" bIns="36000">
            <a:noAutofit/>
          </a:bodyPr>
          <a:lstStyle>
            <a:lvl1pPr marL="0" indent="0" algn="l">
              <a:buNone/>
              <a:defRPr sz="2400" b="0">
                <a:solidFill>
                  <a:schemeClr val="bg1"/>
                </a:solidFill>
              </a:defRPr>
            </a:lvl1pPr>
            <a:lvl2pPr marL="457167" indent="0" algn="ctr">
              <a:buNone/>
              <a:defRPr sz="2000"/>
            </a:lvl2pPr>
            <a:lvl3pPr marL="914332" indent="0" algn="ctr">
              <a:buNone/>
              <a:defRPr sz="1800"/>
            </a:lvl3pPr>
            <a:lvl4pPr marL="1371498" indent="0" algn="ctr">
              <a:buNone/>
              <a:defRPr sz="1600"/>
            </a:lvl4pPr>
            <a:lvl5pPr marL="1828664" indent="0" algn="ctr">
              <a:buNone/>
              <a:defRPr sz="1600"/>
            </a:lvl5pPr>
            <a:lvl6pPr marL="2285830" indent="0" algn="ctr">
              <a:buNone/>
              <a:defRPr sz="1600"/>
            </a:lvl6pPr>
            <a:lvl7pPr marL="2742994" indent="0" algn="ctr">
              <a:buNone/>
              <a:defRPr sz="1600"/>
            </a:lvl7pPr>
            <a:lvl8pPr marL="3200160" indent="0" algn="ctr">
              <a:buNone/>
              <a:defRPr sz="1600"/>
            </a:lvl8pPr>
            <a:lvl9pPr marL="3657327" indent="0" algn="ctr">
              <a:buNone/>
              <a:defRPr sz="1600"/>
            </a:lvl9pPr>
          </a:lstStyle>
          <a:p>
            <a:r>
              <a:rPr lang="en-US" dirty="0"/>
              <a:t>Click to edit master subtitle style</a:t>
            </a:r>
            <a:endParaRPr lang="en-AU" dirty="0"/>
          </a:p>
        </p:txBody>
      </p:sp>
      <p:pic>
        <p:nvPicPr>
          <p:cNvPr id="8" name="Picture 7">
            <a:extLst>
              <a:ext uri="{FF2B5EF4-FFF2-40B4-BE49-F238E27FC236}">
                <a16:creationId xmlns:a16="http://schemas.microsoft.com/office/drawing/2014/main" id="{333FBAC8-8DF8-934F-9301-1D7309E5B3D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834075" y="5211525"/>
            <a:ext cx="3097618" cy="1425798"/>
          </a:xfrm>
          <a:prstGeom prst="rect">
            <a:avLst/>
          </a:prstGeom>
        </p:spPr>
      </p:pic>
      <p:sp>
        <p:nvSpPr>
          <p:cNvPr id="12" name="TextBox 11">
            <a:extLst>
              <a:ext uri="{FF2B5EF4-FFF2-40B4-BE49-F238E27FC236}">
                <a16:creationId xmlns:a16="http://schemas.microsoft.com/office/drawing/2014/main" id="{FF2F004A-3E42-FC3E-2E5A-51F2E5F58ADE}"/>
              </a:ext>
            </a:extLst>
          </p:cNvPr>
          <p:cNvSpPr txBox="1"/>
          <p:nvPr userDrawn="1"/>
        </p:nvSpPr>
        <p:spPr>
          <a:xfrm>
            <a:off x="560631" y="6693585"/>
            <a:ext cx="9647031" cy="164415"/>
          </a:xfrm>
          <a:prstGeom prst="rect">
            <a:avLst/>
          </a:prstGeom>
          <a:noFill/>
        </p:spPr>
        <p:txBody>
          <a:bodyPr wrap="square" lIns="0" tIns="0" rIns="0" bIns="36000" rtlCol="0">
            <a:noAutofit/>
          </a:bodyPr>
          <a:lstStyle/>
          <a:p>
            <a:r>
              <a:rPr lang="en-AU" sz="800" b="0" i="0" u="none" strike="noStrike" dirty="0">
                <a:solidFill>
                  <a:schemeClr val="bg1"/>
                </a:solidFill>
                <a:effectLst/>
                <a:latin typeface="Helvetica Neue" panose="02000503000000020004" pitchFamily="2" charset="0"/>
              </a:rPr>
              <a:t>©</a:t>
            </a:r>
            <a:r>
              <a:rPr lang="en-AU" sz="800" dirty="0">
                <a:solidFill>
                  <a:schemeClr val="bg1"/>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pic>
        <p:nvPicPr>
          <p:cNvPr id="2" name="Picture 1">
            <a:extLst>
              <a:ext uri="{FF2B5EF4-FFF2-40B4-BE49-F238E27FC236}">
                <a16:creationId xmlns:a16="http://schemas.microsoft.com/office/drawing/2014/main" id="{AFBE7F60-820F-BC4C-04A4-CBDFC816439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812400" y="0"/>
            <a:ext cx="8379600" cy="5328000"/>
          </a:xfrm>
          <a:prstGeom prst="rect">
            <a:avLst/>
          </a:prstGeom>
        </p:spPr>
      </p:pic>
    </p:spTree>
    <p:extLst>
      <p:ext uri="{BB962C8B-B14F-4D97-AF65-F5344CB8AC3E}">
        <p14:creationId xmlns:p14="http://schemas.microsoft.com/office/powerpoint/2010/main" val="4207152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18798D7-C59A-5944-91F8-9A5F2523DF0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8" name="Title 1">
            <a:extLst>
              <a:ext uri="{FF2B5EF4-FFF2-40B4-BE49-F238E27FC236}">
                <a16:creationId xmlns:a16="http://schemas.microsoft.com/office/drawing/2014/main" id="{F5C74C50-5118-C547-9D88-948F63F0CBE0}"/>
              </a:ext>
            </a:extLst>
          </p:cNvPr>
          <p:cNvSpPr txBox="1">
            <a:spLocks/>
          </p:cNvSpPr>
          <p:nvPr userDrawn="1"/>
        </p:nvSpPr>
        <p:spPr>
          <a:xfrm>
            <a:off x="400504" y="311271"/>
            <a:ext cx="10515600" cy="443198"/>
          </a:xfrm>
          <a:prstGeom prst="rect">
            <a:avLst/>
          </a:prstGeom>
        </p:spPr>
        <p:txBody>
          <a:bodyPr vert="horz" lIns="0" tIns="0" rIns="0" bIns="0" rtlCol="0" anchor="ctr">
            <a:spAutoFit/>
          </a:bodyPr>
          <a:lstStyle>
            <a:lvl1pPr algn="l" defTabSz="914377" rtl="0" eaLnBrk="1" latinLnBrk="0" hangingPunct="1">
              <a:lnSpc>
                <a:spcPct val="90000"/>
              </a:lnSpc>
              <a:spcBef>
                <a:spcPct val="0"/>
              </a:spcBef>
              <a:buNone/>
              <a:defRPr sz="4400" b="1"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332" rtl="0" eaLnBrk="1" fontAlgn="auto" latinLnBrk="0" hangingPunct="1">
              <a:lnSpc>
                <a:spcPct val="90000"/>
              </a:lnSpc>
              <a:spcBef>
                <a:spcPct val="0"/>
              </a:spcBef>
              <a:spcAft>
                <a:spcPts val="0"/>
              </a:spcAft>
              <a:buClrTx/>
              <a:buSzTx/>
              <a:buFontTx/>
              <a:buNone/>
              <a:tabLst/>
              <a:defRPr/>
            </a:pPr>
            <a:r>
              <a:rPr kumimoji="0" lang="en-AU" sz="3200" b="1" i="0" u="none" strike="noStrike" kern="1200" cap="none" spc="0" normalizeH="0" baseline="0" noProof="0" dirty="0">
                <a:ln>
                  <a:noFill/>
                </a:ln>
                <a:solidFill>
                  <a:schemeClr val="tx1"/>
                </a:solidFill>
                <a:effectLst/>
                <a:uLnTx/>
                <a:uFillTx/>
                <a:latin typeface="Arial" panose="020B0604020202020204" pitchFamily="34" charset="0"/>
                <a:ea typeface="+mj-ea"/>
                <a:cs typeface="Arial" panose="020B0604020202020204" pitchFamily="34" charset="0"/>
              </a:rPr>
              <a:t>Acknowledgement of Country</a:t>
            </a:r>
          </a:p>
        </p:txBody>
      </p:sp>
      <p:sp>
        <p:nvSpPr>
          <p:cNvPr id="9" name="Content Placeholder 2">
            <a:extLst>
              <a:ext uri="{FF2B5EF4-FFF2-40B4-BE49-F238E27FC236}">
                <a16:creationId xmlns:a16="http://schemas.microsoft.com/office/drawing/2014/main" id="{A5D9F42C-2784-BE4D-82F2-D8B1A574C0E1}"/>
              </a:ext>
            </a:extLst>
          </p:cNvPr>
          <p:cNvSpPr txBox="1">
            <a:spLocks/>
          </p:cNvSpPr>
          <p:nvPr userDrawn="1"/>
        </p:nvSpPr>
        <p:spPr>
          <a:xfrm>
            <a:off x="417438" y="2938671"/>
            <a:ext cx="10652077" cy="1552541"/>
          </a:xfrm>
          <a:prstGeom prst="rect">
            <a:avLst/>
          </a:prstGeom>
        </p:spPr>
        <p:txBody>
          <a:bodyPr wrap="square" lIns="0" tIns="0" rIns="0" bIns="0">
            <a:sp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b="1" kern="1200">
                <a:solidFill>
                  <a:schemeClr val="tx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b="1" kern="1200">
                <a:solidFill>
                  <a:schemeClr val="tx1"/>
                </a:solidFill>
                <a:latin typeface="Arial" panose="020B0604020202020204" pitchFamily="34" charset="0"/>
                <a:ea typeface="+mn-ea"/>
                <a:cs typeface="Arial" panose="020B060402020202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2000" b="1" kern="1200">
                <a:solidFill>
                  <a:schemeClr val="tx1"/>
                </a:solidFill>
                <a:latin typeface="Arial" panose="020B0604020202020204" pitchFamily="34" charset="0"/>
                <a:ea typeface="+mn-ea"/>
                <a:cs typeface="Arial" panose="020B060402020202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14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Victoria University acknowledges, recognises and respects the Ancestors, Elders and families of the Bunurong/Boonwurrung, Wadawurrung and Wurundjeri/Woiwurrung of the Kulin who are the traditional owners of University land in Victoria, the Gadigal and Guring-gai of the Eora Nation who are the traditional owners of University land in Sydney, and the </a:t>
            </a:r>
            <a:r>
              <a:rPr kumimoji="0" lang="en-A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Yugara</a:t>
            </a: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/YUgarapul people and Turrbal people living in Meanjin (Brisbane).</a:t>
            </a:r>
          </a:p>
        </p:txBody>
      </p:sp>
      <p:pic>
        <p:nvPicPr>
          <p:cNvPr id="10" name="Picture 9">
            <a:extLst>
              <a:ext uri="{FF2B5EF4-FFF2-40B4-BE49-F238E27FC236}">
                <a16:creationId xmlns:a16="http://schemas.microsoft.com/office/drawing/2014/main" id="{2DDAE9D3-9C19-3745-86DD-52C0466E43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17438" y="1525247"/>
            <a:ext cx="3300871" cy="1219199"/>
          </a:xfrm>
          <a:prstGeom prst="rect">
            <a:avLst/>
          </a:prstGeom>
        </p:spPr>
      </p:pic>
      <p:sp>
        <p:nvSpPr>
          <p:cNvPr id="13" name="TextBox 12">
            <a:extLst>
              <a:ext uri="{FF2B5EF4-FFF2-40B4-BE49-F238E27FC236}">
                <a16:creationId xmlns:a16="http://schemas.microsoft.com/office/drawing/2014/main" id="{EF778C99-F423-9445-A17B-BBB35FA59555}"/>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14" name="Straight Connector 13">
            <a:extLst>
              <a:ext uri="{FF2B5EF4-FFF2-40B4-BE49-F238E27FC236}">
                <a16:creationId xmlns:a16="http://schemas.microsoft.com/office/drawing/2014/main" id="{18A91586-DFAE-AA4D-9985-1D00DDDFFF0B}"/>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6A21DE2-BA1C-0D4F-AA35-B64FD2CF55AE}"/>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15" name="Picture 14">
            <a:extLst>
              <a:ext uri="{FF2B5EF4-FFF2-40B4-BE49-F238E27FC236}">
                <a16:creationId xmlns:a16="http://schemas.microsoft.com/office/drawing/2014/main" id="{B2169999-43B5-6D41-AE93-8B6969554336}"/>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3" name="TextBox 2">
            <a:extLst>
              <a:ext uri="{FF2B5EF4-FFF2-40B4-BE49-F238E27FC236}">
                <a16:creationId xmlns:a16="http://schemas.microsoft.com/office/drawing/2014/main" id="{6120FEEE-AEBC-7D12-0593-E211817910D1}"/>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0393028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18798D7-C59A-5944-91F8-9A5F2523DF0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8" name="Title 1">
            <a:extLst>
              <a:ext uri="{FF2B5EF4-FFF2-40B4-BE49-F238E27FC236}">
                <a16:creationId xmlns:a16="http://schemas.microsoft.com/office/drawing/2014/main" id="{F5C74C50-5118-C547-9D88-948F63F0CBE0}"/>
              </a:ext>
            </a:extLst>
          </p:cNvPr>
          <p:cNvSpPr txBox="1">
            <a:spLocks/>
          </p:cNvSpPr>
          <p:nvPr userDrawn="1"/>
        </p:nvSpPr>
        <p:spPr>
          <a:xfrm>
            <a:off x="400504" y="311271"/>
            <a:ext cx="10515600" cy="443198"/>
          </a:xfrm>
          <a:prstGeom prst="rect">
            <a:avLst/>
          </a:prstGeom>
        </p:spPr>
        <p:txBody>
          <a:bodyPr vert="horz" lIns="0" tIns="0" rIns="0" bIns="0" rtlCol="0" anchor="ctr">
            <a:spAutoFit/>
          </a:bodyPr>
          <a:lstStyle>
            <a:lvl1pPr algn="l" defTabSz="914377" rtl="0" eaLnBrk="1" latinLnBrk="0" hangingPunct="1">
              <a:lnSpc>
                <a:spcPct val="90000"/>
              </a:lnSpc>
              <a:spcBef>
                <a:spcPct val="0"/>
              </a:spcBef>
              <a:buNone/>
              <a:defRPr sz="4400" b="1"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332" rtl="0" eaLnBrk="1" fontAlgn="auto" latinLnBrk="0" hangingPunct="1">
              <a:lnSpc>
                <a:spcPct val="90000"/>
              </a:lnSpc>
              <a:spcBef>
                <a:spcPct val="0"/>
              </a:spcBef>
              <a:spcAft>
                <a:spcPts val="0"/>
              </a:spcAft>
              <a:buClrTx/>
              <a:buSzTx/>
              <a:buFontTx/>
              <a:buNone/>
              <a:tabLst/>
              <a:defRPr/>
            </a:pPr>
            <a:r>
              <a:rPr kumimoji="0" lang="en-AU" sz="3200" b="1" i="0" u="none" strike="noStrike" kern="1200" cap="none" spc="0" normalizeH="0" baseline="0" noProof="0" dirty="0">
                <a:ln>
                  <a:noFill/>
                </a:ln>
                <a:solidFill>
                  <a:schemeClr val="tx1"/>
                </a:solidFill>
                <a:effectLst/>
                <a:uLnTx/>
                <a:uFillTx/>
                <a:latin typeface="Arial" panose="020B0604020202020204" pitchFamily="34" charset="0"/>
                <a:ea typeface="+mj-ea"/>
                <a:cs typeface="Arial" panose="020B0604020202020204" pitchFamily="34" charset="0"/>
              </a:rPr>
              <a:t>Acknowledgement of Country – Melbourne</a:t>
            </a:r>
          </a:p>
        </p:txBody>
      </p:sp>
      <p:sp>
        <p:nvSpPr>
          <p:cNvPr id="9" name="Content Placeholder 2">
            <a:extLst>
              <a:ext uri="{FF2B5EF4-FFF2-40B4-BE49-F238E27FC236}">
                <a16:creationId xmlns:a16="http://schemas.microsoft.com/office/drawing/2014/main" id="{A5D9F42C-2784-BE4D-82F2-D8B1A574C0E1}"/>
              </a:ext>
            </a:extLst>
          </p:cNvPr>
          <p:cNvSpPr txBox="1">
            <a:spLocks/>
          </p:cNvSpPr>
          <p:nvPr userDrawn="1"/>
        </p:nvSpPr>
        <p:spPr>
          <a:xfrm>
            <a:off x="417438" y="2938671"/>
            <a:ext cx="10768127" cy="2584234"/>
          </a:xfrm>
          <a:prstGeom prst="rect">
            <a:avLst/>
          </a:prstGeom>
        </p:spPr>
        <p:txBody>
          <a:bodyPr lIns="0" tIns="0" rIns="0" bIns="0">
            <a:sp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b="1" kern="1200">
                <a:solidFill>
                  <a:schemeClr val="tx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b="1" kern="1200">
                <a:solidFill>
                  <a:schemeClr val="tx1"/>
                </a:solidFill>
                <a:latin typeface="Arial" panose="020B0604020202020204" pitchFamily="34" charset="0"/>
                <a:ea typeface="+mn-ea"/>
                <a:cs typeface="Arial" panose="020B060402020202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2000" b="1" kern="1200">
                <a:solidFill>
                  <a:schemeClr val="tx1"/>
                </a:solidFill>
                <a:latin typeface="Arial" panose="020B0604020202020204" pitchFamily="34" charset="0"/>
                <a:ea typeface="+mn-ea"/>
                <a:cs typeface="Arial" panose="020B060402020202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14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 acknowledge the Ancestors, Elders and families of the Kulin Nation who are the Traditional Owners of University land. We also acknowledge all Traditional Owners of Country throughout Victoria and pay our respect to their culture, and their Elders past, present and future</a:t>
            </a:r>
            <a:r>
              <a:rPr lang="en-AU" sz="1800" b="0" dirty="0">
                <a:solidFill>
                  <a:prstClr val="black"/>
                </a:solidFill>
              </a:rPr>
              <a:t>.</a:t>
            </a:r>
          </a:p>
          <a:p>
            <a:pPr marL="0" marR="0" lvl="0" indent="0" algn="l" defTabSz="914332" rtl="0" eaLnBrk="1" fontAlgn="auto" latinLnBrk="0" hangingPunct="1">
              <a:lnSpc>
                <a:spcPct val="114000"/>
              </a:lnSpc>
              <a:spcBef>
                <a:spcPts val="0"/>
              </a:spcBef>
              <a:spcAft>
                <a:spcPts val="1200"/>
              </a:spcAft>
              <a:buClrTx/>
              <a:buSzTx/>
              <a:buFont typeface="Arial" panose="020B0604020202020204" pitchFamily="34" charset="0"/>
              <a:buNone/>
              <a:tabLst/>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As we share our own knowledge practices within the University may we pay respect to the deep knowledge embedded within the Aboriginal community and their ownership of Country. </a:t>
            </a:r>
          </a:p>
          <a:p>
            <a:pPr marL="0" marR="0" lvl="0" indent="0" algn="l" defTabSz="914332" rtl="0" eaLnBrk="1" fontAlgn="auto" latinLnBrk="0" hangingPunct="1">
              <a:lnSpc>
                <a:spcPct val="114000"/>
              </a:lnSpc>
              <a:spcBef>
                <a:spcPts val="0"/>
              </a:spcBef>
              <a:spcAft>
                <a:spcPts val="1200"/>
              </a:spcAft>
              <a:buClrTx/>
              <a:buSzTx/>
              <a:buFont typeface="Arial" panose="020B0604020202020204" pitchFamily="34" charset="0"/>
              <a:buNone/>
              <a:tabLst/>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 acknowledge that the land on which we meet is a place of age old ceremonies of celebration, initiation and renewal and that the Kulin people’s living culture has a unique role in the life of this region.</a:t>
            </a:r>
          </a:p>
        </p:txBody>
      </p:sp>
      <p:pic>
        <p:nvPicPr>
          <p:cNvPr id="10" name="Picture 9">
            <a:extLst>
              <a:ext uri="{FF2B5EF4-FFF2-40B4-BE49-F238E27FC236}">
                <a16:creationId xmlns:a16="http://schemas.microsoft.com/office/drawing/2014/main" id="{2DDAE9D3-9C19-3745-86DD-52C0466E43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17438" y="1525247"/>
            <a:ext cx="3300871" cy="1219199"/>
          </a:xfrm>
          <a:prstGeom prst="rect">
            <a:avLst/>
          </a:prstGeom>
        </p:spPr>
      </p:pic>
      <p:sp>
        <p:nvSpPr>
          <p:cNvPr id="13" name="TextBox 12">
            <a:extLst>
              <a:ext uri="{FF2B5EF4-FFF2-40B4-BE49-F238E27FC236}">
                <a16:creationId xmlns:a16="http://schemas.microsoft.com/office/drawing/2014/main" id="{EF778C99-F423-9445-A17B-BBB35FA59555}"/>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14" name="Straight Connector 13">
            <a:extLst>
              <a:ext uri="{FF2B5EF4-FFF2-40B4-BE49-F238E27FC236}">
                <a16:creationId xmlns:a16="http://schemas.microsoft.com/office/drawing/2014/main" id="{18A91586-DFAE-AA4D-9985-1D00DDDFFF0B}"/>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6A21DE2-BA1C-0D4F-AA35-B64FD2CF55AE}"/>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15" name="Picture 14">
            <a:extLst>
              <a:ext uri="{FF2B5EF4-FFF2-40B4-BE49-F238E27FC236}">
                <a16:creationId xmlns:a16="http://schemas.microsoft.com/office/drawing/2014/main" id="{B2169999-43B5-6D41-AE93-8B6969554336}"/>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3" name="TextBox 2">
            <a:extLst>
              <a:ext uri="{FF2B5EF4-FFF2-40B4-BE49-F238E27FC236}">
                <a16:creationId xmlns:a16="http://schemas.microsoft.com/office/drawing/2014/main" id="{6120FEEE-AEBC-7D12-0593-E211817910D1}"/>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619909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18798D7-C59A-5944-91F8-9A5F2523DF0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9" name="Content Placeholder 2">
            <a:extLst>
              <a:ext uri="{FF2B5EF4-FFF2-40B4-BE49-F238E27FC236}">
                <a16:creationId xmlns:a16="http://schemas.microsoft.com/office/drawing/2014/main" id="{A5D9F42C-2784-BE4D-82F2-D8B1A574C0E1}"/>
              </a:ext>
            </a:extLst>
          </p:cNvPr>
          <p:cNvSpPr txBox="1">
            <a:spLocks/>
          </p:cNvSpPr>
          <p:nvPr userDrawn="1"/>
        </p:nvSpPr>
        <p:spPr>
          <a:xfrm>
            <a:off x="408971" y="2938671"/>
            <a:ext cx="10768127" cy="2726635"/>
          </a:xfrm>
          <a:prstGeom prst="rect">
            <a:avLst/>
          </a:prstGeom>
        </p:spPr>
        <p:txBody>
          <a:bodyPr lIns="0" tIns="0" rIns="0" bIns="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b="1" kern="1200">
                <a:solidFill>
                  <a:schemeClr val="tx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b="1" kern="1200">
                <a:solidFill>
                  <a:schemeClr val="tx1"/>
                </a:solidFill>
                <a:latin typeface="Arial" panose="020B0604020202020204" pitchFamily="34" charset="0"/>
                <a:ea typeface="+mn-ea"/>
                <a:cs typeface="Arial" panose="020B060402020202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2000" b="1" kern="1200">
                <a:solidFill>
                  <a:schemeClr val="tx1"/>
                </a:solidFill>
                <a:latin typeface="Arial" panose="020B0604020202020204" pitchFamily="34" charset="0"/>
                <a:ea typeface="+mn-ea"/>
                <a:cs typeface="Arial" panose="020B060402020202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14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 acknowledge the Ancestors, Elders and families of the Eora Nation who are the Traditional Owners of University land. We also acknowledge all Traditional Owners of Country throughout NSW and pay our respect to their culture, and their Elders past, present and future.</a:t>
            </a:r>
          </a:p>
          <a:p>
            <a:pPr marL="0" lvl="0" indent="0">
              <a:lnSpc>
                <a:spcPct val="114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As we share our own knowledge practices within the University may we pay respect to the deep knowledge embedded within the Aboriginal community and their ownership of Country. </a:t>
            </a:r>
          </a:p>
          <a:p>
            <a:pPr marL="0" marR="0" lvl="0" indent="0" algn="l" defTabSz="914332" rtl="0" eaLnBrk="1" fontAlgn="auto" latinLnBrk="0" hangingPunct="1">
              <a:lnSpc>
                <a:spcPct val="114000"/>
              </a:lnSpc>
              <a:spcBef>
                <a:spcPts val="0"/>
              </a:spcBef>
              <a:spcAft>
                <a:spcPts val="1200"/>
              </a:spcAft>
              <a:buClrTx/>
              <a:buSzTx/>
              <a:buFont typeface="Arial" panose="020B0604020202020204" pitchFamily="34" charset="0"/>
              <a:buNone/>
              <a:tabLst/>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 acknowledge that the land on which we meet is a place of age old ceremonies of celebration, initiation and renewal and that the Eora people’s living culture has a unique role in the life of this region.</a:t>
            </a:r>
          </a:p>
        </p:txBody>
      </p:sp>
      <p:pic>
        <p:nvPicPr>
          <p:cNvPr id="10" name="Picture 9">
            <a:extLst>
              <a:ext uri="{FF2B5EF4-FFF2-40B4-BE49-F238E27FC236}">
                <a16:creationId xmlns:a16="http://schemas.microsoft.com/office/drawing/2014/main" id="{2DDAE9D3-9C19-3745-86DD-52C0466E43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08971" y="1525247"/>
            <a:ext cx="3300871" cy="1219199"/>
          </a:xfrm>
          <a:prstGeom prst="rect">
            <a:avLst/>
          </a:prstGeom>
        </p:spPr>
      </p:pic>
      <p:pic>
        <p:nvPicPr>
          <p:cNvPr id="16" name="Picture 15">
            <a:extLst>
              <a:ext uri="{FF2B5EF4-FFF2-40B4-BE49-F238E27FC236}">
                <a16:creationId xmlns:a16="http://schemas.microsoft.com/office/drawing/2014/main" id="{57D03C71-71EB-324E-A605-96C89CD8C4B4}"/>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22621" y="6231470"/>
            <a:ext cx="3095795" cy="626530"/>
          </a:xfrm>
          <a:prstGeom prst="rect">
            <a:avLst/>
          </a:prstGeom>
        </p:spPr>
      </p:pic>
      <p:sp>
        <p:nvSpPr>
          <p:cNvPr id="2" name="Title 1">
            <a:extLst>
              <a:ext uri="{FF2B5EF4-FFF2-40B4-BE49-F238E27FC236}">
                <a16:creationId xmlns:a16="http://schemas.microsoft.com/office/drawing/2014/main" id="{B23B7E52-AD65-4C57-202F-947C99536E2F}"/>
              </a:ext>
            </a:extLst>
          </p:cNvPr>
          <p:cNvSpPr txBox="1">
            <a:spLocks/>
          </p:cNvSpPr>
          <p:nvPr userDrawn="1"/>
        </p:nvSpPr>
        <p:spPr>
          <a:xfrm>
            <a:off x="400504" y="311271"/>
            <a:ext cx="10515600" cy="443198"/>
          </a:xfrm>
          <a:prstGeom prst="rect">
            <a:avLst/>
          </a:prstGeom>
        </p:spPr>
        <p:txBody>
          <a:bodyPr vert="horz" lIns="0" tIns="0" rIns="0" bIns="0" rtlCol="0" anchor="ctr">
            <a:spAutoFit/>
          </a:bodyPr>
          <a:lstStyle>
            <a:lvl1pPr algn="l" defTabSz="914377" rtl="0" eaLnBrk="1" latinLnBrk="0" hangingPunct="1">
              <a:lnSpc>
                <a:spcPct val="90000"/>
              </a:lnSpc>
              <a:spcBef>
                <a:spcPct val="0"/>
              </a:spcBef>
              <a:buNone/>
              <a:defRPr sz="4400" b="1"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332" rtl="0" eaLnBrk="1" fontAlgn="auto" latinLnBrk="0" hangingPunct="1">
              <a:lnSpc>
                <a:spcPct val="90000"/>
              </a:lnSpc>
              <a:spcBef>
                <a:spcPct val="0"/>
              </a:spcBef>
              <a:spcAft>
                <a:spcPts val="0"/>
              </a:spcAft>
              <a:buClrTx/>
              <a:buSzTx/>
              <a:buFontTx/>
              <a:buNone/>
              <a:tabLst/>
              <a:defRPr/>
            </a:pPr>
            <a:r>
              <a:rPr kumimoji="0" lang="en-AU" sz="3200" b="1" i="0" u="none" strike="noStrike" kern="1200" cap="none" spc="0" normalizeH="0" baseline="0" noProof="0" dirty="0">
                <a:ln>
                  <a:noFill/>
                </a:ln>
                <a:solidFill>
                  <a:schemeClr val="tx1"/>
                </a:solidFill>
                <a:effectLst/>
                <a:uLnTx/>
                <a:uFillTx/>
                <a:latin typeface="Arial" panose="020B0604020202020204" pitchFamily="34" charset="0"/>
                <a:ea typeface="+mj-ea"/>
                <a:cs typeface="Arial" panose="020B0604020202020204" pitchFamily="34" charset="0"/>
              </a:rPr>
              <a:t>Acknowledgement of Country – Sydney</a:t>
            </a:r>
          </a:p>
        </p:txBody>
      </p:sp>
      <p:sp>
        <p:nvSpPr>
          <p:cNvPr id="36" name="TextBox 35">
            <a:extLst>
              <a:ext uri="{FF2B5EF4-FFF2-40B4-BE49-F238E27FC236}">
                <a16:creationId xmlns:a16="http://schemas.microsoft.com/office/drawing/2014/main" id="{ECAA5867-94CB-B747-B1CE-22FA5823226C}"/>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
        <p:nvSpPr>
          <p:cNvPr id="3" name="TextBox 2">
            <a:extLst>
              <a:ext uri="{FF2B5EF4-FFF2-40B4-BE49-F238E27FC236}">
                <a16:creationId xmlns:a16="http://schemas.microsoft.com/office/drawing/2014/main" id="{4A5A148F-773B-E79E-89D7-947255F16FB4}"/>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84C3E5E9-EEBF-2363-FE17-8C71050DB98F}"/>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9081FC1-A3AF-FC77-7B49-6204F036A6F0}"/>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Tree>
    <p:extLst>
      <p:ext uri="{BB962C8B-B14F-4D97-AF65-F5344CB8AC3E}">
        <p14:creationId xmlns:p14="http://schemas.microsoft.com/office/powerpoint/2010/main" val="11385833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18798D7-C59A-5944-91F8-9A5F2523DF0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9" name="Content Placeholder 2">
            <a:extLst>
              <a:ext uri="{FF2B5EF4-FFF2-40B4-BE49-F238E27FC236}">
                <a16:creationId xmlns:a16="http://schemas.microsoft.com/office/drawing/2014/main" id="{A5D9F42C-2784-BE4D-82F2-D8B1A574C0E1}"/>
              </a:ext>
            </a:extLst>
          </p:cNvPr>
          <p:cNvSpPr txBox="1">
            <a:spLocks/>
          </p:cNvSpPr>
          <p:nvPr userDrawn="1"/>
        </p:nvSpPr>
        <p:spPr>
          <a:xfrm>
            <a:off x="408971" y="2947463"/>
            <a:ext cx="10768127" cy="2726635"/>
          </a:xfrm>
          <a:prstGeom prst="rect">
            <a:avLst/>
          </a:prstGeom>
        </p:spPr>
        <p:txBody>
          <a:bodyPr lIns="0" tIns="0" rIns="0" bIns="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b="1" kern="1200">
                <a:solidFill>
                  <a:schemeClr val="tx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b="1" kern="1200">
                <a:solidFill>
                  <a:schemeClr val="tx1"/>
                </a:solidFill>
                <a:latin typeface="Arial" panose="020B0604020202020204" pitchFamily="34" charset="0"/>
                <a:ea typeface="+mn-ea"/>
                <a:cs typeface="Arial" panose="020B060402020202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2000" b="1" kern="1200">
                <a:solidFill>
                  <a:schemeClr val="tx1"/>
                </a:solidFill>
                <a:latin typeface="Arial" panose="020B0604020202020204" pitchFamily="34" charset="0"/>
                <a:ea typeface="+mn-ea"/>
                <a:cs typeface="Arial" panose="020B060402020202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10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 acknowledge the Ancestors, Elders and families of the Yulara/YUgarapul and Turrbal Nation who are the Traditional Owners of University land. We also acknowledge all Traditional Owners of Country throughout Queensland and pay our respect to their culture, and their Elders past, present and future.</a:t>
            </a:r>
          </a:p>
          <a:p>
            <a:pPr marL="0" lvl="0" indent="0">
              <a:lnSpc>
                <a:spcPct val="110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As we share our own knowledge practices within the University may we pay respect to the deep knowledge embedded within the Aboriginal community and their ownership of Country.</a:t>
            </a:r>
          </a:p>
          <a:p>
            <a:pPr marL="0" lvl="0" indent="0">
              <a:lnSpc>
                <a:spcPct val="110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 acknowledge that the land on which we meet is a place of age old ceremonies of celebration, initiation and renewal and that the Yulara/YUgarapul and Turrbal people's living culture has a unique role in the life of this region.</a:t>
            </a:r>
          </a:p>
        </p:txBody>
      </p:sp>
      <p:pic>
        <p:nvPicPr>
          <p:cNvPr id="10" name="Picture 9">
            <a:extLst>
              <a:ext uri="{FF2B5EF4-FFF2-40B4-BE49-F238E27FC236}">
                <a16:creationId xmlns:a16="http://schemas.microsoft.com/office/drawing/2014/main" id="{2DDAE9D3-9C19-3745-86DD-52C0466E43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08971" y="1525247"/>
            <a:ext cx="3300871" cy="1219199"/>
          </a:xfrm>
          <a:prstGeom prst="rect">
            <a:avLst/>
          </a:prstGeom>
        </p:spPr>
      </p:pic>
      <p:sp>
        <p:nvSpPr>
          <p:cNvPr id="2" name="Title 1">
            <a:extLst>
              <a:ext uri="{FF2B5EF4-FFF2-40B4-BE49-F238E27FC236}">
                <a16:creationId xmlns:a16="http://schemas.microsoft.com/office/drawing/2014/main" id="{B23B7E52-AD65-4C57-202F-947C99536E2F}"/>
              </a:ext>
            </a:extLst>
          </p:cNvPr>
          <p:cNvSpPr txBox="1">
            <a:spLocks/>
          </p:cNvSpPr>
          <p:nvPr userDrawn="1"/>
        </p:nvSpPr>
        <p:spPr>
          <a:xfrm>
            <a:off x="400504" y="311271"/>
            <a:ext cx="10515600" cy="443198"/>
          </a:xfrm>
          <a:prstGeom prst="rect">
            <a:avLst/>
          </a:prstGeom>
        </p:spPr>
        <p:txBody>
          <a:bodyPr vert="horz" lIns="0" tIns="0" rIns="0" bIns="0" rtlCol="0" anchor="ctr">
            <a:spAutoFit/>
          </a:bodyPr>
          <a:lstStyle>
            <a:lvl1pPr algn="l" defTabSz="914377" rtl="0" eaLnBrk="1" latinLnBrk="0" hangingPunct="1">
              <a:lnSpc>
                <a:spcPct val="90000"/>
              </a:lnSpc>
              <a:spcBef>
                <a:spcPct val="0"/>
              </a:spcBef>
              <a:buNone/>
              <a:defRPr sz="4400" b="1"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332" rtl="0" eaLnBrk="1" fontAlgn="auto" latinLnBrk="0" hangingPunct="1">
              <a:lnSpc>
                <a:spcPct val="90000"/>
              </a:lnSpc>
              <a:spcBef>
                <a:spcPct val="0"/>
              </a:spcBef>
              <a:spcAft>
                <a:spcPts val="0"/>
              </a:spcAft>
              <a:buClrTx/>
              <a:buSzTx/>
              <a:buFontTx/>
              <a:buNone/>
              <a:tabLst/>
              <a:defRPr/>
            </a:pPr>
            <a:r>
              <a:rPr kumimoji="0" lang="en-AU" sz="3200" b="1" i="0" u="none" strike="noStrike" kern="1200" cap="none" spc="0" normalizeH="0" baseline="0" noProof="0" dirty="0">
                <a:ln>
                  <a:noFill/>
                </a:ln>
                <a:solidFill>
                  <a:schemeClr val="tx1"/>
                </a:solidFill>
                <a:effectLst/>
                <a:uLnTx/>
                <a:uFillTx/>
                <a:latin typeface="Arial" panose="020B0604020202020204" pitchFamily="34" charset="0"/>
                <a:ea typeface="+mj-ea"/>
                <a:cs typeface="Arial" panose="020B0604020202020204" pitchFamily="34" charset="0"/>
              </a:rPr>
              <a:t>Acknowledgement of Country – Brisbane</a:t>
            </a:r>
          </a:p>
        </p:txBody>
      </p:sp>
      <p:sp>
        <p:nvSpPr>
          <p:cNvPr id="36" name="TextBox 35">
            <a:extLst>
              <a:ext uri="{FF2B5EF4-FFF2-40B4-BE49-F238E27FC236}">
                <a16:creationId xmlns:a16="http://schemas.microsoft.com/office/drawing/2014/main" id="{ECAA5867-94CB-B747-B1CE-22FA5823226C}"/>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
        <p:nvSpPr>
          <p:cNvPr id="3" name="TextBox 2">
            <a:extLst>
              <a:ext uri="{FF2B5EF4-FFF2-40B4-BE49-F238E27FC236}">
                <a16:creationId xmlns:a16="http://schemas.microsoft.com/office/drawing/2014/main" id="{4A5A148F-773B-E79E-89D7-947255F16FB4}"/>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84C3E5E9-EEBF-2363-FE17-8C71050DB98F}"/>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9081FC1-A3AF-FC77-7B49-6204F036A6F0}"/>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6" name="Picture 5">
            <a:extLst>
              <a:ext uri="{FF2B5EF4-FFF2-40B4-BE49-F238E27FC236}">
                <a16:creationId xmlns:a16="http://schemas.microsoft.com/office/drawing/2014/main" id="{61AA56A9-5942-BD94-2BA8-BF441E3AFAFA}"/>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32494" y="6234007"/>
            <a:ext cx="3204595" cy="643467"/>
          </a:xfrm>
          <a:prstGeom prst="rect">
            <a:avLst/>
          </a:prstGeom>
        </p:spPr>
      </p:pic>
    </p:spTree>
    <p:extLst>
      <p:ext uri="{BB962C8B-B14F-4D97-AF65-F5344CB8AC3E}">
        <p14:creationId xmlns:p14="http://schemas.microsoft.com/office/powerpoint/2010/main" val="25438186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chemeClr val="accent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4098B83-BECB-D14B-9E68-0EB49633BAB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5" name="Picture 14">
            <a:extLst>
              <a:ext uri="{FF2B5EF4-FFF2-40B4-BE49-F238E27FC236}">
                <a16:creationId xmlns:a16="http://schemas.microsoft.com/office/drawing/2014/main" id="{F44F8D07-75C1-D94C-B157-919A7496B41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6" name="TextBox 5">
            <a:extLst>
              <a:ext uri="{FF2B5EF4-FFF2-40B4-BE49-F238E27FC236}">
                <a16:creationId xmlns:a16="http://schemas.microsoft.com/office/drawing/2014/main" id="{8DD6CA7B-5747-1D76-6CE1-4BC5818EBA50}"/>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
        <p:nvSpPr>
          <p:cNvPr id="3" name="TextBox 2">
            <a:extLst>
              <a:ext uri="{FF2B5EF4-FFF2-40B4-BE49-F238E27FC236}">
                <a16:creationId xmlns:a16="http://schemas.microsoft.com/office/drawing/2014/main" id="{B3DF3D85-AD9F-C7FC-A1EC-D47BF2676F36}"/>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2330C086-7229-C924-60FF-D50B532A3DA6}"/>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3F23D11F-75ED-ED34-D148-922A0989343B}"/>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2" name="Content Placeholder 2">
            <a:extLst>
              <a:ext uri="{FF2B5EF4-FFF2-40B4-BE49-F238E27FC236}">
                <a16:creationId xmlns:a16="http://schemas.microsoft.com/office/drawing/2014/main" id="{6847189C-4201-4056-D1B3-0984E848FD06}"/>
              </a:ext>
            </a:extLst>
          </p:cNvPr>
          <p:cNvSpPr>
            <a:spLocks noGrp="1"/>
          </p:cNvSpPr>
          <p:nvPr>
            <p:ph sz="half" idx="1" hasCustomPrompt="1"/>
          </p:nvPr>
        </p:nvSpPr>
        <p:spPr>
          <a:xfrm>
            <a:off x="399738" y="1503307"/>
            <a:ext cx="8019098" cy="1846659"/>
          </a:xfrm>
        </p:spPr>
        <p:txBody>
          <a:bodyPr wrap="square" lIns="0" tIns="0" rIns="0" bIns="0">
            <a:spAutoFit/>
          </a:bodyPr>
          <a:lstStyle>
            <a:lvl1pPr>
              <a:buClr>
                <a:schemeClr val="bg1"/>
              </a:buClr>
              <a:defRPr/>
            </a:lvl1pPr>
            <a:lvl2pPr>
              <a:buClr>
                <a:schemeClr val="bg1"/>
              </a:buClr>
              <a:defRPr/>
            </a:lvl2pPr>
            <a:lvl3pPr>
              <a:buClr>
                <a:schemeClr val="bg1"/>
              </a:buClr>
              <a:defRPr/>
            </a:lvl3pPr>
            <a:lvl4pPr>
              <a:buClr>
                <a:schemeClr val="bg1"/>
              </a:buClr>
              <a:defRPr/>
            </a:lvl4pPr>
            <a:lvl5pPr>
              <a:buClr>
                <a:schemeClr val="bg1"/>
              </a:buCl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4" name="Title Placeholder 1">
            <a:extLst>
              <a:ext uri="{FF2B5EF4-FFF2-40B4-BE49-F238E27FC236}">
                <a16:creationId xmlns:a16="http://schemas.microsoft.com/office/drawing/2014/main" id="{92C6084F-4814-B589-289A-A1DF9EDA27F7}"/>
              </a:ext>
            </a:extLst>
          </p:cNvPr>
          <p:cNvSpPr>
            <a:spLocks noGrp="1"/>
          </p:cNvSpPr>
          <p:nvPr>
            <p:ph type="title"/>
          </p:nvPr>
        </p:nvSpPr>
        <p:spPr>
          <a:xfrm>
            <a:off x="399738" y="343837"/>
            <a:ext cx="8019098"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2" name="Picture 1" descr="A picture containing pattern, symmetry, black, darkness&#10;&#10;Description automatically generated">
            <a:extLst>
              <a:ext uri="{FF2B5EF4-FFF2-40B4-BE49-F238E27FC236}">
                <a16:creationId xmlns:a16="http://schemas.microsoft.com/office/drawing/2014/main" id="{461E62F1-B92D-012C-3731-A9C3B7DD9E8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31331"/>
          <a:stretch/>
        </p:blipFill>
        <p:spPr>
          <a:xfrm>
            <a:off x="9348394" y="416892"/>
            <a:ext cx="2625014" cy="5397500"/>
          </a:xfrm>
          <a:prstGeom prst="rect">
            <a:avLst/>
          </a:prstGeom>
        </p:spPr>
      </p:pic>
    </p:spTree>
    <p:extLst>
      <p:ext uri="{BB962C8B-B14F-4D97-AF65-F5344CB8AC3E}">
        <p14:creationId xmlns:p14="http://schemas.microsoft.com/office/powerpoint/2010/main" val="27649264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5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3" y="3"/>
            <a:ext cx="12192000" cy="6296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EBF0A9E0-22D9-E043-93E8-6F8DE13E6587}"/>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rot="5400000">
            <a:off x="7150201" y="1189801"/>
            <a:ext cx="6231600" cy="3852000"/>
          </a:xfrm>
          <a:prstGeom prst="rect">
            <a:avLst/>
          </a:prstGeom>
        </p:spPr>
      </p:pic>
      <p:sp>
        <p:nvSpPr>
          <p:cNvPr id="16" name="Rectangle 15">
            <a:extLst>
              <a:ext uri="{FF2B5EF4-FFF2-40B4-BE49-F238E27FC236}">
                <a16:creationId xmlns:a16="http://schemas.microsoft.com/office/drawing/2014/main" id="{E4098B83-BECB-D14B-9E68-0EB49633BAB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21" name="Picture 20">
            <a:extLst>
              <a:ext uri="{FF2B5EF4-FFF2-40B4-BE49-F238E27FC236}">
                <a16:creationId xmlns:a16="http://schemas.microsoft.com/office/drawing/2014/main" id="{B0523545-3227-E344-8808-B6DBDFF8FFCC}"/>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 name="TextBox 1">
            <a:extLst>
              <a:ext uri="{FF2B5EF4-FFF2-40B4-BE49-F238E27FC236}">
                <a16:creationId xmlns:a16="http://schemas.microsoft.com/office/drawing/2014/main" id="{043FA94E-A12A-1690-D93B-690C8944ECFA}"/>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EC1FDB05-9DA2-6468-7F29-063F6EBF524C}"/>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77C4FCF8-47CC-0EA3-8FF5-37B68069D8AC}"/>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2" name="Content Placeholder 2">
            <a:extLst>
              <a:ext uri="{FF2B5EF4-FFF2-40B4-BE49-F238E27FC236}">
                <a16:creationId xmlns:a16="http://schemas.microsoft.com/office/drawing/2014/main" id="{C188AFE5-FC84-C69B-2DB3-DF363E231931}"/>
              </a:ext>
            </a:extLst>
          </p:cNvPr>
          <p:cNvSpPr>
            <a:spLocks noGrp="1"/>
          </p:cNvSpPr>
          <p:nvPr>
            <p:ph sz="half" idx="1" hasCustomPrompt="1"/>
          </p:nvPr>
        </p:nvSpPr>
        <p:spPr>
          <a:xfrm>
            <a:off x="399738" y="1503307"/>
            <a:ext cx="8019098" cy="1846659"/>
          </a:xfrm>
        </p:spPr>
        <p:txBody>
          <a:bodyPr wrap="square" lIns="0" tIns="0" rIns="0" bIns="0">
            <a:spAutoFit/>
          </a:bodyPr>
          <a:lstStyle>
            <a:lvl1pPr marL="287986" indent="-287986">
              <a:buClr>
                <a:schemeClr val="accent1"/>
              </a:buClr>
              <a:buFont typeface=".Lucida Grande UI Regular"/>
              <a:buChar char="◆"/>
              <a:defRPr/>
            </a:lvl1pPr>
            <a:lvl2pPr marL="575972" indent="-287986">
              <a:buClr>
                <a:schemeClr val="accent1"/>
              </a:buClr>
              <a:buFont typeface=".Lucida Grande UI Regular"/>
              <a:buChar char="◆"/>
              <a:defRPr/>
            </a:lvl2pPr>
            <a:lvl3pPr marL="863957" indent="-287986">
              <a:buClr>
                <a:schemeClr val="accent1"/>
              </a:buClr>
              <a:buFont typeface=".Lucida Grande UI Regular"/>
              <a:buChar char="◆"/>
              <a:defRPr/>
            </a:lvl3pPr>
            <a:lvl4pPr marL="1151942" indent="-287986">
              <a:buClr>
                <a:schemeClr val="accent1"/>
              </a:buClr>
              <a:buFont typeface=".Lucida Grande UI Regular"/>
              <a:buChar char="◆"/>
              <a:defRPr/>
            </a:lvl4pPr>
            <a:lvl5pPr marL="1439928" indent="-287986">
              <a:buClr>
                <a:schemeClr val="accent1"/>
              </a:buClr>
              <a:buFont typeface=".Lucida Grande UI Regular"/>
              <a:buChar cha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5" name="Title Placeholder 1">
            <a:extLst>
              <a:ext uri="{FF2B5EF4-FFF2-40B4-BE49-F238E27FC236}">
                <a16:creationId xmlns:a16="http://schemas.microsoft.com/office/drawing/2014/main" id="{87E69F8A-40C2-95D8-6C78-2805150E05B5}"/>
              </a:ext>
            </a:extLst>
          </p:cNvPr>
          <p:cNvSpPr>
            <a:spLocks noGrp="1"/>
          </p:cNvSpPr>
          <p:nvPr>
            <p:ph type="title"/>
          </p:nvPr>
        </p:nvSpPr>
        <p:spPr>
          <a:xfrm>
            <a:off x="399738" y="343837"/>
            <a:ext cx="8019098"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3" name="Picture 2" descr="A picture containing screenshot, pattern, symmetry, black&#10;&#10;Description automatically generated">
            <a:extLst>
              <a:ext uri="{FF2B5EF4-FFF2-40B4-BE49-F238E27FC236}">
                <a16:creationId xmlns:a16="http://schemas.microsoft.com/office/drawing/2014/main" id="{C1E954CD-73EF-F046-EC10-62CA0E515E6C}"/>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4" name="TextBox 3">
            <a:extLst>
              <a:ext uri="{FF2B5EF4-FFF2-40B4-BE49-F238E27FC236}">
                <a16:creationId xmlns:a16="http://schemas.microsoft.com/office/drawing/2014/main" id="{89C82B84-00EE-0914-CA5E-9D26D54E1F2E}"/>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0605588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6_Custom Layout">
    <p:bg>
      <p:bgPr>
        <a:solidFill>
          <a:schemeClr val="tx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4098B83-BECB-D14B-9E68-0EB49633BAB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3" name="Picture 12">
            <a:extLst>
              <a:ext uri="{FF2B5EF4-FFF2-40B4-BE49-F238E27FC236}">
                <a16:creationId xmlns:a16="http://schemas.microsoft.com/office/drawing/2014/main" id="{648DAA79-5972-9941-8B04-9BF74EBDBD5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3" name="TextBox 2">
            <a:extLst>
              <a:ext uri="{FF2B5EF4-FFF2-40B4-BE49-F238E27FC236}">
                <a16:creationId xmlns:a16="http://schemas.microsoft.com/office/drawing/2014/main" id="{67377D2E-6CCF-9089-33FD-811A6A9F95EB}"/>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0994AC71-BF86-0E9E-548C-85F0AB3A1C95}"/>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B98D3903-AEC4-13D2-283D-4805D7246F25}"/>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9" name="Content Placeholder 2">
            <a:extLst>
              <a:ext uri="{FF2B5EF4-FFF2-40B4-BE49-F238E27FC236}">
                <a16:creationId xmlns:a16="http://schemas.microsoft.com/office/drawing/2014/main" id="{2095D537-8F4D-C169-F01F-5278C969AACD}"/>
              </a:ext>
            </a:extLst>
          </p:cNvPr>
          <p:cNvSpPr>
            <a:spLocks noGrp="1"/>
          </p:cNvSpPr>
          <p:nvPr>
            <p:ph sz="half" idx="1" hasCustomPrompt="1"/>
          </p:nvPr>
        </p:nvSpPr>
        <p:spPr>
          <a:xfrm>
            <a:off x="399738" y="1503307"/>
            <a:ext cx="8019098" cy="1846659"/>
          </a:xfrm>
        </p:spPr>
        <p:txBody>
          <a:bodyPr wrap="square" lIns="0" tIns="0" rIns="0" bIns="0">
            <a:spAutoFit/>
          </a:bodyPr>
          <a:lstStyle>
            <a:lvl1pPr marL="287986" indent="-287986">
              <a:buClr>
                <a:schemeClr val="accent1"/>
              </a:buClr>
              <a:buFont typeface=".Lucida Grande UI Regular"/>
              <a:buChar char="◆"/>
              <a:defRPr>
                <a:solidFill>
                  <a:schemeClr val="bg1"/>
                </a:solidFill>
              </a:defRPr>
            </a:lvl1pPr>
            <a:lvl2pPr marL="575972" indent="-287986">
              <a:buClr>
                <a:schemeClr val="accent1"/>
              </a:buClr>
              <a:buFont typeface=".Lucida Grande UI Regular"/>
              <a:buChar char="◆"/>
              <a:defRPr>
                <a:solidFill>
                  <a:schemeClr val="bg1"/>
                </a:solidFill>
              </a:defRPr>
            </a:lvl2pPr>
            <a:lvl3pPr marL="863957" indent="-287986">
              <a:buClr>
                <a:schemeClr val="accent1"/>
              </a:buClr>
              <a:buFont typeface=".Lucida Grande UI Regular"/>
              <a:buChar char="◆"/>
              <a:defRPr>
                <a:solidFill>
                  <a:schemeClr val="bg1"/>
                </a:solidFill>
              </a:defRPr>
            </a:lvl3pPr>
            <a:lvl4pPr marL="1151942" indent="-287986">
              <a:buClr>
                <a:schemeClr val="accent1"/>
              </a:buClr>
              <a:buFont typeface=".Lucida Grande UI Regular"/>
              <a:buChar char="◆"/>
              <a:defRPr>
                <a:solidFill>
                  <a:schemeClr val="bg1"/>
                </a:solidFill>
              </a:defRPr>
            </a:lvl4pPr>
            <a:lvl5pPr marL="1439928" indent="-287986">
              <a:buClr>
                <a:schemeClr val="accent1"/>
              </a:buClr>
              <a:buFont typeface=".Lucida Grande UI Regular"/>
              <a:buChar cha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Title Placeholder 1">
            <a:extLst>
              <a:ext uri="{FF2B5EF4-FFF2-40B4-BE49-F238E27FC236}">
                <a16:creationId xmlns:a16="http://schemas.microsoft.com/office/drawing/2014/main" id="{49659056-15A5-782B-90B5-388BDE47CCDB}"/>
              </a:ext>
            </a:extLst>
          </p:cNvPr>
          <p:cNvSpPr>
            <a:spLocks noGrp="1"/>
          </p:cNvSpPr>
          <p:nvPr>
            <p:ph type="title"/>
          </p:nvPr>
        </p:nvSpPr>
        <p:spPr>
          <a:xfrm>
            <a:off x="399737" y="343837"/>
            <a:ext cx="11365319" cy="443198"/>
          </a:xfrm>
          <a:prstGeom prst="rect">
            <a:avLst/>
          </a:prstGeom>
        </p:spPr>
        <p:txBody>
          <a:bodyPr vert="horz" wrap="square" lIns="0" tIns="0" rIns="0" bIns="0" rtlCol="0" anchor="t" anchorCtr="0">
            <a:spAutoFit/>
          </a:bodyPr>
          <a:lstStyle>
            <a:lvl1pPr>
              <a:defRPr>
                <a:solidFill>
                  <a:schemeClr val="bg1"/>
                </a:solidFill>
              </a:defRPr>
            </a:lvl1pPr>
          </a:lstStyle>
          <a:p>
            <a:r>
              <a:rPr lang="en-US"/>
              <a:t>Click to edit Master title style</a:t>
            </a:r>
            <a:endParaRPr lang="en-US" dirty="0"/>
          </a:p>
        </p:txBody>
      </p:sp>
      <p:pic>
        <p:nvPicPr>
          <p:cNvPr id="2" name="Picture 1" descr="A picture containing screenshot, pattern, symmetry, black&#10;&#10;Description automatically generated">
            <a:extLst>
              <a:ext uri="{FF2B5EF4-FFF2-40B4-BE49-F238E27FC236}">
                <a16:creationId xmlns:a16="http://schemas.microsoft.com/office/drawing/2014/main" id="{0A4FD1D8-7099-AE7B-C4BE-9297B45BEE0B}"/>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4" name="TextBox 3">
            <a:extLst>
              <a:ext uri="{FF2B5EF4-FFF2-40B4-BE49-F238E27FC236}">
                <a16:creationId xmlns:a16="http://schemas.microsoft.com/office/drawing/2014/main" id="{17282052-A3B6-1416-E3D3-DD738668A839}"/>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45195340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4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2" name="Title 1">
            <a:extLst>
              <a:ext uri="{FF2B5EF4-FFF2-40B4-BE49-F238E27FC236}">
                <a16:creationId xmlns:a16="http://schemas.microsoft.com/office/drawing/2014/main" id="{BF2CC4BB-8F07-EA46-BCC7-E476F54716A2}"/>
              </a:ext>
            </a:extLst>
          </p:cNvPr>
          <p:cNvSpPr>
            <a:spLocks noGrp="1"/>
          </p:cNvSpPr>
          <p:nvPr>
            <p:ph type="title" hasCustomPrompt="1"/>
          </p:nvPr>
        </p:nvSpPr>
        <p:spPr>
          <a:xfrm>
            <a:off x="361516" y="2248455"/>
            <a:ext cx="6297023" cy="1291498"/>
          </a:xfrm>
        </p:spPr>
        <p:txBody>
          <a:bodyPr/>
          <a:lstStyle>
            <a:lvl1pPr>
              <a:defRPr sz="4400">
                <a:solidFill>
                  <a:schemeClr val="tx1"/>
                </a:solidFill>
              </a:defRPr>
            </a:lvl1pPr>
          </a:lstStyle>
          <a:p>
            <a:r>
              <a:rPr lang="en-GB" dirty="0"/>
              <a:t>Click to edit master title style</a:t>
            </a:r>
            <a:endParaRPr lang="en-US" dirty="0"/>
          </a:p>
        </p:txBody>
      </p:sp>
      <p:sp>
        <p:nvSpPr>
          <p:cNvPr id="16" name="Rectangle 15">
            <a:extLst>
              <a:ext uri="{FF2B5EF4-FFF2-40B4-BE49-F238E27FC236}">
                <a16:creationId xmlns:a16="http://schemas.microsoft.com/office/drawing/2014/main" id="{E4098B83-BECB-D14B-9E68-0EB49633BAB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1" name="Picture 10">
            <a:extLst>
              <a:ext uri="{FF2B5EF4-FFF2-40B4-BE49-F238E27FC236}">
                <a16:creationId xmlns:a16="http://schemas.microsoft.com/office/drawing/2014/main" id="{519FEDA2-B9A7-CC46-A50F-E76C7B57A2A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4" name="TextBox 3">
            <a:extLst>
              <a:ext uri="{FF2B5EF4-FFF2-40B4-BE49-F238E27FC236}">
                <a16:creationId xmlns:a16="http://schemas.microsoft.com/office/drawing/2014/main" id="{68BB3307-2F1C-144B-FCE9-6CF1594D73D4}"/>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8" name="Straight Connector 7">
            <a:extLst>
              <a:ext uri="{FF2B5EF4-FFF2-40B4-BE49-F238E27FC236}">
                <a16:creationId xmlns:a16="http://schemas.microsoft.com/office/drawing/2014/main" id="{8465500A-1AE8-9466-F533-026B217BF9EB}"/>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Footer Placeholder 4">
            <a:extLst>
              <a:ext uri="{FF2B5EF4-FFF2-40B4-BE49-F238E27FC236}">
                <a16:creationId xmlns:a16="http://schemas.microsoft.com/office/drawing/2014/main" id="{5318FDA1-31F4-0E44-BC1A-C7897BD3A766}"/>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3" name="Picture 2" descr="A picture containing pattern, symmetry, black, darkness&#10;&#10;Description automatically generated">
            <a:extLst>
              <a:ext uri="{FF2B5EF4-FFF2-40B4-BE49-F238E27FC236}">
                <a16:creationId xmlns:a16="http://schemas.microsoft.com/office/drawing/2014/main" id="{C399F179-FE58-5CAD-8D38-7F0528E3341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31331"/>
          <a:stretch/>
        </p:blipFill>
        <p:spPr>
          <a:xfrm>
            <a:off x="9348394" y="416892"/>
            <a:ext cx="2625014" cy="5397500"/>
          </a:xfrm>
          <a:prstGeom prst="rect">
            <a:avLst/>
          </a:prstGeom>
        </p:spPr>
      </p:pic>
      <p:sp>
        <p:nvSpPr>
          <p:cNvPr id="5" name="TextBox 4">
            <a:extLst>
              <a:ext uri="{FF2B5EF4-FFF2-40B4-BE49-F238E27FC236}">
                <a16:creationId xmlns:a16="http://schemas.microsoft.com/office/drawing/2014/main" id="{D2EF5C8C-EDAC-C213-0C59-8A31586D9573}"/>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05768899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CC4BB-8F07-EA46-BCC7-E476F54716A2}"/>
              </a:ext>
            </a:extLst>
          </p:cNvPr>
          <p:cNvSpPr>
            <a:spLocks noGrp="1"/>
          </p:cNvSpPr>
          <p:nvPr>
            <p:ph type="title" hasCustomPrompt="1"/>
          </p:nvPr>
        </p:nvSpPr>
        <p:spPr>
          <a:xfrm>
            <a:off x="368696" y="2248385"/>
            <a:ext cx="5944683" cy="1291498"/>
          </a:xfrm>
        </p:spPr>
        <p:txBody>
          <a:bodyPr/>
          <a:lstStyle>
            <a:lvl1pPr>
              <a:defRPr sz="4400">
                <a:solidFill>
                  <a:schemeClr val="tx1"/>
                </a:solidFill>
              </a:defRPr>
            </a:lvl1pPr>
          </a:lstStyle>
          <a:p>
            <a:r>
              <a:rPr lang="en-GB" dirty="0"/>
              <a:t>Click to edit master title style</a:t>
            </a:r>
            <a:endParaRPr lang="en-US" dirty="0"/>
          </a:p>
        </p:txBody>
      </p:sp>
      <p:sp>
        <p:nvSpPr>
          <p:cNvPr id="16" name="Rectangle 15">
            <a:extLst>
              <a:ext uri="{FF2B5EF4-FFF2-40B4-BE49-F238E27FC236}">
                <a16:creationId xmlns:a16="http://schemas.microsoft.com/office/drawing/2014/main" id="{AD936BE6-6112-6D41-8366-3E182182E9E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9" name="Picture 8">
            <a:extLst>
              <a:ext uri="{FF2B5EF4-FFF2-40B4-BE49-F238E27FC236}">
                <a16:creationId xmlns:a16="http://schemas.microsoft.com/office/drawing/2014/main" id="{4CE00F83-B7B4-2D46-8819-128947031A5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4" name="TextBox 3">
            <a:extLst>
              <a:ext uri="{FF2B5EF4-FFF2-40B4-BE49-F238E27FC236}">
                <a16:creationId xmlns:a16="http://schemas.microsoft.com/office/drawing/2014/main" id="{3AEBA50B-7961-3D47-9173-5819A153BC11}"/>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8" name="Straight Connector 7">
            <a:extLst>
              <a:ext uri="{FF2B5EF4-FFF2-40B4-BE49-F238E27FC236}">
                <a16:creationId xmlns:a16="http://schemas.microsoft.com/office/drawing/2014/main" id="{6E10178E-5855-5B93-810C-4B75E9B89500}"/>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4">
            <a:extLst>
              <a:ext uri="{FF2B5EF4-FFF2-40B4-BE49-F238E27FC236}">
                <a16:creationId xmlns:a16="http://schemas.microsoft.com/office/drawing/2014/main" id="{B390DAE2-14BE-5523-40C4-348BD64882EC}"/>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3" name="Picture 2" descr="A picture containing screenshot, pattern, symmetry, black&#10;&#10;Description automatically generated">
            <a:extLst>
              <a:ext uri="{FF2B5EF4-FFF2-40B4-BE49-F238E27FC236}">
                <a16:creationId xmlns:a16="http://schemas.microsoft.com/office/drawing/2014/main" id="{3E5BC234-63C3-57D1-1CBA-2583553C1659}"/>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5" name="TextBox 4">
            <a:extLst>
              <a:ext uri="{FF2B5EF4-FFF2-40B4-BE49-F238E27FC236}">
                <a16:creationId xmlns:a16="http://schemas.microsoft.com/office/drawing/2014/main" id="{1D7A7BE8-C041-8BBD-B434-FE81A346FFEF}"/>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46049606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2" name="Title 1">
            <a:extLst>
              <a:ext uri="{FF2B5EF4-FFF2-40B4-BE49-F238E27FC236}">
                <a16:creationId xmlns:a16="http://schemas.microsoft.com/office/drawing/2014/main" id="{BF2CC4BB-8F07-EA46-BCC7-E476F54716A2}"/>
              </a:ext>
            </a:extLst>
          </p:cNvPr>
          <p:cNvSpPr>
            <a:spLocks noGrp="1"/>
          </p:cNvSpPr>
          <p:nvPr>
            <p:ph type="title" hasCustomPrompt="1"/>
          </p:nvPr>
        </p:nvSpPr>
        <p:spPr>
          <a:xfrm>
            <a:off x="353060" y="2280665"/>
            <a:ext cx="6253479" cy="1291498"/>
          </a:xfrm>
        </p:spPr>
        <p:txBody>
          <a:bodyPr/>
          <a:lstStyle>
            <a:lvl1pPr>
              <a:defRPr sz="4400">
                <a:solidFill>
                  <a:schemeClr val="accent1"/>
                </a:solidFill>
              </a:defRPr>
            </a:lvl1pPr>
          </a:lstStyle>
          <a:p>
            <a:r>
              <a:rPr lang="en-GB" dirty="0"/>
              <a:t>Click to edit master title style</a:t>
            </a:r>
            <a:endParaRPr lang="en-US" dirty="0"/>
          </a:p>
        </p:txBody>
      </p:sp>
      <p:sp>
        <p:nvSpPr>
          <p:cNvPr id="16" name="Rectangle 15">
            <a:extLst>
              <a:ext uri="{FF2B5EF4-FFF2-40B4-BE49-F238E27FC236}">
                <a16:creationId xmlns:a16="http://schemas.microsoft.com/office/drawing/2014/main" id="{AD936BE6-6112-6D41-8366-3E182182E9E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61B92C45-3EDE-074C-8187-1049CCED899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4" name="TextBox 3">
            <a:extLst>
              <a:ext uri="{FF2B5EF4-FFF2-40B4-BE49-F238E27FC236}">
                <a16:creationId xmlns:a16="http://schemas.microsoft.com/office/drawing/2014/main" id="{9394BC0D-EB47-34BA-C559-25F41DEAAB57}"/>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8" name="Straight Connector 7">
            <a:extLst>
              <a:ext uri="{FF2B5EF4-FFF2-40B4-BE49-F238E27FC236}">
                <a16:creationId xmlns:a16="http://schemas.microsoft.com/office/drawing/2014/main" id="{7EF284EC-B11E-6252-04AB-2D31CA4D0058}"/>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Footer Placeholder 4">
            <a:extLst>
              <a:ext uri="{FF2B5EF4-FFF2-40B4-BE49-F238E27FC236}">
                <a16:creationId xmlns:a16="http://schemas.microsoft.com/office/drawing/2014/main" id="{D17EA44B-2C6D-C5C3-A77F-36A87FA389FA}"/>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3" name="Picture 2" descr="A picture containing pattern, symmetry, black, darkness&#10;&#10;Description automatically generated">
            <a:extLst>
              <a:ext uri="{FF2B5EF4-FFF2-40B4-BE49-F238E27FC236}">
                <a16:creationId xmlns:a16="http://schemas.microsoft.com/office/drawing/2014/main" id="{48C78B85-0731-9269-63F5-138D9D1EEE85}"/>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31331"/>
          <a:stretch/>
        </p:blipFill>
        <p:spPr>
          <a:xfrm>
            <a:off x="9348394" y="416892"/>
            <a:ext cx="2625014" cy="5397500"/>
          </a:xfrm>
          <a:prstGeom prst="rect">
            <a:avLst/>
          </a:prstGeom>
        </p:spPr>
      </p:pic>
      <p:sp>
        <p:nvSpPr>
          <p:cNvPr id="5" name="TextBox 4">
            <a:extLst>
              <a:ext uri="{FF2B5EF4-FFF2-40B4-BE49-F238E27FC236}">
                <a16:creationId xmlns:a16="http://schemas.microsoft.com/office/drawing/2014/main" id="{F9B804B7-35A1-E5DD-99CF-4DC7D88AD304}"/>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37264141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6C291E2-CD12-2D47-B250-71F0C55CD07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468BB1F6-1F9C-4B43-A3CF-73D42034484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13" name="Content Placeholder 2">
            <a:extLst>
              <a:ext uri="{FF2B5EF4-FFF2-40B4-BE49-F238E27FC236}">
                <a16:creationId xmlns:a16="http://schemas.microsoft.com/office/drawing/2014/main" id="{A74221F2-C39C-8F76-AFB7-65BC0BEE7617}"/>
              </a:ext>
            </a:extLst>
          </p:cNvPr>
          <p:cNvSpPr>
            <a:spLocks noGrp="1"/>
          </p:cNvSpPr>
          <p:nvPr>
            <p:ph sz="half" idx="12" hasCustomPrompt="1"/>
          </p:nvPr>
        </p:nvSpPr>
        <p:spPr>
          <a:xfrm>
            <a:off x="399737" y="1503307"/>
            <a:ext cx="8577208" cy="1846659"/>
          </a:xfrm>
        </p:spPr>
        <p:txBody>
          <a:bodyPr wrap="square" lIns="0" tIns="0" rIns="0" bIns="0">
            <a:spAutoFit/>
          </a:bodyPr>
          <a:lstStyle>
            <a:lvl1pPr marL="0" indent="0">
              <a:buFontTx/>
              <a:buNone/>
              <a:defRPr/>
            </a:lvl1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51ECFDD3-6A5B-2187-AD2A-25D51A21C75E}"/>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3" name="Straight Connector 2">
            <a:extLst>
              <a:ext uri="{FF2B5EF4-FFF2-40B4-BE49-F238E27FC236}">
                <a16:creationId xmlns:a16="http://schemas.microsoft.com/office/drawing/2014/main" id="{7B1B1C2A-CA9B-7E2C-7E63-8ECC4C95C1B7}"/>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F231DEA-F0DD-4F75-82AB-BC6051D889C3}"/>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4" name="Title Placeholder 1">
            <a:extLst>
              <a:ext uri="{FF2B5EF4-FFF2-40B4-BE49-F238E27FC236}">
                <a16:creationId xmlns:a16="http://schemas.microsoft.com/office/drawing/2014/main" id="{D65F1039-B6AF-37AF-17C2-921C2AE213E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4" name="Picture 3" descr="A picture containing screenshot, pattern, symmetry, black&#10;&#10;Description automatically generated">
            <a:extLst>
              <a:ext uri="{FF2B5EF4-FFF2-40B4-BE49-F238E27FC236}">
                <a16:creationId xmlns:a16="http://schemas.microsoft.com/office/drawing/2014/main" id="{C04A9EE1-6933-3437-8FDA-A20B7A215319}"/>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6" name="TextBox 5">
            <a:extLst>
              <a:ext uri="{FF2B5EF4-FFF2-40B4-BE49-F238E27FC236}">
                <a16:creationId xmlns:a16="http://schemas.microsoft.com/office/drawing/2014/main" id="{2FCB0FC2-2364-F3F5-C032-955AB04CCD97}"/>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99129643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8_Custom Layout">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399737" y="1503304"/>
            <a:ext cx="9082830" cy="4502724"/>
          </a:xfrm>
        </p:spPr>
        <p:txBody>
          <a:bodyPr/>
          <a:lstStyle>
            <a:lvl1pPr marL="0" indent="0">
              <a:buClr>
                <a:schemeClr val="bg1"/>
              </a:buClr>
              <a:buFontTx/>
              <a:buNone/>
              <a:defRPr>
                <a:solidFill>
                  <a:schemeClr val="tx1"/>
                </a:solidFill>
              </a:defRPr>
            </a:lvl1pPr>
            <a:lvl2pPr marL="6350" indent="0">
              <a:buClr>
                <a:schemeClr val="bg1"/>
              </a:buClr>
              <a:buFontTx/>
              <a:buNone/>
              <a:tabLst/>
              <a:defRPr>
                <a:solidFill>
                  <a:schemeClr val="tx1"/>
                </a:solidFill>
              </a:defRPr>
            </a:lvl2pPr>
            <a:lvl3pPr marL="6350" indent="0">
              <a:buClr>
                <a:schemeClr val="bg1"/>
              </a:buClr>
              <a:buFontTx/>
              <a:buNone/>
              <a:tabLst/>
              <a:defRPr>
                <a:solidFill>
                  <a:schemeClr val="tx1"/>
                </a:solidFill>
              </a:defRPr>
            </a:lvl3pPr>
            <a:lvl4pPr marL="6350" indent="0">
              <a:buClr>
                <a:schemeClr val="bg1"/>
              </a:buClr>
              <a:buFontTx/>
              <a:buNone/>
              <a:tabLst/>
              <a:defRPr>
                <a:solidFill>
                  <a:schemeClr val="tx1"/>
                </a:solidFill>
              </a:defRPr>
            </a:lvl4pPr>
            <a:lvl5pPr marL="6350" indent="0">
              <a:buClr>
                <a:schemeClr val="bg1"/>
              </a:buClr>
              <a:buFontTx/>
              <a:buNone/>
              <a:tabLst/>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B05C9648-CD8C-3949-987A-32564A1A21E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7" name="TextBox 6">
            <a:extLst>
              <a:ext uri="{FF2B5EF4-FFF2-40B4-BE49-F238E27FC236}">
                <a16:creationId xmlns:a16="http://schemas.microsoft.com/office/drawing/2014/main" id="{91251687-52D0-8BD9-F9CA-059AFDE4E3E3}"/>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
        <p:nvSpPr>
          <p:cNvPr id="2" name="TextBox 1">
            <a:extLst>
              <a:ext uri="{FF2B5EF4-FFF2-40B4-BE49-F238E27FC236}">
                <a16:creationId xmlns:a16="http://schemas.microsoft.com/office/drawing/2014/main" id="{2C55AED4-7EF0-58C9-A0AF-6CCF60EB9166}"/>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3FC2459D-3136-6570-1015-F0E7F013F55B}"/>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6D1CCEE3-5553-491F-0F18-375DCD363633}"/>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4" name="Title Placeholder 1">
            <a:extLst>
              <a:ext uri="{FF2B5EF4-FFF2-40B4-BE49-F238E27FC236}">
                <a16:creationId xmlns:a16="http://schemas.microsoft.com/office/drawing/2014/main" id="{0BFC678E-FC47-CB24-5767-2B76D2BC4DB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3" name="Picture 2" descr="A picture containing screenshot, pattern, symmetry, black&#10;&#10;Description automatically generated">
            <a:extLst>
              <a:ext uri="{FF2B5EF4-FFF2-40B4-BE49-F238E27FC236}">
                <a16:creationId xmlns:a16="http://schemas.microsoft.com/office/drawing/2014/main" id="{442314FD-05D8-069B-F2D0-F184D1B8C44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Tree>
    <p:extLst>
      <p:ext uri="{BB962C8B-B14F-4D97-AF65-F5344CB8AC3E}">
        <p14:creationId xmlns:p14="http://schemas.microsoft.com/office/powerpoint/2010/main" val="22040877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Content with Caption">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AE8C87C-B0FB-B74B-98A8-02318D332ADA}"/>
              </a:ext>
            </a:extLst>
          </p:cNvPr>
          <p:cNvSpPr>
            <a:spLocks noGrp="1"/>
          </p:cNvSpPr>
          <p:nvPr>
            <p:ph type="body" sz="half" idx="2" hasCustomPrompt="1"/>
          </p:nvPr>
        </p:nvSpPr>
        <p:spPr>
          <a:xfrm>
            <a:off x="399737" y="1503307"/>
            <a:ext cx="11459536" cy="4437560"/>
          </a:xfrm>
        </p:spPr>
        <p:txBody>
          <a:bodyPr>
            <a:noAutofit/>
          </a:bodyPr>
          <a:lstStyle>
            <a:lvl1pPr marL="0" marR="0" indent="0" algn="l" defTabSz="914354" rtl="0" eaLnBrk="1" fontAlgn="auto" latinLnBrk="0" hangingPunct="1">
              <a:lnSpc>
                <a:spcPct val="90000"/>
              </a:lnSpc>
              <a:spcBef>
                <a:spcPts val="600"/>
              </a:spcBef>
              <a:spcAft>
                <a:spcPts val="600"/>
              </a:spcAft>
              <a:buClr>
                <a:schemeClr val="bg1">
                  <a:lumMod val="50000"/>
                </a:schemeClr>
              </a:buClr>
              <a:buSzPct val="60000"/>
              <a:buFont typeface=".Lucida Grande UI Regular"/>
              <a:buNone/>
              <a:tabLst/>
              <a:defRPr sz="2000" b="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a:p>
            <a:pPr lvl="0"/>
            <a:endParaRPr lang="en-GB" dirty="0"/>
          </a:p>
        </p:txBody>
      </p:sp>
      <p:sp>
        <p:nvSpPr>
          <p:cNvPr id="11" name="Rectangle 10">
            <a:extLst>
              <a:ext uri="{FF2B5EF4-FFF2-40B4-BE49-F238E27FC236}">
                <a16:creationId xmlns:a16="http://schemas.microsoft.com/office/drawing/2014/main" id="{1720F5B1-9E14-124D-B445-D190AC16BCB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9" name="Picture 8">
            <a:extLst>
              <a:ext uri="{FF2B5EF4-FFF2-40B4-BE49-F238E27FC236}">
                <a16:creationId xmlns:a16="http://schemas.microsoft.com/office/drawing/2014/main" id="{88CC51C9-ECA3-5340-ABCF-83B40312B6F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 name="TextBox 1">
            <a:extLst>
              <a:ext uri="{FF2B5EF4-FFF2-40B4-BE49-F238E27FC236}">
                <a16:creationId xmlns:a16="http://schemas.microsoft.com/office/drawing/2014/main" id="{A1421B67-4D43-BB08-5C10-8A16073BF4A9}"/>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5" name="Straight Connector 4">
            <a:extLst>
              <a:ext uri="{FF2B5EF4-FFF2-40B4-BE49-F238E27FC236}">
                <a16:creationId xmlns:a16="http://schemas.microsoft.com/office/drawing/2014/main" id="{BD44A885-303D-A3BF-98BD-56CEDAD5105C}"/>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4">
            <a:extLst>
              <a:ext uri="{FF2B5EF4-FFF2-40B4-BE49-F238E27FC236}">
                <a16:creationId xmlns:a16="http://schemas.microsoft.com/office/drawing/2014/main" id="{F783C8F0-25AE-E07D-A37F-3D558E5051DE}"/>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3" name="Title Placeholder 1">
            <a:extLst>
              <a:ext uri="{FF2B5EF4-FFF2-40B4-BE49-F238E27FC236}">
                <a16:creationId xmlns:a16="http://schemas.microsoft.com/office/drawing/2014/main" id="{5F66D656-9888-1A15-623F-3B0417C10EDC}"/>
              </a:ext>
            </a:extLst>
          </p:cNvPr>
          <p:cNvSpPr>
            <a:spLocks noGrp="1"/>
          </p:cNvSpPr>
          <p:nvPr>
            <p:ph type="title"/>
          </p:nvPr>
        </p:nvSpPr>
        <p:spPr>
          <a:xfrm>
            <a:off x="399737" y="343837"/>
            <a:ext cx="11459535"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Box 2">
            <a:extLst>
              <a:ext uri="{FF2B5EF4-FFF2-40B4-BE49-F238E27FC236}">
                <a16:creationId xmlns:a16="http://schemas.microsoft.com/office/drawing/2014/main" id="{6556BFC7-55B8-DA91-E08B-08C9D4190064}"/>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2020587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Content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720F5B1-9E14-124D-B445-D190AC16BCB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E63CA3AD-6B9A-AD41-A7E7-9462E6B533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17" name="Text Placeholder 3">
            <a:extLst>
              <a:ext uri="{FF2B5EF4-FFF2-40B4-BE49-F238E27FC236}">
                <a16:creationId xmlns:a16="http://schemas.microsoft.com/office/drawing/2014/main" id="{2AD421B6-4912-5A45-8D3C-2FB70C1FC801}"/>
              </a:ext>
            </a:extLst>
          </p:cNvPr>
          <p:cNvSpPr>
            <a:spLocks noGrp="1"/>
          </p:cNvSpPr>
          <p:nvPr>
            <p:ph type="body" sz="half" idx="13" hasCustomPrompt="1"/>
          </p:nvPr>
        </p:nvSpPr>
        <p:spPr>
          <a:xfrm>
            <a:off x="6257217" y="1503307"/>
            <a:ext cx="5557512" cy="4404516"/>
          </a:xfrm>
        </p:spPr>
        <p:txBody>
          <a:bodyPr>
            <a:normAutofit/>
          </a:bodyPr>
          <a:lstStyle>
            <a:lvl1pPr marL="0" marR="0" indent="0" algn="l" defTabSz="914354" rtl="0" eaLnBrk="1" fontAlgn="auto" latinLnBrk="0" hangingPunct="1">
              <a:lnSpc>
                <a:spcPct val="90000"/>
              </a:lnSpc>
              <a:spcBef>
                <a:spcPts val="600"/>
              </a:spcBef>
              <a:spcAft>
                <a:spcPts val="600"/>
              </a:spcAft>
              <a:buClr>
                <a:schemeClr val="bg1">
                  <a:lumMod val="50000"/>
                </a:schemeClr>
              </a:buClr>
              <a:buSzPct val="60000"/>
              <a:buFont typeface=".Lucida Grande UI Regular"/>
              <a:buNone/>
              <a:tabLst/>
              <a:defRPr sz="2000" b="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a:p>
            <a:pPr lvl="0"/>
            <a:endParaRPr lang="en-GB" dirty="0"/>
          </a:p>
        </p:txBody>
      </p:sp>
      <p:sp>
        <p:nvSpPr>
          <p:cNvPr id="18" name="Text Placeholder 3">
            <a:extLst>
              <a:ext uri="{FF2B5EF4-FFF2-40B4-BE49-F238E27FC236}">
                <a16:creationId xmlns:a16="http://schemas.microsoft.com/office/drawing/2014/main" id="{D9240F03-0365-FDB5-6FE3-B61E81C37404}"/>
              </a:ext>
            </a:extLst>
          </p:cNvPr>
          <p:cNvSpPr>
            <a:spLocks noGrp="1"/>
          </p:cNvSpPr>
          <p:nvPr>
            <p:ph type="body" sz="half" idx="14" hasCustomPrompt="1"/>
          </p:nvPr>
        </p:nvSpPr>
        <p:spPr>
          <a:xfrm>
            <a:off x="399737" y="1503307"/>
            <a:ext cx="5557512" cy="4404516"/>
          </a:xfrm>
        </p:spPr>
        <p:txBody>
          <a:bodyPr>
            <a:normAutofit/>
          </a:bodyPr>
          <a:lstStyle>
            <a:lvl1pPr marL="0" marR="0" indent="0" algn="l" defTabSz="914354" rtl="0" eaLnBrk="1" fontAlgn="auto" latinLnBrk="0" hangingPunct="1">
              <a:lnSpc>
                <a:spcPct val="90000"/>
              </a:lnSpc>
              <a:spcBef>
                <a:spcPts val="600"/>
              </a:spcBef>
              <a:spcAft>
                <a:spcPts val="600"/>
              </a:spcAft>
              <a:buClr>
                <a:schemeClr val="bg1">
                  <a:lumMod val="50000"/>
                </a:schemeClr>
              </a:buClr>
              <a:buSzPct val="60000"/>
              <a:buFont typeface=".Lucida Grande UI Regular"/>
              <a:buNone/>
              <a:tabLst/>
              <a:defRPr sz="2000" b="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a:p>
            <a:pPr lvl="0"/>
            <a:endParaRPr lang="en-GB" dirty="0"/>
          </a:p>
        </p:txBody>
      </p:sp>
      <p:sp>
        <p:nvSpPr>
          <p:cNvPr id="2" name="TextBox 1">
            <a:extLst>
              <a:ext uri="{FF2B5EF4-FFF2-40B4-BE49-F238E27FC236}">
                <a16:creationId xmlns:a16="http://schemas.microsoft.com/office/drawing/2014/main" id="{31DE070B-2ECD-757E-05B7-7D464A7D7801}"/>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01B07F9F-A015-7CF7-1B3A-D6BC0DAEBEA6}"/>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5F78BD73-7173-1382-04CA-8E1199A5443A}"/>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2" name="Title Placeholder 1">
            <a:extLst>
              <a:ext uri="{FF2B5EF4-FFF2-40B4-BE49-F238E27FC236}">
                <a16:creationId xmlns:a16="http://schemas.microsoft.com/office/drawing/2014/main" id="{1D24DA40-BF0E-B7A6-8CDB-6DD58F73843B}"/>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Box 2">
            <a:extLst>
              <a:ext uri="{FF2B5EF4-FFF2-40B4-BE49-F238E27FC236}">
                <a16:creationId xmlns:a16="http://schemas.microsoft.com/office/drawing/2014/main" id="{D74CE0A5-424F-1D7C-1A49-A1B6B9A8A007}"/>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3063680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5" name="Text Placeholder 3">
            <a:extLst>
              <a:ext uri="{FF2B5EF4-FFF2-40B4-BE49-F238E27FC236}">
                <a16:creationId xmlns:a16="http://schemas.microsoft.com/office/drawing/2014/main" id="{8D041142-4F7A-A180-B4EF-B8B9A8A9977E}"/>
              </a:ext>
            </a:extLst>
          </p:cNvPr>
          <p:cNvSpPr>
            <a:spLocks noGrp="1"/>
          </p:cNvSpPr>
          <p:nvPr>
            <p:ph type="body" sz="half" idx="10" hasCustomPrompt="1"/>
          </p:nvPr>
        </p:nvSpPr>
        <p:spPr>
          <a:xfrm>
            <a:off x="399737" y="1503307"/>
            <a:ext cx="5557512" cy="4404515"/>
          </a:xfrm>
        </p:spPr>
        <p:txBody>
          <a:bodyPr>
            <a:normAutofit/>
          </a:bodyPr>
          <a:lstStyle>
            <a:lvl1pPr marL="0" marR="0" indent="0" algn="l" defTabSz="914354" rtl="0" eaLnBrk="1" fontAlgn="auto" latinLnBrk="0" hangingPunct="1">
              <a:lnSpc>
                <a:spcPct val="90000"/>
              </a:lnSpc>
              <a:spcBef>
                <a:spcPts val="600"/>
              </a:spcBef>
              <a:spcAft>
                <a:spcPts val="600"/>
              </a:spcAft>
              <a:buClr>
                <a:schemeClr val="bg1">
                  <a:lumMod val="50000"/>
                </a:schemeClr>
              </a:buClr>
              <a:buSzPct val="60000"/>
              <a:buFont typeface=".Lucida Grande UI Regular"/>
              <a:buNone/>
              <a:tabLst/>
              <a:defRPr sz="2000" b="0"/>
            </a:lvl1pPr>
            <a:lvl2pPr marL="269875" indent="-263525">
              <a:buFont typeface=".Lucida Grande UI Regular"/>
              <a:buChar char="◆"/>
              <a:tabLst/>
              <a:defRPr sz="1400"/>
            </a:lvl2pPr>
            <a:lvl3pPr marL="269875" indent="-263525">
              <a:buFont typeface=".Lucida Grande UI Regular"/>
              <a:buChar char="◆"/>
              <a:tabLst/>
              <a:defRPr sz="1200"/>
            </a:lvl3pPr>
            <a:lvl4pPr marL="269875" indent="-263525">
              <a:buFont typeface=".Lucida Grande UI Regular"/>
              <a:buChar char="◆"/>
              <a:tabLst/>
              <a:defRPr sz="1000"/>
            </a:lvl4pPr>
            <a:lvl5pPr marL="269875" indent="-263525">
              <a:buFont typeface=".Lucida Grande UI Regular"/>
              <a:buChar char="◆"/>
              <a:tabLst/>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Rectangle 11">
            <a:extLst>
              <a:ext uri="{FF2B5EF4-FFF2-40B4-BE49-F238E27FC236}">
                <a16:creationId xmlns:a16="http://schemas.microsoft.com/office/drawing/2014/main" id="{B6C291E2-CD12-2D47-B250-71F0C55CD07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67EE6855-6739-994B-B890-250D287A05D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9" name="Text Placeholder 3">
            <a:extLst>
              <a:ext uri="{FF2B5EF4-FFF2-40B4-BE49-F238E27FC236}">
                <a16:creationId xmlns:a16="http://schemas.microsoft.com/office/drawing/2014/main" id="{CB8668DE-AC0D-87D3-054D-C8504C0B6613}"/>
              </a:ext>
            </a:extLst>
          </p:cNvPr>
          <p:cNvSpPr>
            <a:spLocks noGrp="1"/>
          </p:cNvSpPr>
          <p:nvPr>
            <p:ph type="body" sz="half" idx="11" hasCustomPrompt="1"/>
          </p:nvPr>
        </p:nvSpPr>
        <p:spPr>
          <a:xfrm>
            <a:off x="6255530" y="1503307"/>
            <a:ext cx="5559199" cy="4404515"/>
          </a:xfrm>
        </p:spPr>
        <p:txBody>
          <a:bodyPr>
            <a:normAutofit/>
          </a:bodyPr>
          <a:lstStyle>
            <a:lvl1pPr marL="0" marR="0" indent="0" algn="l" defTabSz="914354" rtl="0" eaLnBrk="1" fontAlgn="auto" latinLnBrk="0" hangingPunct="1">
              <a:lnSpc>
                <a:spcPct val="90000"/>
              </a:lnSpc>
              <a:spcBef>
                <a:spcPts val="600"/>
              </a:spcBef>
              <a:spcAft>
                <a:spcPts val="600"/>
              </a:spcAft>
              <a:buClr>
                <a:schemeClr val="bg1">
                  <a:lumMod val="50000"/>
                </a:schemeClr>
              </a:buClr>
              <a:buSzPct val="60000"/>
              <a:buFont typeface=".Lucida Grande UI Regular"/>
              <a:buNone/>
              <a:tabLst/>
              <a:defRPr sz="2000" b="0"/>
            </a:lvl1pPr>
            <a:lvl2pPr marL="269875" indent="-263525">
              <a:buFont typeface=".Lucida Grande UI Regular"/>
              <a:buChar char="◆"/>
              <a:tabLst/>
              <a:defRPr sz="1400"/>
            </a:lvl2pPr>
            <a:lvl3pPr marL="269875" indent="-263525">
              <a:buFont typeface=".Lucida Grande UI Regular"/>
              <a:buChar char="◆"/>
              <a:tabLst/>
              <a:defRPr sz="1200"/>
            </a:lvl3pPr>
            <a:lvl4pPr marL="269875" indent="-263525">
              <a:buFont typeface=".Lucida Grande UI Regular"/>
              <a:buChar char="◆"/>
              <a:tabLst/>
              <a:defRPr sz="1000"/>
            </a:lvl4pPr>
            <a:lvl5pPr marL="269875" indent="-263525">
              <a:buFont typeface=".Lucida Grande UI Regular"/>
              <a:buChar char="◆"/>
              <a:tabLst/>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8A740C33-6C73-E595-4B9E-B3C1368BA88E}"/>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3" name="Straight Connector 2">
            <a:extLst>
              <a:ext uri="{FF2B5EF4-FFF2-40B4-BE49-F238E27FC236}">
                <a16:creationId xmlns:a16="http://schemas.microsoft.com/office/drawing/2014/main" id="{E5C8E73B-C1A0-4747-053E-CEA3E760EF1E}"/>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Footer Placeholder 4">
            <a:extLst>
              <a:ext uri="{FF2B5EF4-FFF2-40B4-BE49-F238E27FC236}">
                <a16:creationId xmlns:a16="http://schemas.microsoft.com/office/drawing/2014/main" id="{46F378E4-E006-11F6-0B4E-C148B1654BB4}"/>
              </a:ext>
            </a:extLst>
          </p:cNvPr>
          <p:cNvSpPr>
            <a:spLocks noGrp="1"/>
          </p:cNvSpPr>
          <p:nvPr>
            <p:ph type="ftr" sz="quarter" idx="12"/>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5" name="Title Placeholder 1">
            <a:extLst>
              <a:ext uri="{FF2B5EF4-FFF2-40B4-BE49-F238E27FC236}">
                <a16:creationId xmlns:a16="http://schemas.microsoft.com/office/drawing/2014/main" id="{C69DD8FA-2BF1-16EB-760F-AA7F3729A57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6" name="TextBox 5">
            <a:extLst>
              <a:ext uri="{FF2B5EF4-FFF2-40B4-BE49-F238E27FC236}">
                <a16:creationId xmlns:a16="http://schemas.microsoft.com/office/drawing/2014/main" id="{EF920DB4-7309-8DEB-2929-2B27514DA963}"/>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1470137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BA69A2-6A43-3E40-87D7-C9EF31A5047B}"/>
              </a:ext>
            </a:extLst>
          </p:cNvPr>
          <p:cNvSpPr>
            <a:spLocks noGrp="1"/>
          </p:cNvSpPr>
          <p:nvPr>
            <p:ph idx="1" hasCustomPrompt="1"/>
          </p:nvPr>
        </p:nvSpPr>
        <p:spPr>
          <a:xfrm>
            <a:off x="4927601" y="1503302"/>
            <a:ext cx="6887127" cy="4404516"/>
          </a:xfrm>
        </p:spPr>
        <p:txBody>
          <a:bodyPr>
            <a:normAutofit/>
          </a:bodyPr>
          <a:lstStyle>
            <a:lvl1pPr marL="0" indent="0">
              <a:buFontTx/>
              <a:buNone/>
              <a:defRPr sz="2000" b="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dirty="0"/>
              <a:t>Click to edit master text styles</a:t>
            </a:r>
          </a:p>
        </p:txBody>
      </p:sp>
      <p:sp>
        <p:nvSpPr>
          <p:cNvPr id="4" name="Text Placeholder 3">
            <a:extLst>
              <a:ext uri="{FF2B5EF4-FFF2-40B4-BE49-F238E27FC236}">
                <a16:creationId xmlns:a16="http://schemas.microsoft.com/office/drawing/2014/main" id="{AAE8C87C-B0FB-B74B-98A8-02318D332ADA}"/>
              </a:ext>
            </a:extLst>
          </p:cNvPr>
          <p:cNvSpPr>
            <a:spLocks noGrp="1"/>
          </p:cNvSpPr>
          <p:nvPr>
            <p:ph type="body" sz="half" idx="2" hasCustomPrompt="1"/>
          </p:nvPr>
        </p:nvSpPr>
        <p:spPr>
          <a:xfrm>
            <a:off x="399737" y="1503304"/>
            <a:ext cx="4187253" cy="4404514"/>
          </a:xfrm>
        </p:spPr>
        <p:txBody>
          <a:bodyPr>
            <a:normAutofit/>
          </a:bodyPr>
          <a:lstStyle>
            <a:lvl1pPr marL="0" indent="0">
              <a:buNone/>
              <a:defRPr sz="200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p:txBody>
      </p:sp>
      <p:sp>
        <p:nvSpPr>
          <p:cNvPr id="11" name="Rectangle 10">
            <a:extLst>
              <a:ext uri="{FF2B5EF4-FFF2-40B4-BE49-F238E27FC236}">
                <a16:creationId xmlns:a16="http://schemas.microsoft.com/office/drawing/2014/main" id="{1720F5B1-9E14-124D-B445-D190AC16BCB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11AA30BC-1D42-9846-9AF2-E2A5071148B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 name="TextBox 1">
            <a:extLst>
              <a:ext uri="{FF2B5EF4-FFF2-40B4-BE49-F238E27FC236}">
                <a16:creationId xmlns:a16="http://schemas.microsoft.com/office/drawing/2014/main" id="{B0B467FB-30AA-F6BE-5110-D9CC90B98D36}"/>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7C6C29CC-67CE-6421-C8B0-489BBC5647F0}"/>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Footer Placeholder 4">
            <a:extLst>
              <a:ext uri="{FF2B5EF4-FFF2-40B4-BE49-F238E27FC236}">
                <a16:creationId xmlns:a16="http://schemas.microsoft.com/office/drawing/2014/main" id="{41B5FE3D-CA78-C098-999D-C842514BE791}"/>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5" name="Title Placeholder 1">
            <a:extLst>
              <a:ext uri="{FF2B5EF4-FFF2-40B4-BE49-F238E27FC236}">
                <a16:creationId xmlns:a16="http://schemas.microsoft.com/office/drawing/2014/main" id="{E8475EEE-A2AA-6793-0317-A2C5009E59E3}"/>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5" name="TextBox 4">
            <a:extLst>
              <a:ext uri="{FF2B5EF4-FFF2-40B4-BE49-F238E27FC236}">
                <a16:creationId xmlns:a16="http://schemas.microsoft.com/office/drawing/2014/main" id="{0F550321-7F1F-3286-1384-A3723E61FDB6}"/>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7738671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824E094-F896-8E40-AC9C-ABF9075C5AE1}"/>
              </a:ext>
            </a:extLst>
          </p:cNvPr>
          <p:cNvSpPr>
            <a:spLocks noGrp="1"/>
          </p:cNvSpPr>
          <p:nvPr>
            <p:ph type="pic" idx="1"/>
          </p:nvPr>
        </p:nvSpPr>
        <p:spPr>
          <a:xfrm>
            <a:off x="4939263" y="1503300"/>
            <a:ext cx="7252737" cy="4728169"/>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r>
              <a:rPr lang="en-US"/>
              <a:t>Click icon to add picture</a:t>
            </a:r>
            <a:endParaRPr lang="en-US" dirty="0"/>
          </a:p>
        </p:txBody>
      </p:sp>
      <p:sp>
        <p:nvSpPr>
          <p:cNvPr id="12" name="Rectangle 11">
            <a:extLst>
              <a:ext uri="{FF2B5EF4-FFF2-40B4-BE49-F238E27FC236}">
                <a16:creationId xmlns:a16="http://schemas.microsoft.com/office/drawing/2014/main" id="{5FB21F4C-4EE3-A548-921D-45FB30330E6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7" name="Picture 16">
            <a:extLst>
              <a:ext uri="{FF2B5EF4-FFF2-40B4-BE49-F238E27FC236}">
                <a16:creationId xmlns:a16="http://schemas.microsoft.com/office/drawing/2014/main" id="{77D3286F-C0D4-6642-8D0B-14EEC9C7AFE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7" name="Content Placeholder 2">
            <a:extLst>
              <a:ext uri="{FF2B5EF4-FFF2-40B4-BE49-F238E27FC236}">
                <a16:creationId xmlns:a16="http://schemas.microsoft.com/office/drawing/2014/main" id="{4A908564-1E90-ABBE-37D2-7DC31735C088}"/>
              </a:ext>
            </a:extLst>
          </p:cNvPr>
          <p:cNvSpPr>
            <a:spLocks noGrp="1"/>
          </p:cNvSpPr>
          <p:nvPr>
            <p:ph sz="half" idx="14" hasCustomPrompt="1"/>
          </p:nvPr>
        </p:nvSpPr>
        <p:spPr>
          <a:xfrm>
            <a:off x="398783" y="1503301"/>
            <a:ext cx="4187253" cy="4404514"/>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TextBox 7">
            <a:extLst>
              <a:ext uri="{FF2B5EF4-FFF2-40B4-BE49-F238E27FC236}">
                <a16:creationId xmlns:a16="http://schemas.microsoft.com/office/drawing/2014/main" id="{FFF3E3DC-94E4-F17D-36CB-450544502F34}"/>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9" name="Straight Connector 8">
            <a:extLst>
              <a:ext uri="{FF2B5EF4-FFF2-40B4-BE49-F238E27FC236}">
                <a16:creationId xmlns:a16="http://schemas.microsoft.com/office/drawing/2014/main" id="{90BF3BC5-D94C-EDA3-8FBC-6435B4DE16C7}"/>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4">
            <a:extLst>
              <a:ext uri="{FF2B5EF4-FFF2-40B4-BE49-F238E27FC236}">
                <a16:creationId xmlns:a16="http://schemas.microsoft.com/office/drawing/2014/main" id="{DB726D05-460B-0A59-026D-A6ABD195828B}"/>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4" name="Title Placeholder 1">
            <a:extLst>
              <a:ext uri="{FF2B5EF4-FFF2-40B4-BE49-F238E27FC236}">
                <a16:creationId xmlns:a16="http://schemas.microsoft.com/office/drawing/2014/main" id="{447C72BC-0B7D-4FB3-3772-38C5E4C708D1}"/>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2" name="TextBox 1">
            <a:extLst>
              <a:ext uri="{FF2B5EF4-FFF2-40B4-BE49-F238E27FC236}">
                <a16:creationId xmlns:a16="http://schemas.microsoft.com/office/drawing/2014/main" id="{F4AAD095-7F6F-2D3F-0CCA-FB24F185F57F}"/>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9371847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0D1CB3-C3E8-8E4B-AAC3-082CC0AF6319}"/>
              </a:ext>
            </a:extLst>
          </p:cNvPr>
          <p:cNvSpPr>
            <a:spLocks noGrp="1"/>
          </p:cNvSpPr>
          <p:nvPr>
            <p:ph sz="half" idx="1" hasCustomPrompt="1"/>
          </p:nvPr>
        </p:nvSpPr>
        <p:spPr>
          <a:xfrm>
            <a:off x="399737" y="1511016"/>
            <a:ext cx="4328644" cy="4350137"/>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Rectangle 11">
            <a:extLst>
              <a:ext uri="{FF2B5EF4-FFF2-40B4-BE49-F238E27FC236}">
                <a16:creationId xmlns:a16="http://schemas.microsoft.com/office/drawing/2014/main" id="{B6C291E2-CD12-2D47-B250-71F0C55CD07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9" name="Content Placeholder 2">
            <a:extLst>
              <a:ext uri="{FF2B5EF4-FFF2-40B4-BE49-F238E27FC236}">
                <a16:creationId xmlns:a16="http://schemas.microsoft.com/office/drawing/2014/main" id="{DDDAF287-83F2-C44A-BF25-155F5BF57EEB}"/>
              </a:ext>
            </a:extLst>
          </p:cNvPr>
          <p:cNvSpPr>
            <a:spLocks noGrp="1"/>
          </p:cNvSpPr>
          <p:nvPr>
            <p:ph idx="12"/>
          </p:nvPr>
        </p:nvSpPr>
        <p:spPr>
          <a:xfrm>
            <a:off x="5026662" y="1503304"/>
            <a:ext cx="5067372" cy="4357850"/>
          </a:xfrm>
        </p:spPr>
        <p:txBody>
          <a:bodyPr/>
          <a:lstStyle>
            <a:lvl1pPr marL="0" indent="0">
              <a:buFontTx/>
              <a:buNone/>
              <a:defRPr/>
            </a:lvl1pPr>
          </a:lstStyle>
          <a:p>
            <a:pPr lvl="0"/>
            <a:r>
              <a:rPr lang="en-US"/>
              <a:t>Click to edit Master text styles</a:t>
            </a:r>
          </a:p>
        </p:txBody>
      </p:sp>
      <p:pic>
        <p:nvPicPr>
          <p:cNvPr id="11" name="Picture 10">
            <a:extLst>
              <a:ext uri="{FF2B5EF4-FFF2-40B4-BE49-F238E27FC236}">
                <a16:creationId xmlns:a16="http://schemas.microsoft.com/office/drawing/2014/main" id="{E846172F-6290-AC4F-9851-A75FAD18249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 name="TextBox 1">
            <a:extLst>
              <a:ext uri="{FF2B5EF4-FFF2-40B4-BE49-F238E27FC236}">
                <a16:creationId xmlns:a16="http://schemas.microsoft.com/office/drawing/2014/main" id="{343597D2-6234-696B-F5AA-307FEE725761}"/>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5" name="Straight Connector 4">
            <a:extLst>
              <a:ext uri="{FF2B5EF4-FFF2-40B4-BE49-F238E27FC236}">
                <a16:creationId xmlns:a16="http://schemas.microsoft.com/office/drawing/2014/main" id="{6A7DA34A-383A-16A2-0FEE-FE854DA0F3D4}"/>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Footer Placeholder 4">
            <a:extLst>
              <a:ext uri="{FF2B5EF4-FFF2-40B4-BE49-F238E27FC236}">
                <a16:creationId xmlns:a16="http://schemas.microsoft.com/office/drawing/2014/main" id="{0C4DA649-F063-49F9-EEA4-E099F09DE7F0}"/>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6" name="Title Placeholder 1">
            <a:extLst>
              <a:ext uri="{FF2B5EF4-FFF2-40B4-BE49-F238E27FC236}">
                <a16:creationId xmlns:a16="http://schemas.microsoft.com/office/drawing/2014/main" id="{B9F5F6DC-9D74-3B39-1849-9967761D563D}"/>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4" name="Picture 3" descr="A picture containing screenshot, pattern, symmetry, black&#10;&#10;Description automatically generated">
            <a:extLst>
              <a:ext uri="{FF2B5EF4-FFF2-40B4-BE49-F238E27FC236}">
                <a16:creationId xmlns:a16="http://schemas.microsoft.com/office/drawing/2014/main" id="{A7FD0B13-B446-BD59-8B8C-DB0E88B170A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56301" r="1"/>
          <a:stretch/>
        </p:blipFill>
        <p:spPr>
          <a:xfrm>
            <a:off x="10302948" y="416892"/>
            <a:ext cx="1670459" cy="5397500"/>
          </a:xfrm>
          <a:prstGeom prst="rect">
            <a:avLst/>
          </a:prstGeom>
        </p:spPr>
      </p:pic>
      <p:sp>
        <p:nvSpPr>
          <p:cNvPr id="6" name="TextBox 5">
            <a:extLst>
              <a:ext uri="{FF2B5EF4-FFF2-40B4-BE49-F238E27FC236}">
                <a16:creationId xmlns:a16="http://schemas.microsoft.com/office/drawing/2014/main" id="{6FB64277-B642-727C-F7FE-FFADA4C2040B}"/>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0765944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1CC34B4-C291-1845-8F85-19EE1A313584}"/>
              </a:ext>
            </a:extLst>
          </p:cNvPr>
          <p:cNvSpPr>
            <a:spLocks noGrp="1"/>
          </p:cNvSpPr>
          <p:nvPr>
            <p:ph type="body" idx="1" hasCustomPrompt="1"/>
          </p:nvPr>
        </p:nvSpPr>
        <p:spPr>
          <a:xfrm>
            <a:off x="399737" y="1514528"/>
            <a:ext cx="5577071" cy="545932"/>
          </a:xfrm>
          <a:solidFill>
            <a:schemeClr val="accent1"/>
          </a:solidFill>
        </p:spPr>
        <p:txBody>
          <a:bodyPr lIns="144000" anchor="ctr" anchorCtr="0"/>
          <a:lstStyle>
            <a:lvl1pPr marL="0" indent="0">
              <a:buNone/>
              <a:defRPr sz="2400" b="1"/>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GB" dirty="0"/>
              <a:t>Click to edit master text styles</a:t>
            </a:r>
          </a:p>
        </p:txBody>
      </p:sp>
      <p:sp>
        <p:nvSpPr>
          <p:cNvPr id="4" name="Content Placeholder 3">
            <a:extLst>
              <a:ext uri="{FF2B5EF4-FFF2-40B4-BE49-F238E27FC236}">
                <a16:creationId xmlns:a16="http://schemas.microsoft.com/office/drawing/2014/main" id="{59CE3547-43AB-3343-96D0-300034BEC47B}"/>
              </a:ext>
            </a:extLst>
          </p:cNvPr>
          <p:cNvSpPr>
            <a:spLocks noGrp="1"/>
          </p:cNvSpPr>
          <p:nvPr>
            <p:ph sz="half" idx="2" hasCustomPrompt="1"/>
          </p:nvPr>
        </p:nvSpPr>
        <p:spPr>
          <a:xfrm>
            <a:off x="399737" y="2338441"/>
            <a:ext cx="5577071" cy="3244369"/>
          </a:xfrm>
        </p:spPr>
        <p:txBody>
          <a:bodyPr/>
          <a:lstStyle>
            <a:lvl1pPr>
              <a:defRPr sz="2400"/>
            </a:lvl1pPr>
            <a:lvl3pPr>
              <a:defRPr>
                <a:solidFill>
                  <a:schemeClr val="accent2"/>
                </a:solidFill>
              </a:defRPr>
            </a:lvl3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Rectangle 12">
            <a:extLst>
              <a:ext uri="{FF2B5EF4-FFF2-40B4-BE49-F238E27FC236}">
                <a16:creationId xmlns:a16="http://schemas.microsoft.com/office/drawing/2014/main" id="{181F6DE2-F45B-5548-AC93-0AC8CD73A22F}"/>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2" name="Picture 11">
            <a:extLst>
              <a:ext uri="{FF2B5EF4-FFF2-40B4-BE49-F238E27FC236}">
                <a16:creationId xmlns:a16="http://schemas.microsoft.com/office/drawing/2014/main" id="{46232D65-41CC-734C-883D-26D89F1B26B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18" name="Text Placeholder 2">
            <a:extLst>
              <a:ext uri="{FF2B5EF4-FFF2-40B4-BE49-F238E27FC236}">
                <a16:creationId xmlns:a16="http://schemas.microsoft.com/office/drawing/2014/main" id="{42499B4A-BC3F-66ED-33DF-03102A73F90C}"/>
              </a:ext>
            </a:extLst>
          </p:cNvPr>
          <p:cNvSpPr>
            <a:spLocks noGrp="1"/>
          </p:cNvSpPr>
          <p:nvPr>
            <p:ph type="body" idx="13" hasCustomPrompt="1"/>
          </p:nvPr>
        </p:nvSpPr>
        <p:spPr>
          <a:xfrm>
            <a:off x="6237658" y="1514528"/>
            <a:ext cx="5577071" cy="545932"/>
          </a:xfrm>
          <a:solidFill>
            <a:schemeClr val="accent1"/>
          </a:solidFill>
        </p:spPr>
        <p:txBody>
          <a:bodyPr lIns="144000" anchor="ctr" anchorCtr="0"/>
          <a:lstStyle>
            <a:lvl1pPr marL="0" indent="0">
              <a:buNone/>
              <a:defRPr sz="2400" b="1"/>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GB" dirty="0"/>
              <a:t>Click to edit master text styles</a:t>
            </a:r>
          </a:p>
        </p:txBody>
      </p:sp>
      <p:sp>
        <p:nvSpPr>
          <p:cNvPr id="19" name="Content Placeholder 3">
            <a:extLst>
              <a:ext uri="{FF2B5EF4-FFF2-40B4-BE49-F238E27FC236}">
                <a16:creationId xmlns:a16="http://schemas.microsoft.com/office/drawing/2014/main" id="{E1C9DA8B-FED8-041D-C2A3-4BE6014B50FD}"/>
              </a:ext>
            </a:extLst>
          </p:cNvPr>
          <p:cNvSpPr>
            <a:spLocks noGrp="1"/>
          </p:cNvSpPr>
          <p:nvPr>
            <p:ph sz="half" idx="14" hasCustomPrompt="1"/>
          </p:nvPr>
        </p:nvSpPr>
        <p:spPr>
          <a:xfrm>
            <a:off x="6237658" y="2338441"/>
            <a:ext cx="5577071" cy="3244369"/>
          </a:xfrm>
        </p:spPr>
        <p:txBody>
          <a:bodyPr/>
          <a:lstStyle>
            <a:lvl1pPr>
              <a:defRPr sz="2400"/>
            </a:lvl1pPr>
            <a:lvl3pPr>
              <a:defRPr>
                <a:solidFill>
                  <a:schemeClr val="accent2"/>
                </a:solidFill>
              </a:defRPr>
            </a:lvl3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F4F3F962-268D-7E8F-E0A7-FC40EC2195D2}"/>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5" name="Straight Connector 4">
            <a:extLst>
              <a:ext uri="{FF2B5EF4-FFF2-40B4-BE49-F238E27FC236}">
                <a16:creationId xmlns:a16="http://schemas.microsoft.com/office/drawing/2014/main" id="{EF67D6CA-A404-6EAA-9894-119E28996123}"/>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6" name="Footer Placeholder 4">
            <a:extLst>
              <a:ext uri="{FF2B5EF4-FFF2-40B4-BE49-F238E27FC236}">
                <a16:creationId xmlns:a16="http://schemas.microsoft.com/office/drawing/2014/main" id="{069CFB3D-778C-9AA2-261C-C6F7BCE8A95F}"/>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5" name="Title Placeholder 1">
            <a:extLst>
              <a:ext uri="{FF2B5EF4-FFF2-40B4-BE49-F238E27FC236}">
                <a16:creationId xmlns:a16="http://schemas.microsoft.com/office/drawing/2014/main" id="{7A3C954C-26BD-006C-AF1C-7BCFB4728C2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7" name="TextBox 6">
            <a:extLst>
              <a:ext uri="{FF2B5EF4-FFF2-40B4-BE49-F238E27FC236}">
                <a16:creationId xmlns:a16="http://schemas.microsoft.com/office/drawing/2014/main" id="{F7A4A621-AAE6-B1BF-2758-69ED058DD130}"/>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06556652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6" name="Picture Placeholder 2">
            <a:extLst>
              <a:ext uri="{FF2B5EF4-FFF2-40B4-BE49-F238E27FC236}">
                <a16:creationId xmlns:a16="http://schemas.microsoft.com/office/drawing/2014/main" id="{DDF5BCD2-566C-304B-9603-DBF49E1C6C3B}"/>
              </a:ext>
            </a:extLst>
          </p:cNvPr>
          <p:cNvSpPr>
            <a:spLocks noGrp="1"/>
          </p:cNvSpPr>
          <p:nvPr>
            <p:ph type="pic" idx="1"/>
          </p:nvPr>
        </p:nvSpPr>
        <p:spPr>
          <a:xfrm>
            <a:off x="399738" y="2746020"/>
            <a:ext cx="2652497" cy="2163093"/>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r>
              <a:rPr lang="en-US"/>
              <a:t>Click icon to add picture</a:t>
            </a:r>
            <a:endParaRPr lang="en-US" dirty="0"/>
          </a:p>
        </p:txBody>
      </p:sp>
      <p:sp>
        <p:nvSpPr>
          <p:cNvPr id="11" name="Rectangle 10">
            <a:extLst>
              <a:ext uri="{FF2B5EF4-FFF2-40B4-BE49-F238E27FC236}">
                <a16:creationId xmlns:a16="http://schemas.microsoft.com/office/drawing/2014/main" id="{1720F5B1-9E14-124D-B445-D190AC16BCB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20" name="Content Placeholder 2">
            <a:extLst>
              <a:ext uri="{FF2B5EF4-FFF2-40B4-BE49-F238E27FC236}">
                <a16:creationId xmlns:a16="http://schemas.microsoft.com/office/drawing/2014/main" id="{D5C6FD78-5957-3743-9051-7A833B8B93B7}"/>
              </a:ext>
            </a:extLst>
          </p:cNvPr>
          <p:cNvSpPr>
            <a:spLocks noGrp="1"/>
          </p:cNvSpPr>
          <p:nvPr>
            <p:ph sz="half" idx="18" hasCustomPrompt="1"/>
          </p:nvPr>
        </p:nvSpPr>
        <p:spPr>
          <a:xfrm>
            <a:off x="399746" y="4909116"/>
            <a:ext cx="2652495" cy="593577"/>
          </a:xfrm>
          <a:solidFill>
            <a:schemeClr val="accent1"/>
          </a:solidFill>
          <a:ln>
            <a:noFill/>
          </a:ln>
        </p:spPr>
        <p:txBody>
          <a:bodyPr lIns="72000" tIns="72000" rIns="72000" bIns="72000">
            <a:normAutofit/>
          </a:bodyPr>
          <a:lstStyle>
            <a:lvl1pPr marL="0" indent="0">
              <a:buFontTx/>
              <a:buNone/>
              <a:defRPr sz="1100" b="0"/>
            </a:lvl1pPr>
          </a:lstStyle>
          <a:p>
            <a:pPr lvl="0"/>
            <a:r>
              <a:rPr lang="en-US" dirty="0"/>
              <a:t>Edit master text styles</a:t>
            </a:r>
          </a:p>
        </p:txBody>
      </p:sp>
      <p:sp>
        <p:nvSpPr>
          <p:cNvPr id="25" name="Text Placeholder 3">
            <a:extLst>
              <a:ext uri="{FF2B5EF4-FFF2-40B4-BE49-F238E27FC236}">
                <a16:creationId xmlns:a16="http://schemas.microsoft.com/office/drawing/2014/main" id="{8D62D7B6-9A5A-644C-8286-5E98BABC4490}"/>
              </a:ext>
            </a:extLst>
          </p:cNvPr>
          <p:cNvSpPr>
            <a:spLocks noGrp="1"/>
          </p:cNvSpPr>
          <p:nvPr>
            <p:ph type="body" sz="half" idx="2" hasCustomPrompt="1"/>
          </p:nvPr>
        </p:nvSpPr>
        <p:spPr>
          <a:xfrm>
            <a:off x="399738" y="1431326"/>
            <a:ext cx="9827454" cy="1061936"/>
          </a:xfrm>
        </p:spPr>
        <p:txBody>
          <a:bodyPr>
            <a:noAutofit/>
          </a:bodyPr>
          <a:lstStyle>
            <a:lvl1pPr marL="0" indent="0">
              <a:buNone/>
              <a:defRPr sz="1600" b="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p:txBody>
      </p:sp>
      <p:pic>
        <p:nvPicPr>
          <p:cNvPr id="17" name="Picture 16">
            <a:extLst>
              <a:ext uri="{FF2B5EF4-FFF2-40B4-BE49-F238E27FC236}">
                <a16:creationId xmlns:a16="http://schemas.microsoft.com/office/drawing/2014/main" id="{64C4096F-2FFA-DE41-9D57-0CE5D3D1587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1" name="Picture Placeholder 2">
            <a:extLst>
              <a:ext uri="{FF2B5EF4-FFF2-40B4-BE49-F238E27FC236}">
                <a16:creationId xmlns:a16="http://schemas.microsoft.com/office/drawing/2014/main" id="{F57DBF7D-11EE-F2C5-80EC-E85C32283ABE}"/>
              </a:ext>
            </a:extLst>
          </p:cNvPr>
          <p:cNvSpPr>
            <a:spLocks noGrp="1"/>
          </p:cNvSpPr>
          <p:nvPr>
            <p:ph type="pic" idx="19"/>
          </p:nvPr>
        </p:nvSpPr>
        <p:spPr>
          <a:xfrm>
            <a:off x="3301635" y="2746020"/>
            <a:ext cx="2652497" cy="2163093"/>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r>
              <a:rPr lang="en-US"/>
              <a:t>Click icon to add picture</a:t>
            </a:r>
            <a:endParaRPr lang="en-US" dirty="0"/>
          </a:p>
        </p:txBody>
      </p:sp>
      <p:sp>
        <p:nvSpPr>
          <p:cNvPr id="30" name="Content Placeholder 2">
            <a:extLst>
              <a:ext uri="{FF2B5EF4-FFF2-40B4-BE49-F238E27FC236}">
                <a16:creationId xmlns:a16="http://schemas.microsoft.com/office/drawing/2014/main" id="{EC7DA3D2-59BD-6137-81AD-86750A32889C}"/>
              </a:ext>
            </a:extLst>
          </p:cNvPr>
          <p:cNvSpPr>
            <a:spLocks noGrp="1"/>
          </p:cNvSpPr>
          <p:nvPr>
            <p:ph sz="half" idx="20" hasCustomPrompt="1"/>
          </p:nvPr>
        </p:nvSpPr>
        <p:spPr>
          <a:xfrm>
            <a:off x="3301643" y="4909116"/>
            <a:ext cx="2652495" cy="593577"/>
          </a:xfrm>
          <a:solidFill>
            <a:schemeClr val="accent1"/>
          </a:solidFill>
          <a:ln>
            <a:noFill/>
          </a:ln>
        </p:spPr>
        <p:txBody>
          <a:bodyPr lIns="72000" tIns="72000" rIns="72000" bIns="72000">
            <a:normAutofit/>
          </a:bodyPr>
          <a:lstStyle>
            <a:lvl1pPr marL="0" indent="0">
              <a:buFontTx/>
              <a:buNone/>
              <a:defRPr sz="1100" b="0"/>
            </a:lvl1pPr>
          </a:lstStyle>
          <a:p>
            <a:pPr lvl="0"/>
            <a:r>
              <a:rPr lang="en-US" dirty="0"/>
              <a:t>Edit master text styles</a:t>
            </a:r>
          </a:p>
        </p:txBody>
      </p:sp>
      <p:sp>
        <p:nvSpPr>
          <p:cNvPr id="31" name="Picture Placeholder 2">
            <a:extLst>
              <a:ext uri="{FF2B5EF4-FFF2-40B4-BE49-F238E27FC236}">
                <a16:creationId xmlns:a16="http://schemas.microsoft.com/office/drawing/2014/main" id="{9C9B462E-49D5-11F9-F1F5-872D1298452F}"/>
              </a:ext>
            </a:extLst>
          </p:cNvPr>
          <p:cNvSpPr>
            <a:spLocks noGrp="1"/>
          </p:cNvSpPr>
          <p:nvPr>
            <p:ph type="pic" idx="21"/>
          </p:nvPr>
        </p:nvSpPr>
        <p:spPr>
          <a:xfrm>
            <a:off x="6203526" y="2746020"/>
            <a:ext cx="2652497" cy="2163093"/>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r>
              <a:rPr lang="en-US"/>
              <a:t>Click icon to add picture</a:t>
            </a:r>
            <a:endParaRPr lang="en-US" dirty="0"/>
          </a:p>
        </p:txBody>
      </p:sp>
      <p:sp>
        <p:nvSpPr>
          <p:cNvPr id="32" name="Content Placeholder 2">
            <a:extLst>
              <a:ext uri="{FF2B5EF4-FFF2-40B4-BE49-F238E27FC236}">
                <a16:creationId xmlns:a16="http://schemas.microsoft.com/office/drawing/2014/main" id="{9F4812D9-E50A-9912-1AAB-2CBFCD7BB51C}"/>
              </a:ext>
            </a:extLst>
          </p:cNvPr>
          <p:cNvSpPr>
            <a:spLocks noGrp="1"/>
          </p:cNvSpPr>
          <p:nvPr>
            <p:ph sz="half" idx="22" hasCustomPrompt="1"/>
          </p:nvPr>
        </p:nvSpPr>
        <p:spPr>
          <a:xfrm>
            <a:off x="6203534" y="4909116"/>
            <a:ext cx="2652495" cy="593577"/>
          </a:xfrm>
          <a:solidFill>
            <a:schemeClr val="accent1"/>
          </a:solidFill>
          <a:ln>
            <a:noFill/>
          </a:ln>
        </p:spPr>
        <p:txBody>
          <a:bodyPr lIns="72000" tIns="72000" rIns="72000" bIns="72000">
            <a:normAutofit/>
          </a:bodyPr>
          <a:lstStyle>
            <a:lvl1pPr marL="0" indent="0">
              <a:buFontTx/>
              <a:buNone/>
              <a:defRPr sz="1100" b="0"/>
            </a:lvl1pPr>
          </a:lstStyle>
          <a:p>
            <a:pPr lvl="0"/>
            <a:r>
              <a:rPr lang="en-US" dirty="0"/>
              <a:t>Edit master text styles</a:t>
            </a:r>
          </a:p>
        </p:txBody>
      </p:sp>
      <p:sp>
        <p:nvSpPr>
          <p:cNvPr id="33" name="Picture Placeholder 2">
            <a:extLst>
              <a:ext uri="{FF2B5EF4-FFF2-40B4-BE49-F238E27FC236}">
                <a16:creationId xmlns:a16="http://schemas.microsoft.com/office/drawing/2014/main" id="{4AC0237F-F3D2-5B48-FDD3-0D38A29F9329}"/>
              </a:ext>
            </a:extLst>
          </p:cNvPr>
          <p:cNvSpPr>
            <a:spLocks noGrp="1"/>
          </p:cNvSpPr>
          <p:nvPr>
            <p:ph type="pic" idx="23"/>
          </p:nvPr>
        </p:nvSpPr>
        <p:spPr>
          <a:xfrm>
            <a:off x="9105429" y="2746020"/>
            <a:ext cx="2652497" cy="2163093"/>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r>
              <a:rPr lang="en-US"/>
              <a:t>Click icon to add picture</a:t>
            </a:r>
            <a:endParaRPr lang="en-US" dirty="0"/>
          </a:p>
        </p:txBody>
      </p:sp>
      <p:sp>
        <p:nvSpPr>
          <p:cNvPr id="34" name="Content Placeholder 2">
            <a:extLst>
              <a:ext uri="{FF2B5EF4-FFF2-40B4-BE49-F238E27FC236}">
                <a16:creationId xmlns:a16="http://schemas.microsoft.com/office/drawing/2014/main" id="{9C3F4213-26B4-FC1E-F3B7-05D32356B3BD}"/>
              </a:ext>
            </a:extLst>
          </p:cNvPr>
          <p:cNvSpPr>
            <a:spLocks noGrp="1"/>
          </p:cNvSpPr>
          <p:nvPr>
            <p:ph sz="half" idx="24" hasCustomPrompt="1"/>
          </p:nvPr>
        </p:nvSpPr>
        <p:spPr>
          <a:xfrm>
            <a:off x="9105437" y="4909116"/>
            <a:ext cx="2652495" cy="593577"/>
          </a:xfrm>
          <a:solidFill>
            <a:schemeClr val="accent1"/>
          </a:solidFill>
          <a:ln>
            <a:noFill/>
          </a:ln>
        </p:spPr>
        <p:txBody>
          <a:bodyPr lIns="72000" tIns="72000" rIns="72000" bIns="72000">
            <a:normAutofit/>
          </a:bodyPr>
          <a:lstStyle>
            <a:lvl1pPr marL="0" indent="0">
              <a:buFontTx/>
              <a:buNone/>
              <a:defRPr sz="1100" b="0"/>
            </a:lvl1pPr>
          </a:lstStyle>
          <a:p>
            <a:pPr lvl="0"/>
            <a:r>
              <a:rPr lang="en-US" dirty="0"/>
              <a:t>Edit master text styles</a:t>
            </a:r>
          </a:p>
        </p:txBody>
      </p:sp>
      <p:sp>
        <p:nvSpPr>
          <p:cNvPr id="2" name="TextBox 1">
            <a:extLst>
              <a:ext uri="{FF2B5EF4-FFF2-40B4-BE49-F238E27FC236}">
                <a16:creationId xmlns:a16="http://schemas.microsoft.com/office/drawing/2014/main" id="{90E3E1F3-60BC-A502-C92D-697C2C408463}"/>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743AB2FE-DFD2-0FA3-C038-FB5684C9FAF2}"/>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A715E079-78EC-4037-5AC3-052D98B24FEF}"/>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9" name="Title Placeholder 1">
            <a:extLst>
              <a:ext uri="{FF2B5EF4-FFF2-40B4-BE49-F238E27FC236}">
                <a16:creationId xmlns:a16="http://schemas.microsoft.com/office/drawing/2014/main" id="{A081EB8E-5372-4255-8858-E2870EA73172}"/>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Box 2">
            <a:extLst>
              <a:ext uri="{FF2B5EF4-FFF2-40B4-BE49-F238E27FC236}">
                <a16:creationId xmlns:a16="http://schemas.microsoft.com/office/drawing/2014/main" id="{25EA7A7A-5CFD-5739-A684-0C18C0831654}"/>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8313123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5_Blank">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71E77CA1-9CDF-734F-9BC2-A77ABB697C7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8" name="Picture 7">
            <a:extLst>
              <a:ext uri="{FF2B5EF4-FFF2-40B4-BE49-F238E27FC236}">
                <a16:creationId xmlns:a16="http://schemas.microsoft.com/office/drawing/2014/main" id="{77C989A6-F100-D244-9811-9480ED60557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3" name="TextBox 2">
            <a:extLst>
              <a:ext uri="{FF2B5EF4-FFF2-40B4-BE49-F238E27FC236}">
                <a16:creationId xmlns:a16="http://schemas.microsoft.com/office/drawing/2014/main" id="{2953FB21-2646-0D56-02B8-10257E98D9F2}"/>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8CDB768E-55F5-7876-CF52-F1518763AAE5}"/>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DC1351BB-F4DD-D90C-430F-C7056589AD15}"/>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0" name="Title Placeholder 1">
            <a:extLst>
              <a:ext uri="{FF2B5EF4-FFF2-40B4-BE49-F238E27FC236}">
                <a16:creationId xmlns:a16="http://schemas.microsoft.com/office/drawing/2014/main" id="{7CABF511-E87A-C207-7C25-AC958A88C0D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2" name="TextBox 1">
            <a:extLst>
              <a:ext uri="{FF2B5EF4-FFF2-40B4-BE49-F238E27FC236}">
                <a16:creationId xmlns:a16="http://schemas.microsoft.com/office/drawing/2014/main" id="{DC9689DA-81EA-4FC5-28D0-500FEE179010}"/>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74186364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EBF0A9E0-22D9-E043-93E8-6F8DE13E658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2" r="23451" b="15127"/>
          <a:stretch/>
        </p:blipFill>
        <p:spPr>
          <a:xfrm>
            <a:off x="8217720" y="11646"/>
            <a:ext cx="3960000" cy="6219825"/>
          </a:xfrm>
          <a:prstGeom prst="rect">
            <a:avLst/>
          </a:prstGeom>
        </p:spPr>
      </p:pic>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674558" y="1588958"/>
            <a:ext cx="7528884" cy="4017364"/>
          </a:xfrm>
        </p:spPr>
        <p:txBody>
          <a:bodyPr/>
          <a:lstStyle>
            <a:lvl1pPr marL="0" indent="0">
              <a:buClr>
                <a:schemeClr val="bg1"/>
              </a:buClr>
              <a:buFontTx/>
              <a:buNone/>
              <a:defRPr sz="4000">
                <a:solidFill>
                  <a:schemeClr val="tx1"/>
                </a:solidFill>
              </a:defRPr>
            </a:lvl1pPr>
            <a:lvl2pPr marL="287986" indent="0">
              <a:buClr>
                <a:schemeClr val="bg1"/>
              </a:buClr>
              <a:buFontTx/>
              <a:buNone/>
              <a:defRPr>
                <a:solidFill>
                  <a:schemeClr val="tx1"/>
                </a:solidFill>
              </a:defRPr>
            </a:lvl2pPr>
            <a:lvl3pPr marL="575972" indent="0">
              <a:buClr>
                <a:schemeClr val="bg1"/>
              </a:buClr>
              <a:buFontTx/>
              <a:buNone/>
              <a:defRPr>
                <a:solidFill>
                  <a:schemeClr val="tx1"/>
                </a:solidFill>
              </a:defRPr>
            </a:lvl3pPr>
            <a:lvl4pPr marL="0" indent="0">
              <a:buClr>
                <a:schemeClr val="bg1"/>
              </a:buClr>
              <a:buFontTx/>
              <a:buNone/>
              <a:defRPr>
                <a:solidFill>
                  <a:schemeClr val="tx1"/>
                </a:solidFill>
              </a:defRPr>
            </a:lvl4pPr>
            <a:lvl5pPr marL="1151942" indent="0">
              <a:buClr>
                <a:schemeClr val="bg1"/>
              </a:buClr>
              <a:buFontTx/>
              <a:buNone/>
              <a:defRPr>
                <a:solidFill>
                  <a:schemeClr val="tx1"/>
                </a:solidFill>
              </a:defRPr>
            </a:lvl5pPr>
          </a:lstStyle>
          <a:p>
            <a:pPr lvl="0"/>
            <a:r>
              <a:rPr lang="en-GB" dirty="0"/>
              <a:t>“&lt;Quote style, insert quote&gt;”</a:t>
            </a:r>
          </a:p>
          <a:p>
            <a:pPr lvl="3"/>
            <a:r>
              <a:rPr lang="en-GB" dirty="0"/>
              <a:t>&lt;First name Last name&gt;</a:t>
            </a:r>
          </a:p>
        </p:txBody>
      </p:sp>
      <p:sp>
        <p:nvSpPr>
          <p:cNvPr id="11" name="Rectangle 10">
            <a:extLst>
              <a:ext uri="{FF2B5EF4-FFF2-40B4-BE49-F238E27FC236}">
                <a16:creationId xmlns:a16="http://schemas.microsoft.com/office/drawing/2014/main" id="{5C12CD38-D4A1-B940-A035-BE7D483FF123}"/>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7" name="Picture 16">
            <a:extLst>
              <a:ext uri="{FF2B5EF4-FFF2-40B4-BE49-F238E27FC236}">
                <a16:creationId xmlns:a16="http://schemas.microsoft.com/office/drawing/2014/main" id="{9F174683-C40A-5E4F-9BF6-BC7F9703047C}"/>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3" name="TextBox 2">
            <a:extLst>
              <a:ext uri="{FF2B5EF4-FFF2-40B4-BE49-F238E27FC236}">
                <a16:creationId xmlns:a16="http://schemas.microsoft.com/office/drawing/2014/main" id="{5FE38075-372F-6844-9F98-C937958AD6B5}"/>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B451E343-9084-E686-3699-FAA7B6CBC1E6}"/>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AED84418-AEC2-6F8C-A6E8-0F39927E5B72}"/>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2" name="TextBox 1">
            <a:extLst>
              <a:ext uri="{FF2B5EF4-FFF2-40B4-BE49-F238E27FC236}">
                <a16:creationId xmlns:a16="http://schemas.microsoft.com/office/drawing/2014/main" id="{5438FB49-85BE-3E87-1702-3595716815FF}"/>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8237965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3_Custom Layou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BF0A9E0-22D9-E043-93E8-6F8DE13E658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4901" r="26223"/>
          <a:stretch/>
        </p:blipFill>
        <p:spPr>
          <a:xfrm>
            <a:off x="9245674" y="252197"/>
            <a:ext cx="2761485" cy="5679878"/>
          </a:xfrm>
          <a:prstGeom prst="rect">
            <a:avLst/>
          </a:prstGeom>
        </p:spPr>
      </p:pic>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674558" y="1588958"/>
            <a:ext cx="7528884" cy="4017364"/>
          </a:xfrm>
        </p:spPr>
        <p:txBody>
          <a:bodyPr/>
          <a:lstStyle>
            <a:lvl1pPr marL="0" indent="0">
              <a:buClr>
                <a:schemeClr val="bg1"/>
              </a:buClr>
              <a:buFontTx/>
              <a:buNone/>
              <a:defRPr sz="4000">
                <a:solidFill>
                  <a:schemeClr val="tx1"/>
                </a:solidFill>
              </a:defRPr>
            </a:lvl1pPr>
            <a:lvl2pPr marL="287986" indent="0">
              <a:buClr>
                <a:schemeClr val="bg1"/>
              </a:buClr>
              <a:buFontTx/>
              <a:buNone/>
              <a:defRPr>
                <a:solidFill>
                  <a:schemeClr val="tx1"/>
                </a:solidFill>
              </a:defRPr>
            </a:lvl2pPr>
            <a:lvl3pPr marL="575972" indent="0">
              <a:buClr>
                <a:schemeClr val="bg1"/>
              </a:buClr>
              <a:buFontTx/>
              <a:buNone/>
              <a:defRPr>
                <a:solidFill>
                  <a:schemeClr val="tx1"/>
                </a:solidFill>
              </a:defRPr>
            </a:lvl3pPr>
            <a:lvl4pPr marL="0" indent="0">
              <a:buClr>
                <a:schemeClr val="bg1"/>
              </a:buClr>
              <a:buFontTx/>
              <a:buNone/>
              <a:defRPr>
                <a:solidFill>
                  <a:schemeClr val="tx1"/>
                </a:solidFill>
              </a:defRPr>
            </a:lvl4pPr>
            <a:lvl5pPr marL="1151942" indent="0">
              <a:buClr>
                <a:schemeClr val="bg1"/>
              </a:buClr>
              <a:buFontTx/>
              <a:buNone/>
              <a:defRPr>
                <a:solidFill>
                  <a:schemeClr val="tx1"/>
                </a:solidFill>
              </a:defRPr>
            </a:lvl5pPr>
          </a:lstStyle>
          <a:p>
            <a:pPr lvl="0"/>
            <a:r>
              <a:rPr lang="en-GB" dirty="0"/>
              <a:t>“&lt;Quote style, insert quote&gt;”</a:t>
            </a:r>
          </a:p>
          <a:p>
            <a:pPr lvl="3"/>
            <a:r>
              <a:rPr lang="en-GB" dirty="0"/>
              <a:t>&lt;First name Last name&gt;</a:t>
            </a:r>
          </a:p>
        </p:txBody>
      </p:sp>
      <p:sp>
        <p:nvSpPr>
          <p:cNvPr id="11" name="Rectangle 10">
            <a:extLst>
              <a:ext uri="{FF2B5EF4-FFF2-40B4-BE49-F238E27FC236}">
                <a16:creationId xmlns:a16="http://schemas.microsoft.com/office/drawing/2014/main" id="{5C12CD38-D4A1-B940-A035-BE7D483FF123}"/>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7" name="Picture 16">
            <a:extLst>
              <a:ext uri="{FF2B5EF4-FFF2-40B4-BE49-F238E27FC236}">
                <a16:creationId xmlns:a16="http://schemas.microsoft.com/office/drawing/2014/main" id="{9F174683-C40A-5E4F-9BF6-BC7F9703047C}"/>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3" name="TextBox 2">
            <a:extLst>
              <a:ext uri="{FF2B5EF4-FFF2-40B4-BE49-F238E27FC236}">
                <a16:creationId xmlns:a16="http://schemas.microsoft.com/office/drawing/2014/main" id="{073DC8B9-5768-F986-D58C-5C39F0469C84}"/>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1BBAEA4F-2F7D-F21F-2313-D358C006F46F}"/>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52A20AE0-AC3D-470A-3954-50AC61FED742}"/>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2" name="TextBox 1">
            <a:extLst>
              <a:ext uri="{FF2B5EF4-FFF2-40B4-BE49-F238E27FC236}">
                <a16:creationId xmlns:a16="http://schemas.microsoft.com/office/drawing/2014/main" id="{AED0737A-B554-2118-56EF-2BA0D0867278}"/>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4711155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674558" y="1588958"/>
            <a:ext cx="7449444" cy="4017364"/>
          </a:xfrm>
        </p:spPr>
        <p:txBody>
          <a:bodyPr/>
          <a:lstStyle>
            <a:lvl1pPr marL="0" indent="0">
              <a:buClr>
                <a:schemeClr val="bg1"/>
              </a:buClr>
              <a:buFontTx/>
              <a:buNone/>
              <a:defRPr sz="4000">
                <a:solidFill>
                  <a:schemeClr val="bg1"/>
                </a:solidFill>
              </a:defRPr>
            </a:lvl1pPr>
            <a:lvl2pPr marL="287986" indent="0">
              <a:buClr>
                <a:schemeClr val="bg1"/>
              </a:buClr>
              <a:buFontTx/>
              <a:buNone/>
              <a:defRPr>
                <a:solidFill>
                  <a:schemeClr val="tx1"/>
                </a:solidFill>
              </a:defRPr>
            </a:lvl2pPr>
            <a:lvl3pPr marL="575972" indent="0">
              <a:buClr>
                <a:schemeClr val="bg1"/>
              </a:buClr>
              <a:buFontTx/>
              <a:buNone/>
              <a:defRPr>
                <a:solidFill>
                  <a:schemeClr val="tx1"/>
                </a:solidFill>
              </a:defRPr>
            </a:lvl3pPr>
            <a:lvl4pPr marL="0" indent="0">
              <a:buClr>
                <a:schemeClr val="bg1"/>
              </a:buClr>
              <a:buFontTx/>
              <a:buNone/>
              <a:defRPr>
                <a:solidFill>
                  <a:schemeClr val="bg1"/>
                </a:solidFill>
              </a:defRPr>
            </a:lvl4pPr>
            <a:lvl5pPr marL="1151942" indent="0">
              <a:buClr>
                <a:schemeClr val="bg1"/>
              </a:buClr>
              <a:buFontTx/>
              <a:buNone/>
              <a:defRPr>
                <a:solidFill>
                  <a:schemeClr val="tx1"/>
                </a:solidFill>
              </a:defRPr>
            </a:lvl5pPr>
          </a:lstStyle>
          <a:p>
            <a:pPr lvl="0"/>
            <a:r>
              <a:rPr lang="en-GB" dirty="0"/>
              <a:t>“&lt;Quote style, Insert quote&gt;”</a:t>
            </a:r>
          </a:p>
          <a:p>
            <a:pPr lvl="3"/>
            <a:r>
              <a:rPr lang="en-GB" dirty="0"/>
              <a:t>&lt;First name Last name&gt;</a:t>
            </a:r>
          </a:p>
        </p:txBody>
      </p:sp>
      <p:sp>
        <p:nvSpPr>
          <p:cNvPr id="11" name="Rectangle 10">
            <a:extLst>
              <a:ext uri="{FF2B5EF4-FFF2-40B4-BE49-F238E27FC236}">
                <a16:creationId xmlns:a16="http://schemas.microsoft.com/office/drawing/2014/main" id="{5C12CD38-D4A1-B940-A035-BE7D483FF123}"/>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88918C8C-90F5-544F-87D4-4A3D3F2B012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12" name="TextBox 11">
            <a:extLst>
              <a:ext uri="{FF2B5EF4-FFF2-40B4-BE49-F238E27FC236}">
                <a16:creationId xmlns:a16="http://schemas.microsoft.com/office/drawing/2014/main" id="{634A6CF0-C66C-59ED-4F69-B1F2CFF4E0C6}"/>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14" name="Straight Connector 13">
            <a:extLst>
              <a:ext uri="{FF2B5EF4-FFF2-40B4-BE49-F238E27FC236}">
                <a16:creationId xmlns:a16="http://schemas.microsoft.com/office/drawing/2014/main" id="{E87900B1-CCD2-07B5-E6CA-A036E077CD54}"/>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Footer Placeholder 4">
            <a:extLst>
              <a:ext uri="{FF2B5EF4-FFF2-40B4-BE49-F238E27FC236}">
                <a16:creationId xmlns:a16="http://schemas.microsoft.com/office/drawing/2014/main" id="{564C38D5-0B53-7E61-E7F7-1A01524FB5D1}"/>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3" name="Picture 2" descr="A picture containing screenshot, pattern, symmetry, black&#10;&#10;Description automatically generated">
            <a:extLst>
              <a:ext uri="{FF2B5EF4-FFF2-40B4-BE49-F238E27FC236}">
                <a16:creationId xmlns:a16="http://schemas.microsoft.com/office/drawing/2014/main" id="{EB1441EA-87AE-CA59-A66A-2A78F95593A2}"/>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2" name="TextBox 1">
            <a:extLst>
              <a:ext uri="{FF2B5EF4-FFF2-40B4-BE49-F238E27FC236}">
                <a16:creationId xmlns:a16="http://schemas.microsoft.com/office/drawing/2014/main" id="{5A74AB3D-938B-19A8-19F2-4EF9378543BB}"/>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75576091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2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674558" y="1588958"/>
            <a:ext cx="7449444" cy="4017364"/>
          </a:xfrm>
        </p:spPr>
        <p:txBody>
          <a:bodyPr/>
          <a:lstStyle>
            <a:lvl1pPr marL="0" indent="0">
              <a:buClr>
                <a:schemeClr val="bg1"/>
              </a:buClr>
              <a:buFontTx/>
              <a:buNone/>
              <a:defRPr sz="4000">
                <a:solidFill>
                  <a:schemeClr val="bg1"/>
                </a:solidFill>
              </a:defRPr>
            </a:lvl1pPr>
            <a:lvl2pPr marL="287986" indent="0">
              <a:buClr>
                <a:schemeClr val="bg1"/>
              </a:buClr>
              <a:buFontTx/>
              <a:buNone/>
              <a:defRPr>
                <a:solidFill>
                  <a:schemeClr val="tx1"/>
                </a:solidFill>
              </a:defRPr>
            </a:lvl2pPr>
            <a:lvl3pPr marL="575972" indent="0">
              <a:buClr>
                <a:schemeClr val="bg1"/>
              </a:buClr>
              <a:buFontTx/>
              <a:buNone/>
              <a:defRPr>
                <a:solidFill>
                  <a:schemeClr val="tx1"/>
                </a:solidFill>
              </a:defRPr>
            </a:lvl3pPr>
            <a:lvl4pPr marL="0" indent="0">
              <a:buClr>
                <a:schemeClr val="bg1"/>
              </a:buClr>
              <a:buFontTx/>
              <a:buNone/>
              <a:defRPr>
                <a:solidFill>
                  <a:schemeClr val="bg1"/>
                </a:solidFill>
              </a:defRPr>
            </a:lvl4pPr>
            <a:lvl5pPr marL="1151942" indent="0">
              <a:buClr>
                <a:schemeClr val="bg1"/>
              </a:buClr>
              <a:buFontTx/>
              <a:buNone/>
              <a:defRPr>
                <a:solidFill>
                  <a:schemeClr val="tx1"/>
                </a:solidFill>
              </a:defRPr>
            </a:lvl5pPr>
          </a:lstStyle>
          <a:p>
            <a:pPr lvl="0"/>
            <a:r>
              <a:rPr lang="en-GB" dirty="0"/>
              <a:t>“&lt;Quote style, Insert quote&gt;”</a:t>
            </a:r>
          </a:p>
          <a:p>
            <a:pPr lvl="3"/>
            <a:r>
              <a:rPr lang="en-GB" dirty="0"/>
              <a:t>&lt;First name Last name&gt;</a:t>
            </a:r>
          </a:p>
        </p:txBody>
      </p:sp>
      <p:sp>
        <p:nvSpPr>
          <p:cNvPr id="11" name="Rectangle 10">
            <a:extLst>
              <a:ext uri="{FF2B5EF4-FFF2-40B4-BE49-F238E27FC236}">
                <a16:creationId xmlns:a16="http://schemas.microsoft.com/office/drawing/2014/main" id="{5C12CD38-D4A1-B940-A035-BE7D483FF123}"/>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88918C8C-90F5-544F-87D4-4A3D3F2B012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 name="TextBox 1">
            <a:extLst>
              <a:ext uri="{FF2B5EF4-FFF2-40B4-BE49-F238E27FC236}">
                <a16:creationId xmlns:a16="http://schemas.microsoft.com/office/drawing/2014/main" id="{AB6E2CBE-CD80-5BB4-CAFE-132C6A98DCEA}"/>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1B0DF6B8-49B1-01CF-1B67-5A88EE2CEA74}"/>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5606676F-FDEC-7B5B-19F7-349E65490DB2}"/>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3" name="Picture 2" descr="A picture containing screenshot, pattern, symmetry, black&#10;&#10;Description automatically generated">
            <a:extLst>
              <a:ext uri="{FF2B5EF4-FFF2-40B4-BE49-F238E27FC236}">
                <a16:creationId xmlns:a16="http://schemas.microsoft.com/office/drawing/2014/main" id="{C1368512-FEB8-4E8B-FDD2-3D135596DB3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4" name="TextBox 3">
            <a:extLst>
              <a:ext uri="{FF2B5EF4-FFF2-40B4-BE49-F238E27FC236}">
                <a16:creationId xmlns:a16="http://schemas.microsoft.com/office/drawing/2014/main" id="{0729FB62-5559-2CC8-0B52-9B2C12A36224}"/>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38443705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1" name="Picture 10">
            <a:extLst>
              <a:ext uri="{FF2B5EF4-FFF2-40B4-BE49-F238E27FC236}">
                <a16:creationId xmlns:a16="http://schemas.microsoft.com/office/drawing/2014/main" id="{E4F5E42C-C654-DB45-B035-68B7257F6A2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8" name="Content Placeholder 2">
            <a:extLst>
              <a:ext uri="{FF2B5EF4-FFF2-40B4-BE49-F238E27FC236}">
                <a16:creationId xmlns:a16="http://schemas.microsoft.com/office/drawing/2014/main" id="{00E7C711-F858-BF6F-32AF-9A2726E33B35}"/>
              </a:ext>
            </a:extLst>
          </p:cNvPr>
          <p:cNvSpPr>
            <a:spLocks noGrp="1"/>
          </p:cNvSpPr>
          <p:nvPr>
            <p:ph sz="half" idx="1" hasCustomPrompt="1"/>
          </p:nvPr>
        </p:nvSpPr>
        <p:spPr>
          <a:xfrm>
            <a:off x="399738" y="1439113"/>
            <a:ext cx="9201462" cy="4455366"/>
          </a:xfrm>
        </p:spPr>
        <p:txBody>
          <a:bodyPr/>
          <a:lstStyle>
            <a:lvl1pPr>
              <a:buClr>
                <a:schemeClr val="bg1"/>
              </a:buClr>
              <a:defRPr>
                <a:solidFill>
                  <a:schemeClr val="tx1"/>
                </a:solidFill>
              </a:defRPr>
            </a:lvl1pPr>
            <a:lvl2pPr>
              <a:buClr>
                <a:schemeClr val="bg1"/>
              </a:buClr>
              <a:defRPr>
                <a:solidFill>
                  <a:schemeClr val="tx1"/>
                </a:solidFill>
              </a:defRPr>
            </a:lvl2pPr>
            <a:lvl3pPr>
              <a:buClr>
                <a:schemeClr val="bg1"/>
              </a:buClr>
              <a:defRPr>
                <a:solidFill>
                  <a:schemeClr val="tx1"/>
                </a:solidFill>
              </a:defRPr>
            </a:lvl3pPr>
            <a:lvl4pPr>
              <a:buClr>
                <a:schemeClr val="bg1"/>
              </a:buClr>
              <a:defRPr>
                <a:solidFill>
                  <a:schemeClr val="tx1"/>
                </a:solidFill>
              </a:defRPr>
            </a:lvl4pPr>
            <a:lvl5pPr>
              <a:buClr>
                <a:schemeClr val="bg1"/>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D12BDC4E-18B4-4F80-E298-6277CB4949B2}"/>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BF572040-95A7-9333-2822-8936DDB4D655}"/>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Footer Placeholder 4">
            <a:extLst>
              <a:ext uri="{FF2B5EF4-FFF2-40B4-BE49-F238E27FC236}">
                <a16:creationId xmlns:a16="http://schemas.microsoft.com/office/drawing/2014/main" id="{01070AA9-73AA-BFBF-9CC9-D39DB8676D21}"/>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4" name="Title Placeholder 1">
            <a:extLst>
              <a:ext uri="{FF2B5EF4-FFF2-40B4-BE49-F238E27FC236}">
                <a16:creationId xmlns:a16="http://schemas.microsoft.com/office/drawing/2014/main" id="{E58F9A88-72B2-39F3-5CE0-22A5B1847BD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3" name="Picture 2" descr="A picture containing pattern, symmetry, black, darkness&#10;&#10;Description automatically generated">
            <a:extLst>
              <a:ext uri="{FF2B5EF4-FFF2-40B4-BE49-F238E27FC236}">
                <a16:creationId xmlns:a16="http://schemas.microsoft.com/office/drawing/2014/main" id="{9D7E4530-CEFF-1897-0019-7070CBD9344B}"/>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31331"/>
          <a:stretch/>
        </p:blipFill>
        <p:spPr>
          <a:xfrm>
            <a:off x="9348394" y="416892"/>
            <a:ext cx="2625014" cy="5397500"/>
          </a:xfrm>
          <a:prstGeom prst="rect">
            <a:avLst/>
          </a:prstGeom>
        </p:spPr>
      </p:pic>
      <p:sp>
        <p:nvSpPr>
          <p:cNvPr id="5" name="TextBox 4">
            <a:extLst>
              <a:ext uri="{FF2B5EF4-FFF2-40B4-BE49-F238E27FC236}">
                <a16:creationId xmlns:a16="http://schemas.microsoft.com/office/drawing/2014/main" id="{72AFE2B6-8718-F6E9-6C5B-AC6D543E5D2A}"/>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51108598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0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907C2A4A-AB7D-C346-A4AE-5D700790B49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8" name="Content Placeholder 2">
            <a:extLst>
              <a:ext uri="{FF2B5EF4-FFF2-40B4-BE49-F238E27FC236}">
                <a16:creationId xmlns:a16="http://schemas.microsoft.com/office/drawing/2014/main" id="{397674E6-4CD2-5DC2-979E-5A11515DA5CE}"/>
              </a:ext>
            </a:extLst>
          </p:cNvPr>
          <p:cNvSpPr>
            <a:spLocks noGrp="1"/>
          </p:cNvSpPr>
          <p:nvPr>
            <p:ph sz="half" idx="1" hasCustomPrompt="1"/>
          </p:nvPr>
        </p:nvSpPr>
        <p:spPr>
          <a:xfrm>
            <a:off x="399737" y="1439113"/>
            <a:ext cx="11414992" cy="4455366"/>
          </a:xfrm>
        </p:spPr>
        <p:txBody>
          <a:bodyPr/>
          <a:lstStyle>
            <a:lvl1pPr>
              <a:buClr>
                <a:schemeClr val="bg1"/>
              </a:buClr>
              <a:defRPr>
                <a:solidFill>
                  <a:schemeClr val="tx1"/>
                </a:solidFill>
              </a:defRPr>
            </a:lvl1pPr>
            <a:lvl2pPr>
              <a:buClr>
                <a:schemeClr val="bg1"/>
              </a:buClr>
              <a:defRPr>
                <a:solidFill>
                  <a:schemeClr val="tx1"/>
                </a:solidFill>
              </a:defRPr>
            </a:lvl2pPr>
            <a:lvl3pPr>
              <a:buClr>
                <a:schemeClr val="bg1"/>
              </a:buClr>
              <a:defRPr>
                <a:solidFill>
                  <a:schemeClr val="tx1"/>
                </a:solidFill>
              </a:defRPr>
            </a:lvl3pPr>
            <a:lvl4pPr>
              <a:buClr>
                <a:schemeClr val="bg1"/>
              </a:buClr>
              <a:defRPr>
                <a:solidFill>
                  <a:schemeClr val="tx1"/>
                </a:solidFill>
              </a:defRPr>
            </a:lvl4pPr>
            <a:lvl5pPr>
              <a:buClr>
                <a:schemeClr val="bg1"/>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6802BE17-EEF4-07E7-8B66-4E233EB7C073}"/>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78DF14D4-802C-408D-210E-510FC1711184}"/>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Footer Placeholder 4">
            <a:extLst>
              <a:ext uri="{FF2B5EF4-FFF2-40B4-BE49-F238E27FC236}">
                <a16:creationId xmlns:a16="http://schemas.microsoft.com/office/drawing/2014/main" id="{544D89AB-C64C-8B64-8877-E3719DBC199B}"/>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3" name="Title Placeholder 1">
            <a:extLst>
              <a:ext uri="{FF2B5EF4-FFF2-40B4-BE49-F238E27FC236}">
                <a16:creationId xmlns:a16="http://schemas.microsoft.com/office/drawing/2014/main" id="{9684CB88-9266-F952-BF1A-BCAE5B3F8C20}"/>
              </a:ext>
            </a:extLst>
          </p:cNvPr>
          <p:cNvSpPr>
            <a:spLocks noGrp="1"/>
          </p:cNvSpPr>
          <p:nvPr>
            <p:ph type="title"/>
          </p:nvPr>
        </p:nvSpPr>
        <p:spPr>
          <a:xfrm>
            <a:off x="399737" y="343837"/>
            <a:ext cx="11414991"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Box 2">
            <a:extLst>
              <a:ext uri="{FF2B5EF4-FFF2-40B4-BE49-F238E27FC236}">
                <a16:creationId xmlns:a16="http://schemas.microsoft.com/office/drawing/2014/main" id="{242A7EF2-C9E0-E4A3-BA94-C458564CC46A}"/>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79283509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7_Custom Layou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9" name="Picture 8">
            <a:extLst>
              <a:ext uri="{FF2B5EF4-FFF2-40B4-BE49-F238E27FC236}">
                <a16:creationId xmlns:a16="http://schemas.microsoft.com/office/drawing/2014/main" id="{8BFEDAD7-F69F-4C4F-9E99-953D7E949E9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8" name="Content Placeholder 2">
            <a:extLst>
              <a:ext uri="{FF2B5EF4-FFF2-40B4-BE49-F238E27FC236}">
                <a16:creationId xmlns:a16="http://schemas.microsoft.com/office/drawing/2014/main" id="{F2D79A63-41FE-DB3D-BA6E-C61D8F9BFC10}"/>
              </a:ext>
            </a:extLst>
          </p:cNvPr>
          <p:cNvSpPr>
            <a:spLocks noGrp="1"/>
          </p:cNvSpPr>
          <p:nvPr>
            <p:ph sz="half" idx="1" hasCustomPrompt="1"/>
          </p:nvPr>
        </p:nvSpPr>
        <p:spPr>
          <a:xfrm>
            <a:off x="399737" y="1439113"/>
            <a:ext cx="11414992" cy="4455366"/>
          </a:xfrm>
        </p:spPr>
        <p:txBody>
          <a:bodyPr/>
          <a:lstStyle>
            <a:lvl1pPr>
              <a:buClr>
                <a:schemeClr val="accent1"/>
              </a:buClr>
              <a:defRPr>
                <a:solidFill>
                  <a:schemeClr val="tx1"/>
                </a:solidFill>
              </a:defRPr>
            </a:lvl1pPr>
            <a:lvl2pPr>
              <a:buClr>
                <a:schemeClr val="accent1"/>
              </a:buClr>
              <a:defRPr>
                <a:solidFill>
                  <a:schemeClr val="tx1"/>
                </a:solidFill>
              </a:defRPr>
            </a:lvl2pPr>
            <a:lvl3pPr>
              <a:buClr>
                <a:schemeClr val="accent1"/>
              </a:buClr>
              <a:defRPr>
                <a:solidFill>
                  <a:schemeClr val="tx1"/>
                </a:solidFill>
              </a:defRPr>
            </a:lvl3pPr>
            <a:lvl4pPr>
              <a:buClr>
                <a:schemeClr val="accent1"/>
              </a:buClr>
              <a:defRPr>
                <a:solidFill>
                  <a:schemeClr val="tx1"/>
                </a:solidFill>
              </a:defRPr>
            </a:lvl4pPr>
            <a:lvl5pPr>
              <a:buClr>
                <a:schemeClr val="accent1"/>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945E02DD-F400-2D5D-8839-1827C8BCC25C}"/>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CB320EFD-B929-4CAD-0B2F-8AAE73C486A8}"/>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4">
            <a:extLst>
              <a:ext uri="{FF2B5EF4-FFF2-40B4-BE49-F238E27FC236}">
                <a16:creationId xmlns:a16="http://schemas.microsoft.com/office/drawing/2014/main" id="{AF402314-0F80-4B7D-619F-0E4554C6C19B}"/>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1" name="Title Placeholder 1">
            <a:extLst>
              <a:ext uri="{FF2B5EF4-FFF2-40B4-BE49-F238E27FC236}">
                <a16:creationId xmlns:a16="http://schemas.microsoft.com/office/drawing/2014/main" id="{A5DBE723-68B9-7915-E582-1E32B82ACE98}"/>
              </a:ext>
            </a:extLst>
          </p:cNvPr>
          <p:cNvSpPr>
            <a:spLocks noGrp="1"/>
          </p:cNvSpPr>
          <p:nvPr>
            <p:ph type="title"/>
          </p:nvPr>
        </p:nvSpPr>
        <p:spPr>
          <a:xfrm>
            <a:off x="399737" y="343837"/>
            <a:ext cx="11414991"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Box 2">
            <a:extLst>
              <a:ext uri="{FF2B5EF4-FFF2-40B4-BE49-F238E27FC236}">
                <a16:creationId xmlns:a16="http://schemas.microsoft.com/office/drawing/2014/main" id="{5A4572D8-0735-550F-0BAE-54D1A261DFBB}"/>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62538768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9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1" name="Picture 10">
            <a:extLst>
              <a:ext uri="{FF2B5EF4-FFF2-40B4-BE49-F238E27FC236}">
                <a16:creationId xmlns:a16="http://schemas.microsoft.com/office/drawing/2014/main" id="{2EEA8E5F-D372-3F46-8D11-BD4E448DB62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8" name="Content Placeholder 2">
            <a:extLst>
              <a:ext uri="{FF2B5EF4-FFF2-40B4-BE49-F238E27FC236}">
                <a16:creationId xmlns:a16="http://schemas.microsoft.com/office/drawing/2014/main" id="{1204432E-E762-DE06-6323-E73B06716CD3}"/>
              </a:ext>
            </a:extLst>
          </p:cNvPr>
          <p:cNvSpPr>
            <a:spLocks noGrp="1"/>
          </p:cNvSpPr>
          <p:nvPr>
            <p:ph sz="half" idx="1" hasCustomPrompt="1"/>
          </p:nvPr>
        </p:nvSpPr>
        <p:spPr>
          <a:xfrm>
            <a:off x="399738" y="1439113"/>
            <a:ext cx="9144784" cy="4455366"/>
          </a:xfrm>
        </p:spPr>
        <p:txBody>
          <a:bodyPr/>
          <a:lstStyle>
            <a:lvl1pPr>
              <a:buClr>
                <a:schemeClr val="accent1"/>
              </a:buClr>
              <a:defRPr>
                <a:solidFill>
                  <a:schemeClr val="tx1"/>
                </a:solidFill>
              </a:defRPr>
            </a:lvl1pPr>
            <a:lvl2pPr>
              <a:buClr>
                <a:schemeClr val="accent1"/>
              </a:buClr>
              <a:defRPr>
                <a:solidFill>
                  <a:schemeClr val="tx1"/>
                </a:solidFill>
              </a:defRPr>
            </a:lvl2pPr>
            <a:lvl3pPr>
              <a:buClr>
                <a:schemeClr val="accent1"/>
              </a:buClr>
              <a:defRPr>
                <a:solidFill>
                  <a:schemeClr val="tx1"/>
                </a:solidFill>
              </a:defRPr>
            </a:lvl3pPr>
            <a:lvl4pPr>
              <a:buClr>
                <a:schemeClr val="accent1"/>
              </a:buClr>
              <a:defRPr>
                <a:solidFill>
                  <a:schemeClr val="tx1"/>
                </a:solidFill>
              </a:defRPr>
            </a:lvl4pPr>
            <a:lvl5pPr>
              <a:buClr>
                <a:schemeClr val="accent1"/>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D9175E44-33CD-2FD2-DBB2-6AB836EBA5FC}"/>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912929EE-0091-7B22-DA4C-0324C074247A}"/>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Footer Placeholder 4">
            <a:extLst>
              <a:ext uri="{FF2B5EF4-FFF2-40B4-BE49-F238E27FC236}">
                <a16:creationId xmlns:a16="http://schemas.microsoft.com/office/drawing/2014/main" id="{35FFEE06-648D-C71E-F49B-06D912F5D46A}"/>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4" name="Title Placeholder 1">
            <a:extLst>
              <a:ext uri="{FF2B5EF4-FFF2-40B4-BE49-F238E27FC236}">
                <a16:creationId xmlns:a16="http://schemas.microsoft.com/office/drawing/2014/main" id="{20D27E15-43B5-CAD5-73BD-387115E92C1B}"/>
              </a:ext>
            </a:extLst>
          </p:cNvPr>
          <p:cNvSpPr>
            <a:spLocks noGrp="1"/>
          </p:cNvSpPr>
          <p:nvPr>
            <p:ph type="title"/>
          </p:nvPr>
        </p:nvSpPr>
        <p:spPr>
          <a:xfrm>
            <a:off x="399737" y="343837"/>
            <a:ext cx="9144783"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3" name="Picture 2" descr="A picture containing pattern, symmetry, black, darkness&#10;&#10;Description automatically generated">
            <a:extLst>
              <a:ext uri="{FF2B5EF4-FFF2-40B4-BE49-F238E27FC236}">
                <a16:creationId xmlns:a16="http://schemas.microsoft.com/office/drawing/2014/main" id="{EF0AC716-A195-1E4F-3FF8-99DF68016BA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31331"/>
          <a:stretch/>
        </p:blipFill>
        <p:spPr>
          <a:xfrm>
            <a:off x="9348394" y="416892"/>
            <a:ext cx="2625014" cy="5397500"/>
          </a:xfrm>
          <a:prstGeom prst="rect">
            <a:avLst/>
          </a:prstGeom>
        </p:spPr>
      </p:pic>
      <p:sp>
        <p:nvSpPr>
          <p:cNvPr id="5" name="TextBox 4">
            <a:extLst>
              <a:ext uri="{FF2B5EF4-FFF2-40B4-BE49-F238E27FC236}">
                <a16:creationId xmlns:a16="http://schemas.microsoft.com/office/drawing/2014/main" id="{7636E1F5-B69F-7543-E521-650D14983C29}"/>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92353341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1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0"/>
            <a:ext cx="12192000" cy="62960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399737" y="1439113"/>
            <a:ext cx="11414992" cy="4455366"/>
          </a:xfrm>
        </p:spPr>
        <p:txBody>
          <a:bodyPr/>
          <a:lstStyle>
            <a:lvl1pPr>
              <a:buClr>
                <a:schemeClr val="accent1"/>
              </a:buClr>
              <a:defRPr>
                <a:solidFill>
                  <a:schemeClr val="tx1"/>
                </a:solidFill>
              </a:defRPr>
            </a:lvl1pPr>
            <a:lvl2pPr>
              <a:buClr>
                <a:schemeClr val="accent1"/>
              </a:buClr>
              <a:defRPr>
                <a:solidFill>
                  <a:schemeClr val="tx1"/>
                </a:solidFill>
              </a:defRPr>
            </a:lvl2pPr>
            <a:lvl3pPr>
              <a:buClr>
                <a:schemeClr val="accent1"/>
              </a:buClr>
              <a:defRPr>
                <a:solidFill>
                  <a:schemeClr val="tx1"/>
                </a:solidFill>
              </a:defRPr>
            </a:lvl3pPr>
            <a:lvl4pPr>
              <a:buClr>
                <a:schemeClr val="accent1"/>
              </a:buClr>
              <a:defRPr>
                <a:solidFill>
                  <a:schemeClr val="tx1"/>
                </a:solidFill>
              </a:defRPr>
            </a:lvl4pPr>
            <a:lvl5pPr>
              <a:buClr>
                <a:schemeClr val="accent1"/>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BD3D1167-3A5B-3540-AF3B-AE48F5C0768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 name="TextBox 1">
            <a:extLst>
              <a:ext uri="{FF2B5EF4-FFF2-40B4-BE49-F238E27FC236}">
                <a16:creationId xmlns:a16="http://schemas.microsoft.com/office/drawing/2014/main" id="{625F3D20-44B0-012A-11E3-B845C1454DCC}"/>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2342E279-61ED-DC45-F3AE-4AD2BC534055}"/>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8BD8578A-DB80-E679-2DA7-6C3D97BF9092}"/>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1" name="Title Placeholder 1">
            <a:extLst>
              <a:ext uri="{FF2B5EF4-FFF2-40B4-BE49-F238E27FC236}">
                <a16:creationId xmlns:a16="http://schemas.microsoft.com/office/drawing/2014/main" id="{6215E171-94D6-C64B-704F-702DDFC7D04E}"/>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Box 2">
            <a:extLst>
              <a:ext uri="{FF2B5EF4-FFF2-40B4-BE49-F238E27FC236}">
                <a16:creationId xmlns:a16="http://schemas.microsoft.com/office/drawing/2014/main" id="{73218746-4DC1-957D-5822-F6CC0D79F4DB}"/>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7432841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2" name="Title 1">
            <a:extLst>
              <a:ext uri="{FF2B5EF4-FFF2-40B4-BE49-F238E27FC236}">
                <a16:creationId xmlns:a16="http://schemas.microsoft.com/office/drawing/2014/main" id="{BF2CC4BB-8F07-EA46-BCC7-E476F54716A2}"/>
              </a:ext>
            </a:extLst>
          </p:cNvPr>
          <p:cNvSpPr>
            <a:spLocks noGrp="1"/>
          </p:cNvSpPr>
          <p:nvPr>
            <p:ph type="title" hasCustomPrompt="1"/>
          </p:nvPr>
        </p:nvSpPr>
        <p:spPr>
          <a:xfrm>
            <a:off x="399735" y="345416"/>
            <a:ext cx="8055778" cy="515901"/>
          </a:xfrm>
        </p:spPr>
        <p:txBody>
          <a:bodyPr/>
          <a:lstStyle>
            <a:lvl1pPr>
              <a:defRPr>
                <a:solidFill>
                  <a:schemeClr val="bg1"/>
                </a:solidFill>
              </a:defRPr>
            </a:lvl1pPr>
          </a:lstStyle>
          <a:p>
            <a:r>
              <a:rPr lang="en-GB" dirty="0"/>
              <a:t>Click to edit master title style</a:t>
            </a:r>
            <a:endParaRPr lang="en-US" dirty="0"/>
          </a:p>
        </p:txBody>
      </p:sp>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399735" y="1451501"/>
            <a:ext cx="8055778" cy="4367371"/>
          </a:xfrm>
        </p:spPr>
        <p:txBody>
          <a:bodyPr/>
          <a:lstStyle>
            <a:lvl1pPr>
              <a:buClr>
                <a:schemeClr val="bg1"/>
              </a:buClr>
              <a:defRPr>
                <a:solidFill>
                  <a:schemeClr val="bg1"/>
                </a:solidFill>
              </a:defRPr>
            </a:lvl1pPr>
            <a:lvl2pPr>
              <a:buClr>
                <a:schemeClr val="accent1"/>
              </a:buClr>
              <a:defRPr>
                <a:solidFill>
                  <a:schemeClr val="accent1"/>
                </a:solidFill>
              </a:defRPr>
            </a:lvl2pPr>
            <a:lvl3pPr>
              <a:buClr>
                <a:schemeClr val="accent1"/>
              </a:buClr>
              <a:defRPr>
                <a:solidFill>
                  <a:schemeClr val="accent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Rectangle 11">
            <a:extLst>
              <a:ext uri="{FF2B5EF4-FFF2-40B4-BE49-F238E27FC236}">
                <a16:creationId xmlns:a16="http://schemas.microsoft.com/office/drawing/2014/main" id="{C4E7C2E4-01F1-E442-B8C8-0DF81347D091}"/>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1" name="Picture 10">
            <a:extLst>
              <a:ext uri="{FF2B5EF4-FFF2-40B4-BE49-F238E27FC236}">
                <a16:creationId xmlns:a16="http://schemas.microsoft.com/office/drawing/2014/main" id="{6488F74A-3BB3-7641-8E75-F37B03910AD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4" name="TextBox 3">
            <a:extLst>
              <a:ext uri="{FF2B5EF4-FFF2-40B4-BE49-F238E27FC236}">
                <a16:creationId xmlns:a16="http://schemas.microsoft.com/office/drawing/2014/main" id="{B216D54C-F1E6-7181-3C06-FED98DBA8A09}"/>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8" name="Straight Connector 7">
            <a:extLst>
              <a:ext uri="{FF2B5EF4-FFF2-40B4-BE49-F238E27FC236}">
                <a16:creationId xmlns:a16="http://schemas.microsoft.com/office/drawing/2014/main" id="{10B60624-9DD9-B79A-4AF9-B891924086AD}"/>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Footer Placeholder 4">
            <a:extLst>
              <a:ext uri="{FF2B5EF4-FFF2-40B4-BE49-F238E27FC236}">
                <a16:creationId xmlns:a16="http://schemas.microsoft.com/office/drawing/2014/main" id="{7B4537AC-52F4-6FDB-19F6-68BD45F92A11}"/>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3" name="Picture 2" descr="A picture containing screenshot, pattern, symmetry, black&#10;&#10;Description automatically generated">
            <a:extLst>
              <a:ext uri="{FF2B5EF4-FFF2-40B4-BE49-F238E27FC236}">
                <a16:creationId xmlns:a16="http://schemas.microsoft.com/office/drawing/2014/main" id="{33D01D56-89FF-1FD8-C139-0ABC70DDD3C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5" name="TextBox 4">
            <a:extLst>
              <a:ext uri="{FF2B5EF4-FFF2-40B4-BE49-F238E27FC236}">
                <a16:creationId xmlns:a16="http://schemas.microsoft.com/office/drawing/2014/main" id="{AE538175-A7CA-18FD-1439-5CD11A4805E5}"/>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03778032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accent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2FD3FEC-F3E9-864F-A930-BADE1873571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568"/>
          <a:stretch/>
        </p:blipFill>
        <p:spPr>
          <a:xfrm>
            <a:off x="5899319" y="0"/>
            <a:ext cx="2196000" cy="5070984"/>
          </a:xfrm>
          <a:prstGeom prst="rect">
            <a:avLst/>
          </a:prstGeom>
        </p:spPr>
      </p:pic>
      <p:pic>
        <p:nvPicPr>
          <p:cNvPr id="9" name="Picture 8">
            <a:extLst>
              <a:ext uri="{FF2B5EF4-FFF2-40B4-BE49-F238E27FC236}">
                <a16:creationId xmlns:a16="http://schemas.microsoft.com/office/drawing/2014/main" id="{695EBA51-6387-4C4C-81D6-6B59BC0903D4}"/>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3" r="-293" b="15968"/>
          <a:stretch/>
        </p:blipFill>
        <p:spPr>
          <a:xfrm>
            <a:off x="7908000" y="0"/>
            <a:ext cx="4284000" cy="5070984"/>
          </a:xfrm>
          <a:prstGeom prst="rect">
            <a:avLst/>
          </a:prstGeom>
        </p:spPr>
      </p:pic>
      <p:pic>
        <p:nvPicPr>
          <p:cNvPr id="12" name="Picture 11">
            <a:extLst>
              <a:ext uri="{FF2B5EF4-FFF2-40B4-BE49-F238E27FC236}">
                <a16:creationId xmlns:a16="http://schemas.microsoft.com/office/drawing/2014/main" id="{6F10BBFD-B3A4-5D47-9E65-C7EFA466431B}"/>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342253" y="5116341"/>
            <a:ext cx="3097618" cy="1425800"/>
          </a:xfrm>
          <a:prstGeom prst="rect">
            <a:avLst/>
          </a:prstGeom>
        </p:spPr>
      </p:pic>
      <p:sp>
        <p:nvSpPr>
          <p:cNvPr id="2" name="Title 1">
            <a:extLst>
              <a:ext uri="{FF2B5EF4-FFF2-40B4-BE49-F238E27FC236}">
                <a16:creationId xmlns:a16="http://schemas.microsoft.com/office/drawing/2014/main" id="{33B2095B-3738-14BB-59F0-FBF3EA2EEB4A}"/>
              </a:ext>
            </a:extLst>
          </p:cNvPr>
          <p:cNvSpPr>
            <a:spLocks noGrp="1"/>
          </p:cNvSpPr>
          <p:nvPr>
            <p:ph type="ctrTitle" idx="4294967295" hasCustomPrompt="1"/>
          </p:nvPr>
        </p:nvSpPr>
        <p:spPr>
          <a:xfrm>
            <a:off x="603860" y="2137502"/>
            <a:ext cx="5077440" cy="1291498"/>
          </a:xfrm>
        </p:spPr>
        <p:txBody>
          <a:bodyPr anchor="ctr" anchorCtr="0"/>
          <a:lstStyle>
            <a:lvl1pPr>
              <a:spcBef>
                <a:spcPts val="1600"/>
              </a:spcBef>
              <a:spcAft>
                <a:spcPts val="2400"/>
              </a:spcAft>
              <a:defRPr sz="4400">
                <a:solidFill>
                  <a:schemeClr val="tx1"/>
                </a:solidFill>
              </a:defRPr>
            </a:lvl1pPr>
          </a:lstStyle>
          <a:p>
            <a:pPr>
              <a:spcBef>
                <a:spcPts val="1200"/>
              </a:spcBef>
              <a:spcAft>
                <a:spcPts val="1800"/>
              </a:spcAft>
            </a:pPr>
            <a:r>
              <a:rPr lang="en-GB" dirty="0"/>
              <a:t>Click to edit master title style</a:t>
            </a:r>
            <a:endParaRPr lang="en-US" sz="3600" b="0" dirty="0"/>
          </a:p>
        </p:txBody>
      </p:sp>
      <p:pic>
        <p:nvPicPr>
          <p:cNvPr id="3" name="Picture 2" descr="A picture containing pattern, symmetry, black, darkness&#10;&#10;Description automatically generated">
            <a:extLst>
              <a:ext uri="{FF2B5EF4-FFF2-40B4-BE49-F238E27FC236}">
                <a16:creationId xmlns:a16="http://schemas.microsoft.com/office/drawing/2014/main" id="{0B3F2832-7570-4705-05E1-C4D00F3039B5}"/>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4254"/>
          <a:stretch/>
        </p:blipFill>
        <p:spPr>
          <a:xfrm>
            <a:off x="8313338" y="416892"/>
            <a:ext cx="3660070" cy="5397500"/>
          </a:xfrm>
          <a:prstGeom prst="rect">
            <a:avLst/>
          </a:prstGeom>
        </p:spPr>
      </p:pic>
      <p:sp>
        <p:nvSpPr>
          <p:cNvPr id="5" name="TextBox 4">
            <a:extLst>
              <a:ext uri="{FF2B5EF4-FFF2-40B4-BE49-F238E27FC236}">
                <a16:creationId xmlns:a16="http://schemas.microsoft.com/office/drawing/2014/main" id="{11793F8E-D348-C752-2686-405F4EDCC514}"/>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tx1">
                    <a:lumMod val="65000"/>
                    <a:lumOff val="35000"/>
                  </a:schemeClr>
                </a:solidFill>
                <a:effectLst/>
                <a:latin typeface="Helvetica Neue" panose="02000503000000020004" pitchFamily="2" charset="0"/>
              </a:rPr>
              <a:t>©</a:t>
            </a:r>
            <a:r>
              <a:rPr lang="en-AU" sz="800" dirty="0">
                <a:solidFill>
                  <a:schemeClr val="tx1">
                    <a:lumMod val="65000"/>
                    <a:lumOff val="35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22280688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Title Slide">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0AE4D03-A620-D14C-BD5A-2A350807216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42253" y="5108785"/>
            <a:ext cx="3097618" cy="1425798"/>
          </a:xfrm>
          <a:prstGeom prst="rect">
            <a:avLst/>
          </a:prstGeom>
        </p:spPr>
      </p:pic>
      <p:sp>
        <p:nvSpPr>
          <p:cNvPr id="3" name="Title 1">
            <a:extLst>
              <a:ext uri="{FF2B5EF4-FFF2-40B4-BE49-F238E27FC236}">
                <a16:creationId xmlns:a16="http://schemas.microsoft.com/office/drawing/2014/main" id="{B6BBAC78-63F0-46DE-3550-3E04975BEB10}"/>
              </a:ext>
            </a:extLst>
          </p:cNvPr>
          <p:cNvSpPr>
            <a:spLocks noGrp="1"/>
          </p:cNvSpPr>
          <p:nvPr>
            <p:ph type="ctrTitle" idx="4294967295" hasCustomPrompt="1"/>
          </p:nvPr>
        </p:nvSpPr>
        <p:spPr>
          <a:xfrm>
            <a:off x="603860" y="2173853"/>
            <a:ext cx="5077440" cy="1218795"/>
          </a:xfrm>
        </p:spPr>
        <p:txBody>
          <a:bodyPr anchor="ctr" anchorCtr="0"/>
          <a:lstStyle>
            <a:lvl1pPr>
              <a:spcBef>
                <a:spcPts val="1600"/>
              </a:spcBef>
              <a:spcAft>
                <a:spcPts val="2400"/>
              </a:spcAft>
              <a:defRPr sz="4400">
                <a:solidFill>
                  <a:schemeClr val="bg1"/>
                </a:solidFill>
              </a:defRPr>
            </a:lvl1pPr>
          </a:lstStyle>
          <a:p>
            <a:pPr>
              <a:spcBef>
                <a:spcPts val="1200"/>
              </a:spcBef>
              <a:spcAft>
                <a:spcPts val="1800"/>
              </a:spcAft>
            </a:pPr>
            <a:r>
              <a:rPr lang="en-GB" dirty="0"/>
              <a:t>Click to edit master title style</a:t>
            </a:r>
            <a:endParaRPr lang="en-US" sz="3600" b="0" dirty="0"/>
          </a:p>
        </p:txBody>
      </p:sp>
      <p:pic>
        <p:nvPicPr>
          <p:cNvPr id="4" name="Picture 3" descr="A picture containing screenshot, pattern, symmetry, black&#10;&#10;Description automatically generated">
            <a:extLst>
              <a:ext uri="{FF2B5EF4-FFF2-40B4-BE49-F238E27FC236}">
                <a16:creationId xmlns:a16="http://schemas.microsoft.com/office/drawing/2014/main" id="{050392FE-8149-4829-F2B5-10E8A5D47E6B}"/>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4639" r="1"/>
          <a:stretch/>
        </p:blipFill>
        <p:spPr>
          <a:xfrm>
            <a:off x="8328074" y="416892"/>
            <a:ext cx="3645334" cy="5397500"/>
          </a:xfrm>
          <a:prstGeom prst="rect">
            <a:avLst/>
          </a:prstGeom>
        </p:spPr>
      </p:pic>
      <p:sp>
        <p:nvSpPr>
          <p:cNvPr id="2" name="TextBox 1">
            <a:extLst>
              <a:ext uri="{FF2B5EF4-FFF2-40B4-BE49-F238E27FC236}">
                <a16:creationId xmlns:a16="http://schemas.microsoft.com/office/drawing/2014/main" id="{4D2F848E-F372-1363-36F4-3378179C61FE}"/>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solidFill>
                <a:effectLst/>
                <a:latin typeface="Helvetica Neue" panose="02000503000000020004" pitchFamily="2" charset="0"/>
              </a:rPr>
              <a:t>©</a:t>
            </a:r>
            <a:r>
              <a:rPr lang="en-AU" sz="800" dirty="0">
                <a:solidFill>
                  <a:schemeClr val="bg1"/>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6801426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_Title Slide">
    <p:bg>
      <p:bgPr>
        <a:solidFill>
          <a:srgbClr val="ECECEC"/>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E8522B1-D663-0841-86D8-80D681225302}"/>
              </a:ext>
            </a:extLst>
          </p:cNvPr>
          <p:cNvSpPr>
            <a:spLocks noGrp="1"/>
          </p:cNvSpPr>
          <p:nvPr>
            <p:ph type="ctrTitle" idx="4294967295" hasCustomPrompt="1"/>
          </p:nvPr>
        </p:nvSpPr>
        <p:spPr>
          <a:xfrm>
            <a:off x="603860" y="2137502"/>
            <a:ext cx="5077440" cy="1291498"/>
          </a:xfrm>
        </p:spPr>
        <p:txBody>
          <a:bodyPr anchor="ctr" anchorCtr="0"/>
          <a:lstStyle>
            <a:lvl1pPr>
              <a:spcBef>
                <a:spcPts val="1600"/>
              </a:spcBef>
              <a:spcAft>
                <a:spcPts val="2400"/>
              </a:spcAft>
              <a:defRPr sz="4400">
                <a:solidFill>
                  <a:schemeClr val="tx1"/>
                </a:solidFill>
              </a:defRPr>
            </a:lvl1pPr>
          </a:lstStyle>
          <a:p>
            <a:pPr>
              <a:spcBef>
                <a:spcPts val="1200"/>
              </a:spcBef>
              <a:spcAft>
                <a:spcPts val="1800"/>
              </a:spcAft>
            </a:pPr>
            <a:r>
              <a:rPr lang="en-GB" dirty="0"/>
              <a:t>Click to edit master title style</a:t>
            </a:r>
            <a:endParaRPr lang="en-US" sz="3600" b="0" dirty="0"/>
          </a:p>
        </p:txBody>
      </p:sp>
      <p:pic>
        <p:nvPicPr>
          <p:cNvPr id="6" name="Picture 5">
            <a:extLst>
              <a:ext uri="{FF2B5EF4-FFF2-40B4-BE49-F238E27FC236}">
                <a16:creationId xmlns:a16="http://schemas.microsoft.com/office/drawing/2014/main" id="{A6E1F9C1-B904-C64A-9353-68E1CCDB98D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42253" y="5116341"/>
            <a:ext cx="3097618" cy="1425800"/>
          </a:xfrm>
          <a:prstGeom prst="rect">
            <a:avLst/>
          </a:prstGeom>
        </p:spPr>
      </p:pic>
      <p:pic>
        <p:nvPicPr>
          <p:cNvPr id="2" name="Picture 1" descr="A picture containing screenshot, pattern, symmetry, black&#10;&#10;Description automatically generated">
            <a:extLst>
              <a:ext uri="{FF2B5EF4-FFF2-40B4-BE49-F238E27FC236}">
                <a16:creationId xmlns:a16="http://schemas.microsoft.com/office/drawing/2014/main" id="{D4637D6B-3535-21BB-F5A3-4CEB19DD308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4639" r="1"/>
          <a:stretch/>
        </p:blipFill>
        <p:spPr>
          <a:xfrm>
            <a:off x="8328074" y="416892"/>
            <a:ext cx="3645334" cy="5397500"/>
          </a:xfrm>
          <a:prstGeom prst="rect">
            <a:avLst/>
          </a:prstGeom>
        </p:spPr>
      </p:pic>
      <p:sp>
        <p:nvSpPr>
          <p:cNvPr id="4" name="TextBox 3">
            <a:extLst>
              <a:ext uri="{FF2B5EF4-FFF2-40B4-BE49-F238E27FC236}">
                <a16:creationId xmlns:a16="http://schemas.microsoft.com/office/drawing/2014/main" id="{05EF8265-7BE8-7D30-63D9-3B73F577D4E8}"/>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41292541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4_Title Slide">
    <p:bg>
      <p:bgPr>
        <a:solidFill>
          <a:srgbClr val="ECECEC"/>
        </a:solidFill>
        <a:effectLst/>
      </p:bgPr>
    </p:bg>
    <p:spTree>
      <p:nvGrpSpPr>
        <p:cNvPr id="1" name=""/>
        <p:cNvGrpSpPr/>
        <p:nvPr/>
      </p:nvGrpSpPr>
      <p:grpSpPr>
        <a:xfrm>
          <a:off x="0" y="0"/>
          <a:ext cx="0" cy="0"/>
          <a:chOff x="0" y="0"/>
          <a:chExt cx="0" cy="0"/>
        </a:xfrm>
      </p:grpSpPr>
      <p:pic>
        <p:nvPicPr>
          <p:cNvPr id="5" name="Picture 4" descr="A large building&#10;&#10;Description automatically generated">
            <a:extLst>
              <a:ext uri="{FF2B5EF4-FFF2-40B4-BE49-F238E27FC236}">
                <a16:creationId xmlns:a16="http://schemas.microsoft.com/office/drawing/2014/main" id="{44BB9AD5-5855-D74E-8009-AB00B987C4E0}"/>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6" name="Picture 5">
            <a:extLst>
              <a:ext uri="{FF2B5EF4-FFF2-40B4-BE49-F238E27FC236}">
                <a16:creationId xmlns:a16="http://schemas.microsoft.com/office/drawing/2014/main" id="{05A239C4-066B-F74E-82A2-FE2AA5E70B1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97803" y="5191335"/>
            <a:ext cx="3097618" cy="1425798"/>
          </a:xfrm>
          <a:prstGeom prst="rect">
            <a:avLst/>
          </a:prstGeom>
        </p:spPr>
      </p:pic>
      <p:sp>
        <p:nvSpPr>
          <p:cNvPr id="3" name="Title 1">
            <a:extLst>
              <a:ext uri="{FF2B5EF4-FFF2-40B4-BE49-F238E27FC236}">
                <a16:creationId xmlns:a16="http://schemas.microsoft.com/office/drawing/2014/main" id="{641518E3-3AA8-F6D3-CBEF-2EB3AEFFBBE0}"/>
              </a:ext>
            </a:extLst>
          </p:cNvPr>
          <p:cNvSpPr>
            <a:spLocks noGrp="1"/>
          </p:cNvSpPr>
          <p:nvPr>
            <p:ph type="ctrTitle" idx="4294967295" hasCustomPrompt="1"/>
          </p:nvPr>
        </p:nvSpPr>
        <p:spPr>
          <a:xfrm>
            <a:off x="563897" y="1194792"/>
            <a:ext cx="5077440" cy="1218795"/>
          </a:xfrm>
        </p:spPr>
        <p:txBody>
          <a:bodyPr anchor="ctr" anchorCtr="0"/>
          <a:lstStyle>
            <a:lvl1pPr>
              <a:spcBef>
                <a:spcPts val="1600"/>
              </a:spcBef>
              <a:spcAft>
                <a:spcPts val="2400"/>
              </a:spcAft>
              <a:defRPr sz="4400">
                <a:solidFill>
                  <a:schemeClr val="tx1"/>
                </a:solidFill>
              </a:defRPr>
            </a:lvl1pPr>
          </a:lstStyle>
          <a:p>
            <a:pPr>
              <a:spcBef>
                <a:spcPts val="1200"/>
              </a:spcBef>
              <a:spcAft>
                <a:spcPts val="1800"/>
              </a:spcAft>
            </a:pPr>
            <a:r>
              <a:rPr lang="en-GB" dirty="0"/>
              <a:t>Click to edit master title style</a:t>
            </a:r>
            <a:endParaRPr lang="en-US" sz="3600" b="0" dirty="0"/>
          </a:p>
        </p:txBody>
      </p:sp>
      <p:sp>
        <p:nvSpPr>
          <p:cNvPr id="2" name="TextBox 1">
            <a:extLst>
              <a:ext uri="{FF2B5EF4-FFF2-40B4-BE49-F238E27FC236}">
                <a16:creationId xmlns:a16="http://schemas.microsoft.com/office/drawing/2014/main" id="{AB47E340-2F7D-8151-66B7-D638258C842A}"/>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solidFill>
                <a:effectLst/>
                <a:latin typeface="Helvetica Neue" panose="02000503000000020004" pitchFamily="2" charset="0"/>
              </a:rPr>
              <a:t>©</a:t>
            </a:r>
            <a:r>
              <a:rPr lang="en-AU" sz="800" dirty="0">
                <a:solidFill>
                  <a:schemeClr val="bg1"/>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16600941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5_Title Slide">
    <p:bg>
      <p:bgPr>
        <a:solidFill>
          <a:srgbClr val="ECECEC"/>
        </a:solidFill>
        <a:effectLst/>
      </p:bgPr>
    </p:bg>
    <p:spTree>
      <p:nvGrpSpPr>
        <p:cNvPr id="1" name=""/>
        <p:cNvGrpSpPr/>
        <p:nvPr/>
      </p:nvGrpSpPr>
      <p:grpSpPr>
        <a:xfrm>
          <a:off x="0" y="0"/>
          <a:ext cx="0" cy="0"/>
          <a:chOff x="0" y="0"/>
          <a:chExt cx="0" cy="0"/>
        </a:xfrm>
      </p:grpSpPr>
      <p:pic>
        <p:nvPicPr>
          <p:cNvPr id="5" name="Picture 4" descr="A picture containing outdoor, cloud, sky, tree&#10;&#10;Description automatically generated">
            <a:extLst>
              <a:ext uri="{FF2B5EF4-FFF2-40B4-BE49-F238E27FC236}">
                <a16:creationId xmlns:a16="http://schemas.microsoft.com/office/drawing/2014/main" id="{1BE27CF4-73CF-CF33-B948-C4085B2E3F0D}"/>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304842" cy="6946899"/>
          </a:xfrm>
          <a:prstGeom prst="rect">
            <a:avLst/>
          </a:prstGeom>
        </p:spPr>
      </p:pic>
      <p:sp>
        <p:nvSpPr>
          <p:cNvPr id="8" name="Title 1">
            <a:extLst>
              <a:ext uri="{FF2B5EF4-FFF2-40B4-BE49-F238E27FC236}">
                <a16:creationId xmlns:a16="http://schemas.microsoft.com/office/drawing/2014/main" id="{3D1D3796-7D4F-154E-A210-F58938F3E69C}"/>
              </a:ext>
            </a:extLst>
          </p:cNvPr>
          <p:cNvSpPr>
            <a:spLocks noGrp="1"/>
          </p:cNvSpPr>
          <p:nvPr>
            <p:ph type="ctrTitle" idx="4294967295" hasCustomPrompt="1"/>
          </p:nvPr>
        </p:nvSpPr>
        <p:spPr>
          <a:xfrm>
            <a:off x="563897" y="1672318"/>
            <a:ext cx="5077440" cy="1291498"/>
          </a:xfrm>
        </p:spPr>
        <p:txBody>
          <a:bodyPr anchor="ctr" anchorCtr="0"/>
          <a:lstStyle>
            <a:lvl1pPr>
              <a:spcBef>
                <a:spcPts val="1600"/>
              </a:spcBef>
              <a:spcAft>
                <a:spcPts val="2400"/>
              </a:spcAft>
              <a:defRPr sz="4400">
                <a:solidFill>
                  <a:schemeClr val="bg1"/>
                </a:solidFill>
              </a:defRPr>
            </a:lvl1pPr>
          </a:lstStyle>
          <a:p>
            <a:pPr>
              <a:spcBef>
                <a:spcPts val="1200"/>
              </a:spcBef>
              <a:spcAft>
                <a:spcPts val="1800"/>
              </a:spcAft>
            </a:pPr>
            <a:r>
              <a:rPr lang="en-GB" dirty="0"/>
              <a:t>Click to edit master title style</a:t>
            </a:r>
            <a:endParaRPr lang="en-US" sz="3600" b="0" dirty="0"/>
          </a:p>
        </p:txBody>
      </p:sp>
      <p:pic>
        <p:nvPicPr>
          <p:cNvPr id="7" name="Picture 6">
            <a:extLst>
              <a:ext uri="{FF2B5EF4-FFF2-40B4-BE49-F238E27FC236}">
                <a16:creationId xmlns:a16="http://schemas.microsoft.com/office/drawing/2014/main" id="{B38D0EC0-A17F-A048-AB05-F1B8F237A153}"/>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97803" y="5191335"/>
            <a:ext cx="3097618" cy="1425798"/>
          </a:xfrm>
          <a:prstGeom prst="rect">
            <a:avLst/>
          </a:prstGeom>
        </p:spPr>
      </p:pic>
      <p:sp>
        <p:nvSpPr>
          <p:cNvPr id="4" name="TextBox 3">
            <a:extLst>
              <a:ext uri="{FF2B5EF4-FFF2-40B4-BE49-F238E27FC236}">
                <a16:creationId xmlns:a16="http://schemas.microsoft.com/office/drawing/2014/main" id="{BC9A4477-F31B-0306-040E-CDEC1DD0B3C6}"/>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solidFill>
                <a:effectLst/>
                <a:latin typeface="Helvetica Neue" panose="02000503000000020004" pitchFamily="2" charset="0"/>
              </a:rPr>
              <a:t>©</a:t>
            </a:r>
            <a:r>
              <a:rPr lang="en-AU" sz="800" dirty="0">
                <a:solidFill>
                  <a:schemeClr val="bg1"/>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19715499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8_Title Slide">
    <p:bg>
      <p:bgPr>
        <a:solidFill>
          <a:srgbClr val="ECECEC"/>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BB3C75B-2CDB-B3A7-76D3-8B38035E190F}"/>
              </a:ext>
            </a:extLst>
          </p:cNvPr>
          <p:cNvPicPr>
            <a:picLocks noChangeAspect="1"/>
          </p:cNvPicPr>
          <p:nvPr userDrawn="1"/>
        </p:nvPicPr>
        <p:blipFill>
          <a:blip r:embed="rId2"/>
          <a:srcRect/>
          <a:stretch/>
        </p:blipFill>
        <p:spPr>
          <a:xfrm>
            <a:off x="0" y="0"/>
            <a:ext cx="12192000" cy="6858000"/>
          </a:xfrm>
          <a:prstGeom prst="rect">
            <a:avLst/>
          </a:prstGeom>
        </p:spPr>
      </p:pic>
      <p:sp>
        <p:nvSpPr>
          <p:cNvPr id="9" name="Rectangle 8">
            <a:extLst>
              <a:ext uri="{FF2B5EF4-FFF2-40B4-BE49-F238E27FC236}">
                <a16:creationId xmlns:a16="http://schemas.microsoft.com/office/drawing/2014/main" id="{526AB0C6-18A8-A690-7B2C-80947655F75E}"/>
              </a:ext>
            </a:extLst>
          </p:cNvPr>
          <p:cNvSpPr/>
          <p:nvPr userDrawn="1"/>
        </p:nvSpPr>
        <p:spPr>
          <a:xfrm>
            <a:off x="0" y="5354320"/>
            <a:ext cx="12191999" cy="1503680"/>
          </a:xfrm>
          <a:prstGeom prst="rect">
            <a:avLst/>
          </a:prstGeom>
          <a:gradFill>
            <a:gsLst>
              <a:gs pos="0">
                <a:schemeClr val="accent1">
                  <a:lumMod val="5000"/>
                  <a:lumOff val="95000"/>
                  <a:alpha val="0"/>
                </a:schemeClr>
              </a:gs>
              <a:gs pos="25000">
                <a:schemeClr val="tx1">
                  <a:alpha val="57854"/>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3D1D3796-7D4F-154E-A210-F58938F3E69C}"/>
              </a:ext>
            </a:extLst>
          </p:cNvPr>
          <p:cNvSpPr>
            <a:spLocks noGrp="1"/>
          </p:cNvSpPr>
          <p:nvPr>
            <p:ph type="ctrTitle" idx="4294967295" hasCustomPrompt="1"/>
          </p:nvPr>
        </p:nvSpPr>
        <p:spPr>
          <a:xfrm>
            <a:off x="563897" y="1672318"/>
            <a:ext cx="5077440" cy="1291498"/>
          </a:xfrm>
        </p:spPr>
        <p:txBody>
          <a:bodyPr anchor="ctr" anchorCtr="0"/>
          <a:lstStyle>
            <a:lvl1pPr>
              <a:spcBef>
                <a:spcPts val="1600"/>
              </a:spcBef>
              <a:spcAft>
                <a:spcPts val="2400"/>
              </a:spcAft>
              <a:defRPr sz="4400">
                <a:solidFill>
                  <a:schemeClr val="bg1"/>
                </a:solidFill>
              </a:defRPr>
            </a:lvl1pPr>
          </a:lstStyle>
          <a:p>
            <a:pPr>
              <a:spcBef>
                <a:spcPts val="1200"/>
              </a:spcBef>
              <a:spcAft>
                <a:spcPts val="1800"/>
              </a:spcAft>
            </a:pPr>
            <a:r>
              <a:rPr lang="en-GB" dirty="0"/>
              <a:t>Click to edit master title style</a:t>
            </a:r>
            <a:endParaRPr lang="en-US" sz="3600" b="0" dirty="0"/>
          </a:p>
        </p:txBody>
      </p:sp>
      <p:sp>
        <p:nvSpPr>
          <p:cNvPr id="4" name="TextBox 3">
            <a:extLst>
              <a:ext uri="{FF2B5EF4-FFF2-40B4-BE49-F238E27FC236}">
                <a16:creationId xmlns:a16="http://schemas.microsoft.com/office/drawing/2014/main" id="{BC9A4477-F31B-0306-040E-CDEC1DD0B3C6}"/>
              </a:ext>
            </a:extLst>
          </p:cNvPr>
          <p:cNvSpPr txBox="1"/>
          <p:nvPr userDrawn="1"/>
        </p:nvSpPr>
        <p:spPr>
          <a:xfrm>
            <a:off x="3341038" y="6708625"/>
            <a:ext cx="8473691" cy="149374"/>
          </a:xfrm>
          <a:prstGeom prst="rect">
            <a:avLst/>
          </a:prstGeom>
          <a:noFill/>
        </p:spPr>
        <p:txBody>
          <a:bodyPr wrap="square" lIns="0" tIns="0" rIns="0" bIns="36000" rtlCol="0">
            <a:noAutofit/>
          </a:bodyPr>
          <a:lstStyle/>
          <a:p>
            <a:pPr algn="r"/>
            <a:r>
              <a:rPr lang="en-AU" sz="800" b="0" i="0" u="none" strike="noStrike" dirty="0">
                <a:solidFill>
                  <a:schemeClr val="bg1"/>
                </a:solidFill>
                <a:effectLst/>
                <a:latin typeface="Helvetica Neue" panose="02000503000000020004" pitchFamily="2" charset="0"/>
              </a:rPr>
              <a:t>©</a:t>
            </a:r>
            <a:r>
              <a:rPr lang="en-AU" sz="800" dirty="0">
                <a:solidFill>
                  <a:schemeClr val="bg1"/>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pic>
        <p:nvPicPr>
          <p:cNvPr id="10" name="Picture 9">
            <a:extLst>
              <a:ext uri="{FF2B5EF4-FFF2-40B4-BE49-F238E27FC236}">
                <a16:creationId xmlns:a16="http://schemas.microsoft.com/office/drawing/2014/main" id="{D12ED99E-6B9D-7AEA-3698-4DD759E3B9B7}"/>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97803" y="5191335"/>
            <a:ext cx="3097618" cy="1425798"/>
          </a:xfrm>
          <a:prstGeom prst="rect">
            <a:avLst/>
          </a:prstGeom>
        </p:spPr>
      </p:pic>
    </p:spTree>
    <p:extLst>
      <p:ext uri="{BB962C8B-B14F-4D97-AF65-F5344CB8AC3E}">
        <p14:creationId xmlns:p14="http://schemas.microsoft.com/office/powerpoint/2010/main" val="27745762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9_Title Slide">
    <p:bg>
      <p:bgPr>
        <a:solidFill>
          <a:srgbClr val="ECECEC"/>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E066CA2-5C58-5921-60E9-D28ADA36826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1B693D0-9E80-C772-133E-7B4CB57CE3B3}"/>
              </a:ext>
            </a:extLst>
          </p:cNvPr>
          <p:cNvSpPr/>
          <p:nvPr userDrawn="1"/>
        </p:nvSpPr>
        <p:spPr>
          <a:xfrm>
            <a:off x="0" y="5354320"/>
            <a:ext cx="12191999" cy="1503680"/>
          </a:xfrm>
          <a:prstGeom prst="rect">
            <a:avLst/>
          </a:prstGeom>
          <a:gradFill>
            <a:gsLst>
              <a:gs pos="0">
                <a:schemeClr val="accent1">
                  <a:lumMod val="5000"/>
                  <a:lumOff val="95000"/>
                  <a:alpha val="0"/>
                </a:schemeClr>
              </a:gs>
              <a:gs pos="25000">
                <a:schemeClr val="tx1">
                  <a:alpha val="57854"/>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C9A4477-F31B-0306-040E-CDEC1DD0B3C6}"/>
              </a:ext>
            </a:extLst>
          </p:cNvPr>
          <p:cNvSpPr txBox="1"/>
          <p:nvPr userDrawn="1"/>
        </p:nvSpPr>
        <p:spPr>
          <a:xfrm>
            <a:off x="3341038" y="6708625"/>
            <a:ext cx="8473691" cy="149374"/>
          </a:xfrm>
          <a:prstGeom prst="rect">
            <a:avLst/>
          </a:prstGeom>
          <a:noFill/>
        </p:spPr>
        <p:txBody>
          <a:bodyPr wrap="square" lIns="0" tIns="0" rIns="0" bIns="36000" rtlCol="0">
            <a:noAutofit/>
          </a:bodyPr>
          <a:lstStyle/>
          <a:p>
            <a:pPr algn="r"/>
            <a:r>
              <a:rPr lang="en-AU" sz="800" b="0" i="0" u="none" strike="noStrike" dirty="0">
                <a:solidFill>
                  <a:schemeClr val="bg1"/>
                </a:solidFill>
                <a:effectLst/>
                <a:latin typeface="Helvetica Neue" panose="02000503000000020004" pitchFamily="2" charset="0"/>
              </a:rPr>
              <a:t>©</a:t>
            </a:r>
            <a:r>
              <a:rPr lang="en-AU" sz="800" dirty="0">
                <a:solidFill>
                  <a:schemeClr val="bg1"/>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pic>
        <p:nvPicPr>
          <p:cNvPr id="7" name="Picture 6">
            <a:extLst>
              <a:ext uri="{FF2B5EF4-FFF2-40B4-BE49-F238E27FC236}">
                <a16:creationId xmlns:a16="http://schemas.microsoft.com/office/drawing/2014/main" id="{FC76220B-EB3D-736A-703B-9D5C9AC0506B}"/>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97803" y="5191335"/>
            <a:ext cx="3097618" cy="1425798"/>
          </a:xfrm>
          <a:prstGeom prst="rect">
            <a:avLst/>
          </a:prstGeom>
        </p:spPr>
      </p:pic>
      <p:sp>
        <p:nvSpPr>
          <p:cNvPr id="2" name="Rectangle 1">
            <a:extLst>
              <a:ext uri="{FF2B5EF4-FFF2-40B4-BE49-F238E27FC236}">
                <a16:creationId xmlns:a16="http://schemas.microsoft.com/office/drawing/2014/main" id="{EEB389DE-8018-324D-9427-78B74469B8FA}"/>
              </a:ext>
            </a:extLst>
          </p:cNvPr>
          <p:cNvSpPr/>
          <p:nvPr userDrawn="1"/>
        </p:nvSpPr>
        <p:spPr>
          <a:xfrm rot="10800000">
            <a:off x="0" y="0"/>
            <a:ext cx="12191999" cy="2769326"/>
          </a:xfrm>
          <a:prstGeom prst="rect">
            <a:avLst/>
          </a:prstGeom>
          <a:gradFill>
            <a:gsLst>
              <a:gs pos="0">
                <a:schemeClr val="accent1">
                  <a:lumMod val="5000"/>
                  <a:lumOff val="95000"/>
                  <a:alpha val="0"/>
                </a:schemeClr>
              </a:gs>
              <a:gs pos="25000">
                <a:schemeClr val="tx1">
                  <a:alpha val="2174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9544572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cSld name="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DD869-C005-1378-B1DD-659D46B71E9B}"/>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51369B4A-16D6-5C07-47F9-5EBCD58C93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5A10252F-86A8-D3CF-C635-3F710126E92B}"/>
              </a:ext>
            </a:extLst>
          </p:cNvPr>
          <p:cNvSpPr>
            <a:spLocks noGrp="1"/>
          </p:cNvSpPr>
          <p:nvPr>
            <p:ph type="dt" sz="half" idx="10"/>
          </p:nvPr>
        </p:nvSpPr>
        <p:spPr/>
        <p:txBody>
          <a:bodyPr/>
          <a:lstStyle/>
          <a:p>
            <a:fld id="{CF3D95FA-435B-4725-8F02-55036370164C}" type="datetimeFigureOut">
              <a:rPr lang="en-AU" smtClean="0"/>
              <a:t>10/02/2025</a:t>
            </a:fld>
            <a:endParaRPr lang="en-AU"/>
          </a:p>
        </p:txBody>
      </p:sp>
      <p:sp>
        <p:nvSpPr>
          <p:cNvPr id="5" name="Footer Placeholder 4">
            <a:extLst>
              <a:ext uri="{FF2B5EF4-FFF2-40B4-BE49-F238E27FC236}">
                <a16:creationId xmlns:a16="http://schemas.microsoft.com/office/drawing/2014/main" id="{C9F64560-A500-3DBB-5905-43C035698AF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CA65973-DE40-D2EE-6278-9D4B42120324}"/>
              </a:ext>
            </a:extLst>
          </p:cNvPr>
          <p:cNvSpPr>
            <a:spLocks noGrp="1"/>
          </p:cNvSpPr>
          <p:nvPr>
            <p:ph type="sldNum" sz="quarter" idx="12"/>
          </p:nvPr>
        </p:nvSpPr>
        <p:spPr/>
        <p:txBody>
          <a:bodyPr/>
          <a:lstStyle/>
          <a:p>
            <a:fld id="{7F5FA637-D6A2-42B9-959F-08EF4E1D7459}" type="slidenum">
              <a:rPr lang="en-AU" smtClean="0"/>
              <a:t>‹#›</a:t>
            </a:fld>
            <a:endParaRPr lang="en-AU"/>
          </a:p>
        </p:txBody>
      </p:sp>
    </p:spTree>
    <p:extLst>
      <p:ext uri="{BB962C8B-B14F-4D97-AF65-F5344CB8AC3E}">
        <p14:creationId xmlns:p14="http://schemas.microsoft.com/office/powerpoint/2010/main" val="219410650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F4FD54-D143-8544-8A0E-C449B851C5F4}"/>
              </a:ext>
            </a:extLst>
          </p:cNvPr>
          <p:cNvSpPr>
            <a:spLocks noGrp="1"/>
          </p:cNvSpPr>
          <p:nvPr>
            <p:ph type="title"/>
          </p:nvPr>
        </p:nvSpPr>
        <p:spPr>
          <a:xfrm>
            <a:off x="365760" y="350838"/>
            <a:ext cx="11436772"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876B6D7-1BFF-2D47-9B38-9CF11F641FED}"/>
              </a:ext>
            </a:extLst>
          </p:cNvPr>
          <p:cNvSpPr>
            <a:spLocks noGrp="1"/>
          </p:cNvSpPr>
          <p:nvPr>
            <p:ph type="body" idx="1"/>
          </p:nvPr>
        </p:nvSpPr>
        <p:spPr>
          <a:xfrm>
            <a:off x="365759" y="1393825"/>
            <a:ext cx="11436773" cy="4575175"/>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2817484"/>
      </p:ext>
    </p:extLst>
  </p:cSld>
  <p:clrMap bg1="lt1" tx1="dk1" bg2="lt2" tx2="dk2" accent1="accent1" accent2="accent2" accent3="accent3" accent4="accent4" accent5="accent5" accent6="accent6" hlink="hlink" folHlink="folHlink"/>
  <p:sldLayoutIdLst>
    <p:sldLayoutId id="2147483649" r:id="rId1"/>
    <p:sldLayoutId id="2147483705" r:id="rId2"/>
    <p:sldLayoutId id="2147483706" r:id="rId3"/>
    <p:sldLayoutId id="2147483650" r:id="rId4"/>
    <p:sldLayoutId id="2147483710" r:id="rId5"/>
    <p:sldLayoutId id="2147483702" r:id="rId6"/>
    <p:sldLayoutId id="2147483709" r:id="rId7"/>
    <p:sldLayoutId id="2147483658" r:id="rId8"/>
    <p:sldLayoutId id="2147483693" r:id="rId9"/>
    <p:sldLayoutId id="2147483694" r:id="rId10"/>
    <p:sldLayoutId id="2147483692" r:id="rId11"/>
    <p:sldLayoutId id="2147483686" r:id="rId12"/>
    <p:sldLayoutId id="2147483667" r:id="rId13"/>
    <p:sldLayoutId id="2147483652" r:id="rId14"/>
    <p:sldLayoutId id="2147483698" r:id="rId15"/>
    <p:sldLayoutId id="2147483695" r:id="rId16"/>
    <p:sldLayoutId id="2147483696" r:id="rId17"/>
    <p:sldLayoutId id="2147483680" r:id="rId18"/>
    <p:sldLayoutId id="2147483656" r:id="rId19"/>
    <p:sldLayoutId id="2147483657" r:id="rId20"/>
    <p:sldLayoutId id="2147483681" r:id="rId21"/>
    <p:sldLayoutId id="2147483653" r:id="rId22"/>
    <p:sldLayoutId id="2147483682" r:id="rId23"/>
    <p:sldLayoutId id="2147483676" r:id="rId24"/>
    <p:sldLayoutId id="2147483666" r:id="rId25"/>
    <p:sldLayoutId id="2147483708" r:id="rId26"/>
    <p:sldLayoutId id="2147483683" r:id="rId27"/>
    <p:sldLayoutId id="2147483707" r:id="rId28"/>
    <p:sldLayoutId id="2147483663" r:id="rId29"/>
    <p:sldLayoutId id="2147483700" r:id="rId30"/>
    <p:sldLayoutId id="2147483697" r:id="rId31"/>
    <p:sldLayoutId id="2147483699" r:id="rId32"/>
    <p:sldLayoutId id="2147483701" r:id="rId33"/>
    <p:sldLayoutId id="2147483661" r:id="rId34"/>
    <p:sldLayoutId id="2147483669" r:id="rId35"/>
    <p:sldLayoutId id="2147483690" r:id="rId36"/>
    <p:sldLayoutId id="2147483691" r:id="rId37"/>
    <p:sldLayoutId id="2147483703" r:id="rId38"/>
    <p:sldLayoutId id="2147483704" r:id="rId39"/>
    <p:sldLayoutId id="2147483711" r:id="rId40"/>
    <p:sldLayoutId id="2147483712" r:id="rId41"/>
    <p:sldLayoutId id="2147483713" r:id="rId42"/>
  </p:sldLayoutIdLst>
  <p:hf sldNum="0" hdr="0" dt="0"/>
  <p:txStyles>
    <p:titleStyle>
      <a:lvl1pPr algn="l" defTabSz="914354" rtl="0" eaLnBrk="1" latinLnBrk="0" hangingPunct="1">
        <a:lnSpc>
          <a:spcPct val="90000"/>
        </a:lnSpc>
        <a:spcBef>
          <a:spcPct val="0"/>
        </a:spcBef>
        <a:buNone/>
        <a:defRPr sz="3200" b="1" i="0" kern="1200">
          <a:solidFill>
            <a:schemeClr val="tx1"/>
          </a:solidFill>
          <a:latin typeface="Arial" panose="020B0604020202020204" pitchFamily="34" charset="0"/>
          <a:ea typeface="+mj-ea"/>
          <a:cs typeface="Arial" panose="020B0604020202020204" pitchFamily="34" charset="0"/>
        </a:defRPr>
      </a:lvl1pPr>
    </p:titleStyle>
    <p:bodyStyle>
      <a:lvl1pPr marL="287986"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2000" b="1" i="0" kern="1200">
          <a:solidFill>
            <a:schemeClr val="tx1"/>
          </a:solidFill>
          <a:latin typeface="Arial" panose="020B0604020202020204" pitchFamily="34" charset="0"/>
          <a:ea typeface="+mn-ea"/>
          <a:cs typeface="Arial" panose="020B0604020202020204" pitchFamily="34" charset="0"/>
        </a:defRPr>
      </a:lvl1pPr>
      <a:lvl2pPr marL="575972"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800" b="0" i="0" kern="1200">
          <a:solidFill>
            <a:schemeClr val="tx1"/>
          </a:solidFill>
          <a:latin typeface="Arial" panose="020B0604020202020204" pitchFamily="34" charset="0"/>
          <a:ea typeface="+mn-ea"/>
          <a:cs typeface="Arial" panose="020B0604020202020204" pitchFamily="34" charset="0"/>
        </a:defRPr>
      </a:lvl2pPr>
      <a:lvl3pPr marL="863957"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600" b="1" i="0" kern="1200">
          <a:solidFill>
            <a:schemeClr val="tx1"/>
          </a:solidFill>
          <a:latin typeface="Arial" panose="020B0604020202020204" pitchFamily="34" charset="0"/>
          <a:ea typeface="+mn-ea"/>
          <a:cs typeface="Arial" panose="020B0604020202020204" pitchFamily="34" charset="0"/>
        </a:defRPr>
      </a:lvl3pPr>
      <a:lvl4pPr marL="1151942"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400" b="0" i="0" kern="1200">
          <a:solidFill>
            <a:schemeClr val="tx1"/>
          </a:solidFill>
          <a:latin typeface="Arial" panose="020B0604020202020204" pitchFamily="34" charset="0"/>
          <a:ea typeface="+mn-ea"/>
          <a:cs typeface="Arial" panose="020B0604020202020204" pitchFamily="34" charset="0"/>
        </a:defRPr>
      </a:lvl4pPr>
      <a:lvl5pPr marL="1439928"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200" b="1" i="0" kern="1200">
          <a:solidFill>
            <a:schemeClr val="tx1"/>
          </a:solidFill>
          <a:latin typeface="Arial" panose="020B0604020202020204" pitchFamily="34" charset="0"/>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3" Type="http://schemas.openxmlformats.org/officeDocument/2006/relationships/hyperlink" Target="https://www.wallpaper.com/architecture/the-finest-modernist-architecture-across-the-globe#:~:text=Some%20of%20the%2020th%20century's,are%20intrinsically%20linked%20to%20it" TargetMode="External"/><Relationship Id="rId2" Type="http://schemas.openxmlformats.org/officeDocument/2006/relationships/hyperlink" Target="https://www.architecturelab.net/architect/famous/" TargetMode="Externa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www.archdaily.com/" TargetMode="Externa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s://www.architecturaldigest.com/" TargetMode="Externa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hyperlink" Target="https://issuu.com/" TargetMode="Externa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https://au.pinterest.com/" TargetMode="Externa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hyperlink" Target="https://www.behance.net/" TargetMode="Externa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hyperlink" Target="https://www.pritzkerprize.com/" TargetMode="Externa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27.jpg"/><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image" Target="../media/image29.jpg"/><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42.xm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2.png"/><Relationship Id="rId1" Type="http://schemas.openxmlformats.org/officeDocument/2006/relationships/slideLayout" Target="../slideLayouts/slideLayout4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hyperlink" Target="https://www.mdpi.com/2075-5309/14/9/3018" TargetMode="External"/><Relationship Id="rId1" Type="http://schemas.openxmlformats.org/officeDocument/2006/relationships/slideLayout" Target="../slideLayouts/slideLayout16.xml"/><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3" Type="http://schemas.openxmlformats.org/officeDocument/2006/relationships/hyperlink" Target="https://www.arch2o.com/vernacular-architecture/" TargetMode="External"/><Relationship Id="rId2" Type="http://schemas.openxmlformats.org/officeDocument/2006/relationships/hyperlink" Target="https://www.archdaily.com/898253/25-examples-of-vernacular-housing-from-around-the-world" TargetMode="External"/><Relationship Id="rId1" Type="http://schemas.openxmlformats.org/officeDocument/2006/relationships/slideLayout" Target="../slideLayouts/slideLayout16.xml"/><Relationship Id="rId6" Type="http://schemas.openxmlformats.org/officeDocument/2006/relationships/image" Target="../media/image39.jpg"/><Relationship Id="rId5" Type="http://schemas.openxmlformats.org/officeDocument/2006/relationships/image" Target="../media/image38.jpg"/><Relationship Id="rId4" Type="http://schemas.openxmlformats.org/officeDocument/2006/relationships/image" Target="../media/image37.jpg"/></Relationships>
</file>

<file path=ppt/slides/_rels/slide26.xml.rels><?xml version="1.0" encoding="UTF-8" standalone="yes"?>
<Relationships xmlns="http://schemas.openxmlformats.org/package/2006/relationships"><Relationship Id="rId3" Type="http://schemas.openxmlformats.org/officeDocument/2006/relationships/hyperlink" Target="https://www.youtube.com/watch?v=8qdjQBRAoE8" TargetMode="External"/><Relationship Id="rId2" Type="http://schemas.openxmlformats.org/officeDocument/2006/relationships/notesSlide" Target="../notesSlides/notesSlide1.xml"/><Relationship Id="rId1" Type="http://schemas.openxmlformats.org/officeDocument/2006/relationships/slideLayout" Target="../slideLayouts/slideLayout16.xml"/><Relationship Id="rId5" Type="http://schemas.openxmlformats.org/officeDocument/2006/relationships/image" Target="../media/image40.png"/><Relationship Id="rId4" Type="http://schemas.openxmlformats.org/officeDocument/2006/relationships/hyperlink" Target="https://www.mdpi.com/2571-9408/7/12/329"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hyperlink" Target="https://worldarchitecture.org/article-links/evvzv/how-australian-architects-are-inspired-by-aboriginal-culture-stories-of-kaunitz-yeung-architecture.html" TargetMode="External"/><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9.xml.rels><?xml version="1.0" encoding="UTF-8" standalone="yes"?>
<Relationships xmlns="http://schemas.openxmlformats.org/package/2006/relationships"><Relationship Id="rId3" Type="http://schemas.openxmlformats.org/officeDocument/2006/relationships/hyperlink" Target="https://doi.org/10.3390/buildings14093018" TargetMode="External"/><Relationship Id="rId2" Type="http://schemas.openxmlformats.org/officeDocument/2006/relationships/hyperlink" Target="https://www.pinterest.com/" TargetMode="External"/><Relationship Id="rId1" Type="http://schemas.openxmlformats.org/officeDocument/2006/relationships/slideLayout" Target="../slideLayouts/slideLayout16.xml"/><Relationship Id="rId6" Type="http://schemas.openxmlformats.org/officeDocument/2006/relationships/hyperlink" Target="https://doi.org/10.3390/heritage7120329" TargetMode="External"/><Relationship Id="rId5" Type="http://schemas.openxmlformats.org/officeDocument/2006/relationships/hyperlink" Target="https://www.archdaily.com/" TargetMode="External"/><Relationship Id="rId4" Type="http://schemas.openxmlformats.org/officeDocument/2006/relationships/hyperlink" Target="https://aaca.org.au/wp-content/uploads/2021-NSCA.pdf"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037F766-F5AA-C743-82FA-9221F693F5C7}"/>
              </a:ext>
            </a:extLst>
          </p:cNvPr>
          <p:cNvSpPr>
            <a:spLocks noGrp="1"/>
          </p:cNvSpPr>
          <p:nvPr>
            <p:ph type="ctrTitle"/>
          </p:nvPr>
        </p:nvSpPr>
        <p:spPr>
          <a:xfrm>
            <a:off x="599440" y="1832433"/>
            <a:ext cx="6291512" cy="1479648"/>
          </a:xfrm>
        </p:spPr>
        <p:txBody>
          <a:bodyPr lIns="0" tIns="0" rIns="0" bIns="0"/>
          <a:lstStyle/>
          <a:p>
            <a:r>
              <a:rPr lang="en-US" dirty="0"/>
              <a:t>Session 2</a:t>
            </a:r>
          </a:p>
        </p:txBody>
      </p:sp>
      <p:sp>
        <p:nvSpPr>
          <p:cNvPr id="10" name="Subtitle 2">
            <a:extLst>
              <a:ext uri="{FF2B5EF4-FFF2-40B4-BE49-F238E27FC236}">
                <a16:creationId xmlns:a16="http://schemas.microsoft.com/office/drawing/2014/main" id="{2122BAEA-8E13-DA41-A1A3-099D1631A6AE}"/>
              </a:ext>
            </a:extLst>
          </p:cNvPr>
          <p:cNvSpPr>
            <a:spLocks noGrp="1"/>
          </p:cNvSpPr>
          <p:nvPr>
            <p:ph type="subTitle" idx="1"/>
          </p:nvPr>
        </p:nvSpPr>
        <p:spPr>
          <a:xfrm>
            <a:off x="599441" y="3259667"/>
            <a:ext cx="5069840" cy="990115"/>
          </a:xfrm>
        </p:spPr>
        <p:txBody>
          <a:bodyPr lIns="0" tIns="0" rIns="0" bIns="0"/>
          <a:lstStyle/>
          <a:p>
            <a:r>
              <a:rPr lang="en-US" dirty="0"/>
              <a:t>NAD1001: INTRODUCTION TO ARCHITECTURAL DESIGN</a:t>
            </a:r>
          </a:p>
        </p:txBody>
      </p:sp>
    </p:spTree>
    <p:extLst>
      <p:ext uri="{BB962C8B-B14F-4D97-AF65-F5344CB8AC3E}">
        <p14:creationId xmlns:p14="http://schemas.microsoft.com/office/powerpoint/2010/main" val="26932544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67848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FF371D-4193-2A13-64A3-C28B98C44E0C}"/>
              </a:ext>
            </a:extLst>
          </p:cNvPr>
          <p:cNvSpPr>
            <a:spLocks noGrp="1"/>
          </p:cNvSpPr>
          <p:nvPr>
            <p:ph type="body" sz="half" idx="2"/>
          </p:nvPr>
        </p:nvSpPr>
        <p:spPr/>
        <p:txBody>
          <a:bodyPr/>
          <a:lstStyle/>
          <a:p>
            <a:pPr marL="342900" indent="-342900">
              <a:buFont typeface="Arial" panose="020B0604020202020204" pitchFamily="34" charset="0"/>
              <a:buChar char="•"/>
            </a:pPr>
            <a:r>
              <a:rPr lang="en-US" b="1" dirty="0"/>
              <a:t>Definition: </a:t>
            </a:r>
            <a:r>
              <a:rPr lang="en-US" b="0" dirty="0"/>
              <a:t>Precedent case studies (also known as case studies) in architecture refer to the systematic investigation and analysis of existing buildings, structures, or projects to gather insights and inspiration for new design projects. This approach involves examining and understanding the choices made by other architects regarding space, materials, structure, and context</a:t>
            </a:r>
          </a:p>
        </p:txBody>
      </p:sp>
      <p:sp>
        <p:nvSpPr>
          <p:cNvPr id="2" name="Title 1">
            <a:extLst>
              <a:ext uri="{FF2B5EF4-FFF2-40B4-BE49-F238E27FC236}">
                <a16:creationId xmlns:a16="http://schemas.microsoft.com/office/drawing/2014/main" id="{FECB952E-E7BE-114F-8CCF-59530A916343}"/>
              </a:ext>
            </a:extLst>
          </p:cNvPr>
          <p:cNvSpPr>
            <a:spLocks noGrp="1"/>
          </p:cNvSpPr>
          <p:nvPr>
            <p:ph type="title"/>
          </p:nvPr>
        </p:nvSpPr>
        <p:spPr/>
        <p:txBody>
          <a:bodyPr/>
          <a:lstStyle/>
          <a:p>
            <a:r>
              <a:rPr lang="en-AU" dirty="0"/>
              <a:t>Introduction to Precedent Case Studies</a:t>
            </a:r>
          </a:p>
        </p:txBody>
      </p:sp>
    </p:spTree>
    <p:extLst>
      <p:ext uri="{BB962C8B-B14F-4D97-AF65-F5344CB8AC3E}">
        <p14:creationId xmlns:p14="http://schemas.microsoft.com/office/powerpoint/2010/main" val="3256868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0FDBD-D600-C011-CBE5-AB7D0F270FF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ABB9AE-AF82-3B12-3EFD-0D56DE01CBAD}"/>
              </a:ext>
            </a:extLst>
          </p:cNvPr>
          <p:cNvSpPr>
            <a:spLocks noGrp="1"/>
          </p:cNvSpPr>
          <p:nvPr>
            <p:ph type="body" sz="half" idx="2"/>
          </p:nvPr>
        </p:nvSpPr>
        <p:spPr/>
        <p:txBody>
          <a:bodyPr/>
          <a:lstStyle/>
          <a:p>
            <a:pPr marL="342900" indent="-342900">
              <a:buFont typeface="Arial" panose="020B0604020202020204" pitchFamily="34" charset="0"/>
              <a:buChar char="•"/>
            </a:pPr>
            <a:r>
              <a:rPr lang="en-US" dirty="0"/>
              <a:t>1. Foundation of Design: historical context, technical solutions</a:t>
            </a:r>
          </a:p>
          <a:p>
            <a:pPr marL="342900" indent="-342900">
              <a:buFont typeface="Arial" panose="020B0604020202020204" pitchFamily="34" charset="0"/>
              <a:buChar char="•"/>
            </a:pPr>
            <a:r>
              <a:rPr lang="en-US" dirty="0"/>
              <a:t>2. Innovation and Creativity: inspiration, adaptation and modification</a:t>
            </a:r>
          </a:p>
          <a:p>
            <a:pPr marL="342900" indent="-342900">
              <a:buFont typeface="Arial" panose="020B0604020202020204" pitchFamily="34" charset="0"/>
              <a:buChar char="•"/>
            </a:pPr>
            <a:r>
              <a:rPr lang="en-US" dirty="0"/>
              <a:t>3. Problem Solving: solve similar design problems, comparative analysis</a:t>
            </a:r>
          </a:p>
          <a:p>
            <a:pPr marL="342900" indent="-342900">
              <a:buFont typeface="Arial" panose="020B0604020202020204" pitchFamily="34" charset="0"/>
              <a:buChar char="•"/>
            </a:pPr>
            <a:r>
              <a:rPr lang="en-US" dirty="0"/>
              <a:t>4. Communication and Presentation: visual and conceptual design, justification for </a:t>
            </a:r>
            <a:r>
              <a:rPr lang="en-US" dirty="0" err="1"/>
              <a:t>desig</a:t>
            </a:r>
            <a:endParaRPr lang="en-US" dirty="0"/>
          </a:p>
          <a:p>
            <a:pPr marL="342900" indent="-342900">
              <a:buFont typeface="Arial" panose="020B0604020202020204" pitchFamily="34" charset="0"/>
              <a:buChar char="•"/>
            </a:pPr>
            <a:r>
              <a:rPr lang="en-US" dirty="0"/>
              <a:t>5. Learning from Others: learning tool, sustainable/innovative approaches in design</a:t>
            </a:r>
          </a:p>
        </p:txBody>
      </p:sp>
      <p:sp>
        <p:nvSpPr>
          <p:cNvPr id="2" name="Title 1">
            <a:extLst>
              <a:ext uri="{FF2B5EF4-FFF2-40B4-BE49-F238E27FC236}">
                <a16:creationId xmlns:a16="http://schemas.microsoft.com/office/drawing/2014/main" id="{B5B05A90-7F97-CAEF-221B-6E029F27CCC0}"/>
              </a:ext>
            </a:extLst>
          </p:cNvPr>
          <p:cNvSpPr>
            <a:spLocks noGrp="1"/>
          </p:cNvSpPr>
          <p:nvPr>
            <p:ph type="title"/>
          </p:nvPr>
        </p:nvSpPr>
        <p:spPr/>
        <p:txBody>
          <a:bodyPr/>
          <a:lstStyle/>
          <a:p>
            <a:r>
              <a:rPr lang="en-AU" dirty="0"/>
              <a:t>Importance of Precedent Case Study</a:t>
            </a:r>
          </a:p>
        </p:txBody>
      </p:sp>
    </p:spTree>
    <p:extLst>
      <p:ext uri="{BB962C8B-B14F-4D97-AF65-F5344CB8AC3E}">
        <p14:creationId xmlns:p14="http://schemas.microsoft.com/office/powerpoint/2010/main" val="30443054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3C174-01C8-9DF1-E8D8-B5B4E4B537A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23520A-4C1B-0F64-30C1-0C4C98C5C7E2}"/>
              </a:ext>
            </a:extLst>
          </p:cNvPr>
          <p:cNvSpPr>
            <a:spLocks noGrp="1"/>
          </p:cNvSpPr>
          <p:nvPr>
            <p:ph type="body" sz="half" idx="2"/>
          </p:nvPr>
        </p:nvSpPr>
        <p:spPr/>
        <p:txBody>
          <a:bodyPr>
            <a:normAutofit/>
          </a:bodyPr>
          <a:lstStyle/>
          <a:p>
            <a:pPr marL="0" indent="0">
              <a:buNone/>
            </a:pPr>
            <a:r>
              <a:rPr lang="en-US" dirty="0"/>
              <a:t>Criteria for selecting relevant precedents:</a:t>
            </a:r>
          </a:p>
          <a:p>
            <a:pPr marL="342900" indent="-342900">
              <a:buFont typeface="Arial" panose="020B0604020202020204" pitchFamily="34" charset="0"/>
              <a:buChar char="•"/>
            </a:pPr>
            <a:r>
              <a:rPr lang="en-US" dirty="0"/>
              <a:t>historical significance </a:t>
            </a:r>
          </a:p>
          <a:p>
            <a:pPr marL="342900" indent="-342900">
              <a:buFont typeface="Arial" panose="020B0604020202020204" pitchFamily="34" charset="0"/>
              <a:buChar char="•"/>
            </a:pPr>
            <a:r>
              <a:rPr lang="en-US" dirty="0"/>
              <a:t>design complexity </a:t>
            </a:r>
          </a:p>
          <a:p>
            <a:pPr marL="342900" indent="-342900">
              <a:buFont typeface="Arial" panose="020B0604020202020204" pitchFamily="34" charset="0"/>
              <a:buChar char="•"/>
            </a:pPr>
            <a:r>
              <a:rPr lang="en-US" dirty="0"/>
              <a:t>contextual relevance</a:t>
            </a:r>
          </a:p>
          <a:p>
            <a:pPr marL="0" indent="0">
              <a:buNone/>
            </a:pPr>
            <a:endParaRPr lang="en-US" dirty="0"/>
          </a:p>
          <a:p>
            <a:pPr marL="0" indent="0">
              <a:buNone/>
            </a:pPr>
            <a:r>
              <a:rPr lang="en-US" dirty="0"/>
              <a:t>Examples of well-known architects:</a:t>
            </a:r>
          </a:p>
          <a:p>
            <a:pPr marL="342900" indent="-342900">
              <a:buFont typeface="Arial" panose="020B0604020202020204" pitchFamily="34" charset="0"/>
              <a:buChar char="•"/>
            </a:pPr>
            <a:r>
              <a:rPr lang="en-US" dirty="0">
                <a:hlinkClick r:id="rId2"/>
              </a:rPr>
              <a:t>https://www.architecturelab.net/architect/famous/</a:t>
            </a:r>
            <a:br>
              <a:rPr lang="en-US" dirty="0"/>
            </a:br>
            <a:endParaRPr lang="en-US" dirty="0"/>
          </a:p>
          <a:p>
            <a:pPr marL="0" indent="0">
              <a:buNone/>
            </a:pPr>
            <a:r>
              <a:rPr lang="en-US" dirty="0"/>
              <a:t>Examples of well-known projects:</a:t>
            </a:r>
          </a:p>
          <a:p>
            <a:pPr marL="342900" indent="-342900">
              <a:buFont typeface="Arial" panose="020B0604020202020204" pitchFamily="34" charset="0"/>
              <a:buChar char="•"/>
            </a:pPr>
            <a:r>
              <a:rPr lang="en-US" dirty="0">
                <a:hlinkClick r:id="rId3"/>
              </a:rPr>
              <a:t>https://www.wallpaper.com/architecture/the-finest-modernist-architecture-across-the-globe#:~:text=Some%20of%20the%2020th%20century's,are%20intrinsically%20linked%20to%20it</a:t>
            </a:r>
            <a:endParaRPr lang="en-US" dirty="0"/>
          </a:p>
          <a:p>
            <a:pPr marL="0" indent="0">
              <a:buNone/>
            </a:pPr>
            <a:endParaRPr lang="en-US" dirty="0"/>
          </a:p>
          <a:p>
            <a:pPr marL="0" indent="0">
              <a:buNone/>
            </a:pPr>
            <a:endParaRPr lang="en-US" dirty="0"/>
          </a:p>
        </p:txBody>
      </p:sp>
      <p:sp>
        <p:nvSpPr>
          <p:cNvPr id="2" name="Title 1">
            <a:extLst>
              <a:ext uri="{FF2B5EF4-FFF2-40B4-BE49-F238E27FC236}">
                <a16:creationId xmlns:a16="http://schemas.microsoft.com/office/drawing/2014/main" id="{F28175A0-9A66-9FDC-40DF-840684361ABF}"/>
              </a:ext>
            </a:extLst>
          </p:cNvPr>
          <p:cNvSpPr>
            <a:spLocks noGrp="1"/>
          </p:cNvSpPr>
          <p:nvPr>
            <p:ph type="title"/>
          </p:nvPr>
        </p:nvSpPr>
        <p:spPr/>
        <p:txBody>
          <a:bodyPr/>
          <a:lstStyle/>
          <a:p>
            <a:r>
              <a:rPr lang="en-AU" dirty="0"/>
              <a:t>Selecting Architectural Precedents</a:t>
            </a:r>
          </a:p>
        </p:txBody>
      </p:sp>
    </p:spTree>
    <p:extLst>
      <p:ext uri="{BB962C8B-B14F-4D97-AF65-F5344CB8AC3E}">
        <p14:creationId xmlns:p14="http://schemas.microsoft.com/office/powerpoint/2010/main" val="36237340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44BB3-E5A9-B71B-DAD6-13001EE18B2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A030AA-86B0-BD7A-003E-6A37CA4EE7D1}"/>
              </a:ext>
            </a:extLst>
          </p:cNvPr>
          <p:cNvSpPr>
            <a:spLocks noGrp="1"/>
          </p:cNvSpPr>
          <p:nvPr>
            <p:ph type="body" sz="half" idx="2"/>
          </p:nvPr>
        </p:nvSpPr>
        <p:spPr/>
        <p:txBody>
          <a:bodyPr/>
          <a:lstStyle/>
          <a:p>
            <a:r>
              <a:rPr lang="en-US" b="1" dirty="0">
                <a:hlinkClick r:id="rId2"/>
              </a:rPr>
              <a:t>ArchDaily</a:t>
            </a:r>
            <a:endParaRPr lang="en-US" b="1" dirty="0"/>
          </a:p>
        </p:txBody>
      </p:sp>
      <p:sp>
        <p:nvSpPr>
          <p:cNvPr id="2" name="Title 1">
            <a:extLst>
              <a:ext uri="{FF2B5EF4-FFF2-40B4-BE49-F238E27FC236}">
                <a16:creationId xmlns:a16="http://schemas.microsoft.com/office/drawing/2014/main" id="{F001008A-CFEE-88EE-6E21-AB4036D031FE}"/>
              </a:ext>
            </a:extLst>
          </p:cNvPr>
          <p:cNvSpPr>
            <a:spLocks noGrp="1"/>
          </p:cNvSpPr>
          <p:nvPr>
            <p:ph type="title"/>
          </p:nvPr>
        </p:nvSpPr>
        <p:spPr/>
        <p:txBody>
          <a:bodyPr/>
          <a:lstStyle/>
          <a:p>
            <a:r>
              <a:rPr lang="en-AU"/>
              <a:t>Selecting Architectural Precedents - Resources</a:t>
            </a:r>
            <a:endParaRPr lang="en-AU" dirty="0"/>
          </a:p>
        </p:txBody>
      </p:sp>
      <p:pic>
        <p:nvPicPr>
          <p:cNvPr id="6" name="Picture 5">
            <a:extLst>
              <a:ext uri="{FF2B5EF4-FFF2-40B4-BE49-F238E27FC236}">
                <a16:creationId xmlns:a16="http://schemas.microsoft.com/office/drawing/2014/main" id="{C6BEF2E1-9870-8967-B647-10D68383FBE5}"/>
              </a:ext>
            </a:extLst>
          </p:cNvPr>
          <p:cNvPicPr>
            <a:picLocks noChangeAspect="1"/>
          </p:cNvPicPr>
          <p:nvPr/>
        </p:nvPicPr>
        <p:blipFill>
          <a:blip r:embed="rId3"/>
          <a:stretch>
            <a:fillRect/>
          </a:stretch>
        </p:blipFill>
        <p:spPr>
          <a:xfrm>
            <a:off x="1435098" y="1952351"/>
            <a:ext cx="9736667" cy="4039518"/>
          </a:xfrm>
          <a:prstGeom prst="rect">
            <a:avLst/>
          </a:prstGeom>
        </p:spPr>
      </p:pic>
    </p:spTree>
    <p:extLst>
      <p:ext uri="{BB962C8B-B14F-4D97-AF65-F5344CB8AC3E}">
        <p14:creationId xmlns:p14="http://schemas.microsoft.com/office/powerpoint/2010/main" val="35882897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BB2E9-0920-972E-F854-BDC707FB21D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CF74A1-B25D-1CEF-5469-089D8FA4FC8A}"/>
              </a:ext>
            </a:extLst>
          </p:cNvPr>
          <p:cNvSpPr>
            <a:spLocks noGrp="1"/>
          </p:cNvSpPr>
          <p:nvPr>
            <p:ph type="body" sz="half" idx="2"/>
          </p:nvPr>
        </p:nvSpPr>
        <p:spPr/>
        <p:txBody>
          <a:bodyPr/>
          <a:lstStyle/>
          <a:p>
            <a:r>
              <a:rPr lang="en-US" dirty="0">
                <a:hlinkClick r:id="rId2"/>
              </a:rPr>
              <a:t>Architectural Digest</a:t>
            </a:r>
            <a:endParaRPr lang="en-US" dirty="0"/>
          </a:p>
        </p:txBody>
      </p:sp>
      <p:sp>
        <p:nvSpPr>
          <p:cNvPr id="2" name="Title 1">
            <a:extLst>
              <a:ext uri="{FF2B5EF4-FFF2-40B4-BE49-F238E27FC236}">
                <a16:creationId xmlns:a16="http://schemas.microsoft.com/office/drawing/2014/main" id="{E3AEE617-EAE0-7723-4AD8-42B5D0AE5BD9}"/>
              </a:ext>
            </a:extLst>
          </p:cNvPr>
          <p:cNvSpPr>
            <a:spLocks noGrp="1"/>
          </p:cNvSpPr>
          <p:nvPr>
            <p:ph type="title"/>
          </p:nvPr>
        </p:nvSpPr>
        <p:spPr/>
        <p:txBody>
          <a:bodyPr/>
          <a:lstStyle/>
          <a:p>
            <a:r>
              <a:rPr lang="en-AU"/>
              <a:t>Selecting Architectural Precedents - Resources</a:t>
            </a:r>
            <a:endParaRPr lang="en-AU" dirty="0"/>
          </a:p>
        </p:txBody>
      </p:sp>
      <p:pic>
        <p:nvPicPr>
          <p:cNvPr id="5" name="Picture 4">
            <a:extLst>
              <a:ext uri="{FF2B5EF4-FFF2-40B4-BE49-F238E27FC236}">
                <a16:creationId xmlns:a16="http://schemas.microsoft.com/office/drawing/2014/main" id="{9D9EEF3E-599A-9F96-F9BF-020A6D469EA2}"/>
              </a:ext>
            </a:extLst>
          </p:cNvPr>
          <p:cNvPicPr>
            <a:picLocks noChangeAspect="1"/>
          </p:cNvPicPr>
          <p:nvPr/>
        </p:nvPicPr>
        <p:blipFill>
          <a:blip r:embed="rId3"/>
          <a:stretch>
            <a:fillRect/>
          </a:stretch>
        </p:blipFill>
        <p:spPr>
          <a:xfrm>
            <a:off x="1319781" y="2040666"/>
            <a:ext cx="9770533" cy="4006584"/>
          </a:xfrm>
          <a:prstGeom prst="rect">
            <a:avLst/>
          </a:prstGeom>
        </p:spPr>
      </p:pic>
    </p:spTree>
    <p:extLst>
      <p:ext uri="{BB962C8B-B14F-4D97-AF65-F5344CB8AC3E}">
        <p14:creationId xmlns:p14="http://schemas.microsoft.com/office/powerpoint/2010/main" val="32458936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BC177-49F6-0288-814D-C2780B68101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BCAAF2-5E02-666E-7578-FFDB949EC493}"/>
              </a:ext>
            </a:extLst>
          </p:cNvPr>
          <p:cNvSpPr>
            <a:spLocks noGrp="1"/>
          </p:cNvSpPr>
          <p:nvPr>
            <p:ph type="body" sz="half" idx="2"/>
          </p:nvPr>
        </p:nvSpPr>
        <p:spPr/>
        <p:txBody>
          <a:bodyPr/>
          <a:lstStyle/>
          <a:p>
            <a:r>
              <a:rPr lang="en-US" dirty="0">
                <a:hlinkClick r:id="rId2"/>
              </a:rPr>
              <a:t>ISSUU.com</a:t>
            </a:r>
            <a:endParaRPr lang="en-US" dirty="0"/>
          </a:p>
        </p:txBody>
      </p:sp>
      <p:sp>
        <p:nvSpPr>
          <p:cNvPr id="2" name="Title 1">
            <a:extLst>
              <a:ext uri="{FF2B5EF4-FFF2-40B4-BE49-F238E27FC236}">
                <a16:creationId xmlns:a16="http://schemas.microsoft.com/office/drawing/2014/main" id="{7FD57B0F-A9EA-387A-FCF0-395E321C239F}"/>
              </a:ext>
            </a:extLst>
          </p:cNvPr>
          <p:cNvSpPr>
            <a:spLocks noGrp="1"/>
          </p:cNvSpPr>
          <p:nvPr>
            <p:ph type="title"/>
          </p:nvPr>
        </p:nvSpPr>
        <p:spPr/>
        <p:txBody>
          <a:bodyPr/>
          <a:lstStyle/>
          <a:p>
            <a:r>
              <a:rPr lang="en-AU"/>
              <a:t>Selecting Architectural Precedents - Resources</a:t>
            </a:r>
            <a:endParaRPr lang="en-AU" dirty="0"/>
          </a:p>
        </p:txBody>
      </p:sp>
      <p:pic>
        <p:nvPicPr>
          <p:cNvPr id="6" name="Picture 5">
            <a:extLst>
              <a:ext uri="{FF2B5EF4-FFF2-40B4-BE49-F238E27FC236}">
                <a16:creationId xmlns:a16="http://schemas.microsoft.com/office/drawing/2014/main" id="{367F49E4-DC1D-FCA8-18A0-FE489C78E4E5}"/>
              </a:ext>
            </a:extLst>
          </p:cNvPr>
          <p:cNvPicPr>
            <a:picLocks noChangeAspect="1"/>
          </p:cNvPicPr>
          <p:nvPr/>
        </p:nvPicPr>
        <p:blipFill>
          <a:blip r:embed="rId3"/>
          <a:stretch>
            <a:fillRect/>
          </a:stretch>
        </p:blipFill>
        <p:spPr>
          <a:xfrm>
            <a:off x="1126067" y="2009347"/>
            <a:ext cx="10227733" cy="4180170"/>
          </a:xfrm>
          <a:prstGeom prst="rect">
            <a:avLst/>
          </a:prstGeom>
        </p:spPr>
      </p:pic>
    </p:spTree>
    <p:extLst>
      <p:ext uri="{BB962C8B-B14F-4D97-AF65-F5344CB8AC3E}">
        <p14:creationId xmlns:p14="http://schemas.microsoft.com/office/powerpoint/2010/main" val="3372054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8FFE0-7F6E-BD98-A3EF-7C0A154571B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CFA703-8A12-2FB1-0B04-DB9805EDBF00}"/>
              </a:ext>
            </a:extLst>
          </p:cNvPr>
          <p:cNvSpPr>
            <a:spLocks noGrp="1"/>
          </p:cNvSpPr>
          <p:nvPr>
            <p:ph type="body" sz="half" idx="2"/>
          </p:nvPr>
        </p:nvSpPr>
        <p:spPr/>
        <p:txBody>
          <a:bodyPr/>
          <a:lstStyle/>
          <a:p>
            <a:r>
              <a:rPr lang="en-US" dirty="0">
                <a:hlinkClick r:id="rId2"/>
              </a:rPr>
              <a:t>Pinterest</a:t>
            </a:r>
            <a:endParaRPr lang="en-US" dirty="0"/>
          </a:p>
        </p:txBody>
      </p:sp>
      <p:sp>
        <p:nvSpPr>
          <p:cNvPr id="2" name="Title 1">
            <a:extLst>
              <a:ext uri="{FF2B5EF4-FFF2-40B4-BE49-F238E27FC236}">
                <a16:creationId xmlns:a16="http://schemas.microsoft.com/office/drawing/2014/main" id="{B7B0E243-DD2B-C427-D9A6-B25E244A1CDD}"/>
              </a:ext>
            </a:extLst>
          </p:cNvPr>
          <p:cNvSpPr>
            <a:spLocks noGrp="1"/>
          </p:cNvSpPr>
          <p:nvPr>
            <p:ph type="title"/>
          </p:nvPr>
        </p:nvSpPr>
        <p:spPr/>
        <p:txBody>
          <a:bodyPr/>
          <a:lstStyle/>
          <a:p>
            <a:r>
              <a:rPr lang="en-AU"/>
              <a:t>Selecting Architectural Precedents - Resources</a:t>
            </a:r>
            <a:endParaRPr lang="en-AU" dirty="0"/>
          </a:p>
        </p:txBody>
      </p:sp>
      <p:pic>
        <p:nvPicPr>
          <p:cNvPr id="5" name="Picture 4">
            <a:extLst>
              <a:ext uri="{FF2B5EF4-FFF2-40B4-BE49-F238E27FC236}">
                <a16:creationId xmlns:a16="http://schemas.microsoft.com/office/drawing/2014/main" id="{0183FED0-422B-2674-3A8E-9A30FF4EC887}"/>
              </a:ext>
            </a:extLst>
          </p:cNvPr>
          <p:cNvPicPr>
            <a:picLocks noChangeAspect="1"/>
          </p:cNvPicPr>
          <p:nvPr/>
        </p:nvPicPr>
        <p:blipFill>
          <a:blip r:embed="rId3"/>
          <a:stretch>
            <a:fillRect/>
          </a:stretch>
        </p:blipFill>
        <p:spPr>
          <a:xfrm>
            <a:off x="1430866" y="2094230"/>
            <a:ext cx="9330267" cy="3767333"/>
          </a:xfrm>
          <a:prstGeom prst="rect">
            <a:avLst/>
          </a:prstGeom>
        </p:spPr>
      </p:pic>
    </p:spTree>
    <p:extLst>
      <p:ext uri="{BB962C8B-B14F-4D97-AF65-F5344CB8AC3E}">
        <p14:creationId xmlns:p14="http://schemas.microsoft.com/office/powerpoint/2010/main" val="38619173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F8D6C-3B93-4E21-F346-0104F9E5E27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1CDAE3-02A8-8C71-79E2-A09F5E0394E5}"/>
              </a:ext>
            </a:extLst>
          </p:cNvPr>
          <p:cNvSpPr>
            <a:spLocks noGrp="1"/>
          </p:cNvSpPr>
          <p:nvPr>
            <p:ph type="body" sz="half" idx="2"/>
          </p:nvPr>
        </p:nvSpPr>
        <p:spPr>
          <a:xfrm>
            <a:off x="399737" y="1357221"/>
            <a:ext cx="11459536" cy="4437560"/>
          </a:xfrm>
        </p:spPr>
        <p:txBody>
          <a:bodyPr/>
          <a:lstStyle/>
          <a:p>
            <a:r>
              <a:rPr lang="en-US" dirty="0">
                <a:hlinkClick r:id="rId2"/>
              </a:rPr>
              <a:t>Behance</a:t>
            </a:r>
            <a:endParaRPr lang="en-US" dirty="0"/>
          </a:p>
        </p:txBody>
      </p:sp>
      <p:sp>
        <p:nvSpPr>
          <p:cNvPr id="2" name="Title 1">
            <a:extLst>
              <a:ext uri="{FF2B5EF4-FFF2-40B4-BE49-F238E27FC236}">
                <a16:creationId xmlns:a16="http://schemas.microsoft.com/office/drawing/2014/main" id="{1F1C3205-0509-4E9E-81F0-0B28B5B87046}"/>
              </a:ext>
            </a:extLst>
          </p:cNvPr>
          <p:cNvSpPr>
            <a:spLocks noGrp="1"/>
          </p:cNvSpPr>
          <p:nvPr>
            <p:ph type="title"/>
          </p:nvPr>
        </p:nvSpPr>
        <p:spPr/>
        <p:txBody>
          <a:bodyPr/>
          <a:lstStyle/>
          <a:p>
            <a:r>
              <a:rPr lang="en-AU"/>
              <a:t>Selecting Architectural Precedents - Resources</a:t>
            </a:r>
            <a:endParaRPr lang="en-AU" dirty="0"/>
          </a:p>
        </p:txBody>
      </p:sp>
      <p:pic>
        <p:nvPicPr>
          <p:cNvPr id="8" name="Picture 7">
            <a:extLst>
              <a:ext uri="{FF2B5EF4-FFF2-40B4-BE49-F238E27FC236}">
                <a16:creationId xmlns:a16="http://schemas.microsoft.com/office/drawing/2014/main" id="{7E37FCF1-8FBC-422C-960E-D96010CBEA51}"/>
              </a:ext>
            </a:extLst>
          </p:cNvPr>
          <p:cNvPicPr>
            <a:picLocks noChangeAspect="1"/>
          </p:cNvPicPr>
          <p:nvPr/>
        </p:nvPicPr>
        <p:blipFill>
          <a:blip r:embed="rId3"/>
          <a:stretch>
            <a:fillRect/>
          </a:stretch>
        </p:blipFill>
        <p:spPr>
          <a:xfrm>
            <a:off x="1006085" y="1797273"/>
            <a:ext cx="9856755" cy="4234640"/>
          </a:xfrm>
          <a:prstGeom prst="rect">
            <a:avLst/>
          </a:prstGeom>
        </p:spPr>
      </p:pic>
    </p:spTree>
    <p:extLst>
      <p:ext uri="{BB962C8B-B14F-4D97-AF65-F5344CB8AC3E}">
        <p14:creationId xmlns:p14="http://schemas.microsoft.com/office/powerpoint/2010/main" val="12605743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3C5C2-9FFD-26AC-E0AF-44E42FD650D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77C367-54AC-0678-E204-552EABE4CAE7}"/>
              </a:ext>
            </a:extLst>
          </p:cNvPr>
          <p:cNvSpPr>
            <a:spLocks noGrp="1"/>
          </p:cNvSpPr>
          <p:nvPr>
            <p:ph type="body" sz="half" idx="2"/>
          </p:nvPr>
        </p:nvSpPr>
        <p:spPr>
          <a:xfrm>
            <a:off x="399737" y="1323899"/>
            <a:ext cx="11459536" cy="4437560"/>
          </a:xfrm>
        </p:spPr>
        <p:txBody>
          <a:bodyPr/>
          <a:lstStyle/>
          <a:p>
            <a:r>
              <a:rPr lang="en-US" dirty="0">
                <a:hlinkClick r:id="rId2"/>
              </a:rPr>
              <a:t>The Pritzker Architecture Prize</a:t>
            </a:r>
            <a:endParaRPr lang="en-US" dirty="0"/>
          </a:p>
        </p:txBody>
      </p:sp>
      <p:sp>
        <p:nvSpPr>
          <p:cNvPr id="2" name="Title 1">
            <a:extLst>
              <a:ext uri="{FF2B5EF4-FFF2-40B4-BE49-F238E27FC236}">
                <a16:creationId xmlns:a16="http://schemas.microsoft.com/office/drawing/2014/main" id="{854D1A53-D650-9630-38BD-06CA9360BED6}"/>
              </a:ext>
            </a:extLst>
          </p:cNvPr>
          <p:cNvSpPr>
            <a:spLocks noGrp="1"/>
          </p:cNvSpPr>
          <p:nvPr>
            <p:ph type="title"/>
          </p:nvPr>
        </p:nvSpPr>
        <p:spPr/>
        <p:txBody>
          <a:bodyPr/>
          <a:lstStyle/>
          <a:p>
            <a:r>
              <a:rPr lang="en-AU"/>
              <a:t>Selecting Architectural Precedents - Resources</a:t>
            </a:r>
            <a:endParaRPr lang="en-AU" dirty="0"/>
          </a:p>
        </p:txBody>
      </p:sp>
      <p:pic>
        <p:nvPicPr>
          <p:cNvPr id="6" name="Picture 5">
            <a:extLst>
              <a:ext uri="{FF2B5EF4-FFF2-40B4-BE49-F238E27FC236}">
                <a16:creationId xmlns:a16="http://schemas.microsoft.com/office/drawing/2014/main" id="{922163D7-79A7-1152-E053-C968581DA1D7}"/>
              </a:ext>
            </a:extLst>
          </p:cNvPr>
          <p:cNvPicPr>
            <a:picLocks noChangeAspect="1"/>
          </p:cNvPicPr>
          <p:nvPr/>
        </p:nvPicPr>
        <p:blipFill>
          <a:blip r:embed="rId3"/>
          <a:stretch>
            <a:fillRect/>
          </a:stretch>
        </p:blipFill>
        <p:spPr>
          <a:xfrm>
            <a:off x="1333605" y="1885334"/>
            <a:ext cx="9719733" cy="4150341"/>
          </a:xfrm>
          <a:prstGeom prst="rect">
            <a:avLst/>
          </a:prstGeom>
        </p:spPr>
      </p:pic>
    </p:spTree>
    <p:extLst>
      <p:ext uri="{BB962C8B-B14F-4D97-AF65-F5344CB8AC3E}">
        <p14:creationId xmlns:p14="http://schemas.microsoft.com/office/powerpoint/2010/main" val="16964340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B3E7A-D87A-F599-ABE0-829499095D6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84E49A-54F6-7CC7-C702-B7BEA4FB3B4E}"/>
              </a:ext>
            </a:extLst>
          </p:cNvPr>
          <p:cNvSpPr>
            <a:spLocks noGrp="1"/>
          </p:cNvSpPr>
          <p:nvPr>
            <p:ph type="body" sz="half" idx="2"/>
          </p:nvPr>
        </p:nvSpPr>
        <p:spPr>
          <a:xfrm>
            <a:off x="399737" y="1042793"/>
            <a:ext cx="7725691" cy="363531"/>
          </a:xfrm>
        </p:spPr>
        <p:txBody>
          <a:bodyPr>
            <a:normAutofit fontScale="85000" lnSpcReduction="10000"/>
          </a:bodyPr>
          <a:lstStyle/>
          <a:p>
            <a:r>
              <a:rPr lang="en-US" dirty="0"/>
              <a:t>Tools and methods for analysis: diagrams, sketches, software simulations</a:t>
            </a:r>
          </a:p>
        </p:txBody>
      </p:sp>
      <p:sp>
        <p:nvSpPr>
          <p:cNvPr id="2" name="Title 1">
            <a:extLst>
              <a:ext uri="{FF2B5EF4-FFF2-40B4-BE49-F238E27FC236}">
                <a16:creationId xmlns:a16="http://schemas.microsoft.com/office/drawing/2014/main" id="{D32954F5-D2C1-08DF-E90A-4BFDA205AD71}"/>
              </a:ext>
            </a:extLst>
          </p:cNvPr>
          <p:cNvSpPr>
            <a:spLocks noGrp="1"/>
          </p:cNvSpPr>
          <p:nvPr>
            <p:ph type="title"/>
          </p:nvPr>
        </p:nvSpPr>
        <p:spPr/>
        <p:txBody>
          <a:bodyPr/>
          <a:lstStyle/>
          <a:p>
            <a:r>
              <a:rPr lang="en-AU" dirty="0"/>
              <a:t>Analysing Architectural Precedents</a:t>
            </a:r>
          </a:p>
        </p:txBody>
      </p:sp>
      <p:pic>
        <p:nvPicPr>
          <p:cNvPr id="15" name="Picture 14">
            <a:extLst>
              <a:ext uri="{FF2B5EF4-FFF2-40B4-BE49-F238E27FC236}">
                <a16:creationId xmlns:a16="http://schemas.microsoft.com/office/drawing/2014/main" id="{04346FBB-1806-30DB-4359-DFBC9D4189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45348" y="453797"/>
            <a:ext cx="2655199" cy="5310396"/>
          </a:xfrm>
          <a:prstGeom prst="rect">
            <a:avLst/>
          </a:prstGeom>
        </p:spPr>
      </p:pic>
      <p:pic>
        <p:nvPicPr>
          <p:cNvPr id="12" name="Picture 11">
            <a:extLst>
              <a:ext uri="{FF2B5EF4-FFF2-40B4-BE49-F238E27FC236}">
                <a16:creationId xmlns:a16="http://schemas.microsoft.com/office/drawing/2014/main" id="{F10AB41D-1F14-C523-2675-93D614BDED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0707" y="1738815"/>
            <a:ext cx="4248523" cy="4254303"/>
          </a:xfrm>
          <a:prstGeom prst="rect">
            <a:avLst/>
          </a:prstGeom>
        </p:spPr>
      </p:pic>
      <p:sp>
        <p:nvSpPr>
          <p:cNvPr id="5" name="TextBox 4">
            <a:extLst>
              <a:ext uri="{FF2B5EF4-FFF2-40B4-BE49-F238E27FC236}">
                <a16:creationId xmlns:a16="http://schemas.microsoft.com/office/drawing/2014/main" id="{FC944E95-E855-E554-F709-111F565B1FC1}"/>
              </a:ext>
            </a:extLst>
          </p:cNvPr>
          <p:cNvSpPr txBox="1"/>
          <p:nvPr/>
        </p:nvSpPr>
        <p:spPr>
          <a:xfrm>
            <a:off x="9359755" y="5937866"/>
            <a:ext cx="1992038" cy="276999"/>
          </a:xfrm>
          <a:prstGeom prst="rect">
            <a:avLst/>
          </a:prstGeom>
          <a:noFill/>
        </p:spPr>
        <p:txBody>
          <a:bodyPr wrap="square">
            <a:spAutoFit/>
          </a:bodyPr>
          <a:lstStyle/>
          <a:p>
            <a:r>
              <a:rPr lang="en-AU" sz="1200" dirty="0"/>
              <a:t>Source: Pinterest</a:t>
            </a:r>
          </a:p>
        </p:txBody>
      </p:sp>
    </p:spTree>
    <p:extLst>
      <p:ext uri="{BB962C8B-B14F-4D97-AF65-F5344CB8AC3E}">
        <p14:creationId xmlns:p14="http://schemas.microsoft.com/office/powerpoint/2010/main" val="42342430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4B874-2304-A2EE-B517-B9E06F5F031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9F19E4-EFD1-3891-2478-77FBF9411E9A}"/>
              </a:ext>
            </a:extLst>
          </p:cNvPr>
          <p:cNvSpPr>
            <a:spLocks noGrp="1"/>
          </p:cNvSpPr>
          <p:nvPr>
            <p:ph type="body" sz="half" idx="2"/>
          </p:nvPr>
        </p:nvSpPr>
        <p:spPr/>
        <p:txBody>
          <a:bodyPr>
            <a:normAutofit/>
          </a:bodyPr>
          <a:lstStyle/>
          <a:p>
            <a:pPr marL="342900" indent="-342900">
              <a:buFont typeface="Arial" panose="020B0604020202020204" pitchFamily="34" charset="0"/>
              <a:buChar char="•"/>
            </a:pPr>
            <a:r>
              <a:rPr lang="en-US" dirty="0"/>
              <a:t>Source of information: architect’s own website, architectural review, analysis conducted by others, library, database</a:t>
            </a:r>
          </a:p>
          <a:p>
            <a:pPr marL="342900" indent="-342900">
              <a:buFont typeface="Arial" panose="020B0604020202020204" pitchFamily="34" charset="0"/>
              <a:buChar char="•"/>
            </a:pPr>
            <a:r>
              <a:rPr lang="en-US" dirty="0"/>
              <a:t>Refer to VU library guide for course reading guide and more information</a:t>
            </a:r>
          </a:p>
          <a:p>
            <a:pPr marL="342900" indent="-342900">
              <a:buFont typeface="Arial" panose="020B0604020202020204" pitchFamily="34" charset="0"/>
              <a:buChar char="•"/>
            </a:pPr>
            <a:endParaRPr lang="en-US" dirty="0"/>
          </a:p>
        </p:txBody>
      </p:sp>
      <p:sp>
        <p:nvSpPr>
          <p:cNvPr id="2" name="Title 1">
            <a:extLst>
              <a:ext uri="{FF2B5EF4-FFF2-40B4-BE49-F238E27FC236}">
                <a16:creationId xmlns:a16="http://schemas.microsoft.com/office/drawing/2014/main" id="{9ADF3EC2-2997-CE3D-A818-1152C9457C68}"/>
              </a:ext>
            </a:extLst>
          </p:cNvPr>
          <p:cNvSpPr>
            <a:spLocks noGrp="1"/>
          </p:cNvSpPr>
          <p:nvPr>
            <p:ph type="title"/>
          </p:nvPr>
        </p:nvSpPr>
        <p:spPr/>
        <p:txBody>
          <a:bodyPr/>
          <a:lstStyle/>
          <a:p>
            <a:r>
              <a:rPr lang="en-US" dirty="0"/>
              <a:t>Source of Information</a:t>
            </a:r>
            <a:endParaRPr lang="en-AU" dirty="0"/>
          </a:p>
        </p:txBody>
      </p:sp>
      <p:sp>
        <p:nvSpPr>
          <p:cNvPr id="4" name="Content Placeholder 2">
            <a:extLst>
              <a:ext uri="{FF2B5EF4-FFF2-40B4-BE49-F238E27FC236}">
                <a16:creationId xmlns:a16="http://schemas.microsoft.com/office/drawing/2014/main" id="{071C765B-067A-5B1B-D252-0B9B6DEC3D5A}"/>
              </a:ext>
            </a:extLst>
          </p:cNvPr>
          <p:cNvSpPr txBox="1">
            <a:spLocks/>
          </p:cNvSpPr>
          <p:nvPr/>
        </p:nvSpPr>
        <p:spPr>
          <a:xfrm>
            <a:off x="838200" y="2750816"/>
            <a:ext cx="10515600" cy="9183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24431522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2E357-4C61-33C3-58D2-F02136E8C50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A73FEA-BF03-9926-F3D5-B217CC2E86AE}"/>
              </a:ext>
            </a:extLst>
          </p:cNvPr>
          <p:cNvSpPr>
            <a:spLocks noGrp="1"/>
          </p:cNvSpPr>
          <p:nvPr>
            <p:ph type="body" sz="half" idx="2"/>
          </p:nvPr>
        </p:nvSpPr>
        <p:spPr>
          <a:xfrm>
            <a:off x="366232" y="1254451"/>
            <a:ext cx="11459536" cy="4437560"/>
          </a:xfrm>
        </p:spPr>
        <p:txBody>
          <a:bodyPr>
            <a:normAutofit/>
          </a:bodyPr>
          <a:lstStyle/>
          <a:p>
            <a:pPr marL="342900" indent="-342900">
              <a:buFont typeface="Arial" panose="020B0604020202020204" pitchFamily="34" charset="0"/>
              <a:buChar char="•"/>
            </a:pPr>
            <a:r>
              <a:rPr lang="en-US" dirty="0"/>
              <a:t>Key aspects to analyse: design concept, use of space, materials, structural system, and environmental response </a:t>
            </a:r>
          </a:p>
          <a:p>
            <a:pPr marL="342900" indent="-342900">
              <a:buFont typeface="Arial" panose="020B0604020202020204" pitchFamily="34" charset="0"/>
              <a:buChar char="•"/>
            </a:pPr>
            <a:r>
              <a:rPr lang="en-US" dirty="0"/>
              <a:t>Read the sample case study from VUC </a:t>
            </a:r>
          </a:p>
        </p:txBody>
      </p:sp>
      <p:sp>
        <p:nvSpPr>
          <p:cNvPr id="2" name="Title 1">
            <a:extLst>
              <a:ext uri="{FF2B5EF4-FFF2-40B4-BE49-F238E27FC236}">
                <a16:creationId xmlns:a16="http://schemas.microsoft.com/office/drawing/2014/main" id="{8FEBBC19-FDC3-C836-408A-B2A1473A5190}"/>
              </a:ext>
            </a:extLst>
          </p:cNvPr>
          <p:cNvSpPr>
            <a:spLocks noGrp="1"/>
          </p:cNvSpPr>
          <p:nvPr>
            <p:ph type="title"/>
          </p:nvPr>
        </p:nvSpPr>
        <p:spPr/>
        <p:txBody>
          <a:bodyPr/>
          <a:lstStyle/>
          <a:p>
            <a:r>
              <a:rPr lang="en-AU" dirty="0"/>
              <a:t>Analysing Architectural Precedents</a:t>
            </a:r>
          </a:p>
        </p:txBody>
      </p:sp>
      <p:pic>
        <p:nvPicPr>
          <p:cNvPr id="13" name="Picture 12">
            <a:extLst>
              <a:ext uri="{FF2B5EF4-FFF2-40B4-BE49-F238E27FC236}">
                <a16:creationId xmlns:a16="http://schemas.microsoft.com/office/drawing/2014/main" id="{7CC63D98-F04D-D7DE-FAA2-E4E5C205EA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71021" y="2143244"/>
            <a:ext cx="3858228" cy="3858228"/>
          </a:xfrm>
          <a:prstGeom prst="rect">
            <a:avLst/>
          </a:prstGeom>
        </p:spPr>
      </p:pic>
      <p:pic>
        <p:nvPicPr>
          <p:cNvPr id="14" name="Picture 13">
            <a:extLst>
              <a:ext uri="{FF2B5EF4-FFF2-40B4-BE49-F238E27FC236}">
                <a16:creationId xmlns:a16="http://schemas.microsoft.com/office/drawing/2014/main" id="{2BB76294-266E-13A5-DDEC-B3264E9A25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7125" y="2507849"/>
            <a:ext cx="5056318" cy="3578926"/>
          </a:xfrm>
          <a:prstGeom prst="rect">
            <a:avLst/>
          </a:prstGeom>
        </p:spPr>
      </p:pic>
      <p:sp>
        <p:nvSpPr>
          <p:cNvPr id="4" name="TextBox 3">
            <a:extLst>
              <a:ext uri="{FF2B5EF4-FFF2-40B4-BE49-F238E27FC236}">
                <a16:creationId xmlns:a16="http://schemas.microsoft.com/office/drawing/2014/main" id="{66C1A66E-FF8C-A32A-C0C5-6008089C1941}"/>
              </a:ext>
            </a:extLst>
          </p:cNvPr>
          <p:cNvSpPr txBox="1"/>
          <p:nvPr/>
        </p:nvSpPr>
        <p:spPr>
          <a:xfrm>
            <a:off x="9524372" y="2803397"/>
            <a:ext cx="1992038" cy="276999"/>
          </a:xfrm>
          <a:prstGeom prst="rect">
            <a:avLst/>
          </a:prstGeom>
          <a:noFill/>
        </p:spPr>
        <p:txBody>
          <a:bodyPr wrap="square">
            <a:spAutoFit/>
          </a:bodyPr>
          <a:lstStyle/>
          <a:p>
            <a:r>
              <a:rPr lang="en-AU" sz="1200" dirty="0"/>
              <a:t>Source: Pinterest</a:t>
            </a:r>
          </a:p>
        </p:txBody>
      </p:sp>
    </p:spTree>
    <p:extLst>
      <p:ext uri="{BB962C8B-B14F-4D97-AF65-F5344CB8AC3E}">
        <p14:creationId xmlns:p14="http://schemas.microsoft.com/office/powerpoint/2010/main" val="8320982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D7033-04DE-C356-836D-2914AD06C4C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7401A9-1DA7-1FFF-C239-2C229545846A}"/>
              </a:ext>
            </a:extLst>
          </p:cNvPr>
          <p:cNvSpPr>
            <a:spLocks noGrp="1"/>
          </p:cNvSpPr>
          <p:nvPr>
            <p:ph type="body" sz="half" idx="2"/>
          </p:nvPr>
        </p:nvSpPr>
        <p:spPr>
          <a:xfrm>
            <a:off x="399737" y="1503306"/>
            <a:ext cx="3483569" cy="4527103"/>
          </a:xfrm>
        </p:spPr>
        <p:txBody>
          <a:bodyPr>
            <a:normAutofit/>
          </a:bodyPr>
          <a:lstStyle/>
          <a:p>
            <a:pPr marL="0" indent="0">
              <a:buNone/>
            </a:pPr>
            <a:r>
              <a:rPr lang="en-US" dirty="0"/>
              <a:t>From the reading material: </a:t>
            </a:r>
          </a:p>
          <a:p>
            <a:pPr marL="342900" indent="-342900">
              <a:buFont typeface="Arial" panose="020B0604020202020204" pitchFamily="34" charset="0"/>
              <a:buChar char="•"/>
            </a:pPr>
            <a:r>
              <a:rPr lang="en-US" dirty="0"/>
              <a:t>Identifying successful elements in the precedent that can be adapted or improved</a:t>
            </a:r>
          </a:p>
          <a:p>
            <a:pPr marL="342900" indent="-342900">
              <a:buFont typeface="Arial" panose="020B0604020202020204" pitchFamily="34" charset="0"/>
              <a:buChar char="•"/>
            </a:pPr>
            <a:r>
              <a:rPr lang="en-US" dirty="0"/>
              <a:t>Understanding the context and constraints that shaped the design</a:t>
            </a:r>
          </a:p>
          <a:p>
            <a:pPr marL="342900" indent="-342900">
              <a:buFont typeface="Arial" panose="020B0604020202020204" pitchFamily="34" charset="0"/>
              <a:buChar char="•"/>
            </a:pPr>
            <a:r>
              <a:rPr lang="en-US" dirty="0"/>
              <a:t>Balancing inspiration with originality—avoiding direct imitation</a:t>
            </a:r>
          </a:p>
          <a:p>
            <a:endParaRPr lang="en-US" dirty="0"/>
          </a:p>
          <a:p>
            <a:endParaRPr lang="en-AU" dirty="0"/>
          </a:p>
        </p:txBody>
      </p:sp>
      <p:sp>
        <p:nvSpPr>
          <p:cNvPr id="2" name="Title 1">
            <a:extLst>
              <a:ext uri="{FF2B5EF4-FFF2-40B4-BE49-F238E27FC236}">
                <a16:creationId xmlns:a16="http://schemas.microsoft.com/office/drawing/2014/main" id="{44735B18-8B7C-96C4-5B4F-EA53B9DB7E38}"/>
              </a:ext>
            </a:extLst>
          </p:cNvPr>
          <p:cNvSpPr>
            <a:spLocks noGrp="1"/>
          </p:cNvSpPr>
          <p:nvPr>
            <p:ph type="title"/>
          </p:nvPr>
        </p:nvSpPr>
        <p:spPr/>
        <p:txBody>
          <a:bodyPr/>
          <a:lstStyle/>
          <a:p>
            <a:r>
              <a:rPr lang="en-AU" dirty="0"/>
              <a:t>Learning from Precedents</a:t>
            </a:r>
          </a:p>
        </p:txBody>
      </p:sp>
      <p:pic>
        <p:nvPicPr>
          <p:cNvPr id="6" name="Picture 5">
            <a:extLst>
              <a:ext uri="{FF2B5EF4-FFF2-40B4-BE49-F238E27FC236}">
                <a16:creationId xmlns:a16="http://schemas.microsoft.com/office/drawing/2014/main" id="{80CE6FA6-F1A4-EF71-8A8D-09256C3071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1765" y="973440"/>
            <a:ext cx="7319374" cy="5173883"/>
          </a:xfrm>
          <a:prstGeom prst="rect">
            <a:avLst/>
          </a:prstGeom>
        </p:spPr>
      </p:pic>
      <p:sp>
        <p:nvSpPr>
          <p:cNvPr id="4" name="TextBox 3">
            <a:extLst>
              <a:ext uri="{FF2B5EF4-FFF2-40B4-BE49-F238E27FC236}">
                <a16:creationId xmlns:a16="http://schemas.microsoft.com/office/drawing/2014/main" id="{C4A37AB3-D08D-172B-6EB0-3E0D985EF478}"/>
              </a:ext>
            </a:extLst>
          </p:cNvPr>
          <p:cNvSpPr txBox="1"/>
          <p:nvPr/>
        </p:nvSpPr>
        <p:spPr>
          <a:xfrm>
            <a:off x="10199962" y="603238"/>
            <a:ext cx="1992038" cy="276999"/>
          </a:xfrm>
          <a:prstGeom prst="rect">
            <a:avLst/>
          </a:prstGeom>
          <a:noFill/>
        </p:spPr>
        <p:txBody>
          <a:bodyPr wrap="square">
            <a:spAutoFit/>
          </a:bodyPr>
          <a:lstStyle/>
          <a:p>
            <a:r>
              <a:rPr lang="en-AU" sz="1200" dirty="0"/>
              <a:t>Source: Pinterest</a:t>
            </a:r>
          </a:p>
        </p:txBody>
      </p:sp>
    </p:spTree>
    <p:extLst>
      <p:ext uri="{BB962C8B-B14F-4D97-AF65-F5344CB8AC3E}">
        <p14:creationId xmlns:p14="http://schemas.microsoft.com/office/powerpoint/2010/main" val="33649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BE3B4-9EA7-9BCA-83F8-2B6208B1F971}"/>
            </a:ext>
          </a:extLst>
        </p:cNvPr>
        <p:cNvGrpSpPr/>
        <p:nvPr/>
      </p:nvGrpSpPr>
      <p:grpSpPr>
        <a:xfrm>
          <a:off x="0" y="0"/>
          <a:ext cx="0" cy="0"/>
          <a:chOff x="0" y="0"/>
          <a:chExt cx="0" cy="0"/>
        </a:xfrm>
      </p:grpSpPr>
      <p:sp>
        <p:nvSpPr>
          <p:cNvPr id="7" name="Title 5">
            <a:extLst>
              <a:ext uri="{FF2B5EF4-FFF2-40B4-BE49-F238E27FC236}">
                <a16:creationId xmlns:a16="http://schemas.microsoft.com/office/drawing/2014/main" id="{501977C3-097C-820A-D64F-3676462FC4B1}"/>
              </a:ext>
            </a:extLst>
          </p:cNvPr>
          <p:cNvSpPr txBox="1">
            <a:spLocks/>
          </p:cNvSpPr>
          <p:nvPr/>
        </p:nvSpPr>
        <p:spPr>
          <a:xfrm>
            <a:off x="795437" y="2714710"/>
            <a:ext cx="10515600" cy="443198"/>
          </a:xfrm>
          <a:prstGeom prst="rect">
            <a:avLst/>
          </a:prstGeom>
        </p:spPr>
        <p:txBody>
          <a:bodyPr vert="horz" wrap="square" lIns="0" tIns="0" rIns="0" bIns="0" rtlCol="0" anchor="t" anchorCtr="0">
            <a:spAutoFit/>
          </a:bodyPr>
          <a:lstStyle>
            <a:lvl1pPr algn="l" defTabSz="914354" rtl="0" eaLnBrk="1" latinLnBrk="0" hangingPunct="1">
              <a:lnSpc>
                <a:spcPct val="90000"/>
              </a:lnSpc>
              <a:spcBef>
                <a:spcPct val="0"/>
              </a:spcBef>
              <a:buNone/>
              <a:defRPr sz="3200" b="1" i="0" kern="1200">
                <a:solidFill>
                  <a:schemeClr val="tx1"/>
                </a:solidFill>
                <a:latin typeface="Arial" panose="020B0604020202020204" pitchFamily="34" charset="0"/>
                <a:ea typeface="+mj-ea"/>
                <a:cs typeface="Arial" panose="020B0604020202020204" pitchFamily="34" charset="0"/>
              </a:defRPr>
            </a:lvl1pPr>
          </a:lstStyle>
          <a:p>
            <a:r>
              <a:rPr lang="en-US" dirty="0"/>
              <a:t>Activity 1: Plagiarism in Architecture</a:t>
            </a:r>
          </a:p>
        </p:txBody>
      </p:sp>
    </p:spTree>
    <p:extLst>
      <p:ext uri="{BB962C8B-B14F-4D97-AF65-F5344CB8AC3E}">
        <p14:creationId xmlns:p14="http://schemas.microsoft.com/office/powerpoint/2010/main" val="28865169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CA58A-BCE9-03D5-EB63-04E21A3881B7}"/>
            </a:ext>
          </a:extLst>
        </p:cNvPr>
        <p:cNvGrpSpPr/>
        <p:nvPr/>
      </p:nvGrpSpPr>
      <p:grpSpPr>
        <a:xfrm>
          <a:off x="0" y="0"/>
          <a:ext cx="0" cy="0"/>
          <a:chOff x="0" y="0"/>
          <a:chExt cx="0" cy="0"/>
        </a:xfrm>
      </p:grpSpPr>
      <p:sp>
        <p:nvSpPr>
          <p:cNvPr id="7" name="Title 5">
            <a:extLst>
              <a:ext uri="{FF2B5EF4-FFF2-40B4-BE49-F238E27FC236}">
                <a16:creationId xmlns:a16="http://schemas.microsoft.com/office/drawing/2014/main" id="{895B8D39-F4A6-F482-1467-0A02AFF025E0}"/>
              </a:ext>
            </a:extLst>
          </p:cNvPr>
          <p:cNvSpPr txBox="1">
            <a:spLocks/>
          </p:cNvSpPr>
          <p:nvPr/>
        </p:nvSpPr>
        <p:spPr>
          <a:xfrm>
            <a:off x="1264212" y="2714710"/>
            <a:ext cx="10515600" cy="443198"/>
          </a:xfrm>
          <a:prstGeom prst="rect">
            <a:avLst/>
          </a:prstGeom>
        </p:spPr>
        <p:txBody>
          <a:bodyPr vert="horz" wrap="square" lIns="0" tIns="0" rIns="0" bIns="0" rtlCol="0" anchor="t" anchorCtr="0">
            <a:spAutoFit/>
          </a:bodyPr>
          <a:lstStyle>
            <a:lvl1pPr algn="l" defTabSz="914354" rtl="0" eaLnBrk="1" latinLnBrk="0" hangingPunct="1">
              <a:lnSpc>
                <a:spcPct val="90000"/>
              </a:lnSpc>
              <a:spcBef>
                <a:spcPct val="0"/>
              </a:spcBef>
              <a:buNone/>
              <a:defRPr sz="3200" b="1" i="0" kern="1200">
                <a:solidFill>
                  <a:schemeClr val="tx1"/>
                </a:solidFill>
                <a:latin typeface="Arial" panose="020B0604020202020204" pitchFamily="34" charset="0"/>
                <a:ea typeface="+mj-ea"/>
                <a:cs typeface="Arial" panose="020B0604020202020204" pitchFamily="34" charset="0"/>
              </a:defRPr>
            </a:lvl1pPr>
          </a:lstStyle>
          <a:p>
            <a:r>
              <a:rPr lang="en-US" dirty="0"/>
              <a:t>Activity 2: Case Study Reading</a:t>
            </a:r>
          </a:p>
        </p:txBody>
      </p:sp>
    </p:spTree>
    <p:extLst>
      <p:ext uri="{BB962C8B-B14F-4D97-AF65-F5344CB8AC3E}">
        <p14:creationId xmlns:p14="http://schemas.microsoft.com/office/powerpoint/2010/main" val="21165954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21015-F05C-2BE0-57DE-C9BF4CD2FF3C}"/>
            </a:ext>
          </a:extLst>
        </p:cNvPr>
        <p:cNvGrpSpPr/>
        <p:nvPr/>
      </p:nvGrpSpPr>
      <p:grpSpPr>
        <a:xfrm>
          <a:off x="0" y="0"/>
          <a:ext cx="0" cy="0"/>
          <a:chOff x="0" y="0"/>
          <a:chExt cx="0" cy="0"/>
        </a:xfrm>
      </p:grpSpPr>
      <p:sp>
        <p:nvSpPr>
          <p:cNvPr id="7" name="Title 5">
            <a:extLst>
              <a:ext uri="{FF2B5EF4-FFF2-40B4-BE49-F238E27FC236}">
                <a16:creationId xmlns:a16="http://schemas.microsoft.com/office/drawing/2014/main" id="{5C3568FE-53BA-ABC3-83B7-6C73D9F6E8C3}"/>
              </a:ext>
            </a:extLst>
          </p:cNvPr>
          <p:cNvSpPr txBox="1">
            <a:spLocks/>
          </p:cNvSpPr>
          <p:nvPr/>
        </p:nvSpPr>
        <p:spPr>
          <a:xfrm>
            <a:off x="1050080" y="2936309"/>
            <a:ext cx="10515600" cy="443198"/>
          </a:xfrm>
          <a:prstGeom prst="rect">
            <a:avLst/>
          </a:prstGeom>
        </p:spPr>
        <p:txBody>
          <a:bodyPr vert="horz" wrap="square" lIns="0" tIns="0" rIns="0" bIns="0" rtlCol="0" anchor="t" anchorCtr="0">
            <a:spAutoFit/>
          </a:bodyPr>
          <a:lstStyle>
            <a:lvl1pPr algn="l" defTabSz="914354" rtl="0" eaLnBrk="1" latinLnBrk="0" hangingPunct="1">
              <a:lnSpc>
                <a:spcPct val="90000"/>
              </a:lnSpc>
              <a:spcBef>
                <a:spcPct val="0"/>
              </a:spcBef>
              <a:buNone/>
              <a:defRPr sz="3200" b="1" i="0" kern="1200">
                <a:solidFill>
                  <a:schemeClr val="tx1"/>
                </a:solidFill>
                <a:latin typeface="Arial" panose="020B0604020202020204" pitchFamily="34" charset="0"/>
                <a:ea typeface="+mj-ea"/>
                <a:cs typeface="Arial" panose="020B0604020202020204" pitchFamily="34" charset="0"/>
              </a:defRPr>
            </a:lvl1pPr>
          </a:lstStyle>
          <a:p>
            <a:r>
              <a:rPr lang="en-US" dirty="0"/>
              <a:t>Activity 3: Mini precedent case study </a:t>
            </a:r>
          </a:p>
        </p:txBody>
      </p:sp>
    </p:spTree>
    <p:extLst>
      <p:ext uri="{BB962C8B-B14F-4D97-AF65-F5344CB8AC3E}">
        <p14:creationId xmlns:p14="http://schemas.microsoft.com/office/powerpoint/2010/main" val="35305423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DAC24-8B92-D0C9-87F6-855393A4F0B6}"/>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4AF30494-25D0-2F44-45C1-3DD6DE3EE9A5}"/>
              </a:ext>
            </a:extLst>
          </p:cNvPr>
          <p:cNvSpPr>
            <a:spLocks noGrp="1"/>
          </p:cNvSpPr>
          <p:nvPr>
            <p:ph type="ctrTitle"/>
          </p:nvPr>
        </p:nvSpPr>
        <p:spPr>
          <a:xfrm>
            <a:off x="481922" y="1832433"/>
            <a:ext cx="6291512" cy="1479648"/>
          </a:xfrm>
        </p:spPr>
        <p:txBody>
          <a:bodyPr lIns="0" tIns="0" rIns="0" bIns="0"/>
          <a:lstStyle/>
          <a:p>
            <a:r>
              <a:rPr lang="en-US" dirty="0"/>
              <a:t>Session 2</a:t>
            </a:r>
          </a:p>
        </p:txBody>
      </p:sp>
      <p:sp>
        <p:nvSpPr>
          <p:cNvPr id="10" name="Subtitle 2">
            <a:extLst>
              <a:ext uri="{FF2B5EF4-FFF2-40B4-BE49-F238E27FC236}">
                <a16:creationId xmlns:a16="http://schemas.microsoft.com/office/drawing/2014/main" id="{09AD0176-8910-42E2-EA3B-067B6DB868C4}"/>
              </a:ext>
            </a:extLst>
          </p:cNvPr>
          <p:cNvSpPr>
            <a:spLocks noGrp="1"/>
          </p:cNvSpPr>
          <p:nvPr>
            <p:ph type="subTitle" idx="1"/>
          </p:nvPr>
        </p:nvSpPr>
        <p:spPr>
          <a:xfrm>
            <a:off x="481922" y="2837889"/>
            <a:ext cx="6409030" cy="843558"/>
          </a:xfrm>
        </p:spPr>
        <p:txBody>
          <a:bodyPr lIns="0" tIns="0" rIns="0" bIns="0"/>
          <a:lstStyle/>
          <a:p>
            <a:r>
              <a:rPr lang="en-US" dirty="0"/>
              <a:t>Culturally Sustainable Design Strategies</a:t>
            </a:r>
          </a:p>
        </p:txBody>
      </p:sp>
    </p:spTree>
    <p:extLst>
      <p:ext uri="{BB962C8B-B14F-4D97-AF65-F5344CB8AC3E}">
        <p14:creationId xmlns:p14="http://schemas.microsoft.com/office/powerpoint/2010/main" val="329969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7DB45-05BA-6C95-B126-AF02015CAFA4}"/>
              </a:ext>
            </a:extLst>
          </p:cNvPr>
          <p:cNvSpPr>
            <a:spLocks noGrp="1"/>
          </p:cNvSpPr>
          <p:nvPr>
            <p:ph type="title"/>
          </p:nvPr>
        </p:nvSpPr>
        <p:spPr/>
        <p:txBody>
          <a:bodyPr/>
          <a:lstStyle/>
          <a:p>
            <a:r>
              <a:rPr lang="en-AU" dirty="0"/>
              <a:t>Sustainable Design Strategies</a:t>
            </a:r>
          </a:p>
        </p:txBody>
      </p:sp>
      <p:graphicFrame>
        <p:nvGraphicFramePr>
          <p:cNvPr id="4" name="Content Placeholder 3">
            <a:extLst>
              <a:ext uri="{FF2B5EF4-FFF2-40B4-BE49-F238E27FC236}">
                <a16:creationId xmlns:a16="http://schemas.microsoft.com/office/drawing/2014/main" id="{7FA8A881-F71E-9A3D-D03F-69B0909CC8E2}"/>
              </a:ext>
            </a:extLst>
          </p:cNvPr>
          <p:cNvGraphicFramePr>
            <a:graphicFrameLocks noGrp="1"/>
          </p:cNvGraphicFramePr>
          <p:nvPr>
            <p:ph idx="4294967295"/>
            <p:extLst>
              <p:ext uri="{D42A27DB-BD31-4B8C-83A1-F6EECF244321}">
                <p14:modId xmlns:p14="http://schemas.microsoft.com/office/powerpoint/2010/main" val="249037177"/>
              </p:ext>
            </p:extLst>
          </p:nvPr>
        </p:nvGraphicFramePr>
        <p:xfrm>
          <a:off x="0" y="1235075"/>
          <a:ext cx="11687175" cy="48371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259125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E7AACF1-476E-6280-354D-F30DD8436AAA}"/>
              </a:ext>
            </a:extLst>
          </p:cNvPr>
          <p:cNvPicPr>
            <a:picLocks noChangeAspect="1"/>
          </p:cNvPicPr>
          <p:nvPr/>
        </p:nvPicPr>
        <p:blipFill>
          <a:blip r:embed="rId2"/>
          <a:stretch>
            <a:fillRect/>
          </a:stretch>
        </p:blipFill>
        <p:spPr>
          <a:xfrm>
            <a:off x="0" y="0"/>
            <a:ext cx="5594484" cy="6858000"/>
          </a:xfrm>
          <a:prstGeom prst="rect">
            <a:avLst/>
          </a:prstGeom>
        </p:spPr>
      </p:pic>
      <p:pic>
        <p:nvPicPr>
          <p:cNvPr id="7" name="Picture 6">
            <a:extLst>
              <a:ext uri="{FF2B5EF4-FFF2-40B4-BE49-F238E27FC236}">
                <a16:creationId xmlns:a16="http://schemas.microsoft.com/office/drawing/2014/main" id="{A1B286AB-73F0-81F9-69C4-62351AB391A3}"/>
              </a:ext>
            </a:extLst>
          </p:cNvPr>
          <p:cNvPicPr>
            <a:picLocks noChangeAspect="1"/>
          </p:cNvPicPr>
          <p:nvPr/>
        </p:nvPicPr>
        <p:blipFill>
          <a:blip r:embed="rId3"/>
          <a:stretch>
            <a:fillRect/>
          </a:stretch>
        </p:blipFill>
        <p:spPr>
          <a:xfrm>
            <a:off x="6096000" y="0"/>
            <a:ext cx="5625703" cy="6858000"/>
          </a:xfrm>
          <a:prstGeom prst="rect">
            <a:avLst/>
          </a:prstGeom>
        </p:spPr>
      </p:pic>
      <p:sp>
        <p:nvSpPr>
          <p:cNvPr id="2" name="TextBox 4">
            <a:extLst>
              <a:ext uri="{FF2B5EF4-FFF2-40B4-BE49-F238E27FC236}">
                <a16:creationId xmlns:a16="http://schemas.microsoft.com/office/drawing/2014/main" id="{FC944E95-E855-E554-F709-111F565B1FC1}"/>
              </a:ext>
            </a:extLst>
          </p:cNvPr>
          <p:cNvSpPr txBox="1"/>
          <p:nvPr/>
        </p:nvSpPr>
        <p:spPr>
          <a:xfrm>
            <a:off x="10002182" y="6211669"/>
            <a:ext cx="1992038" cy="64633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sz="1200" dirty="0"/>
              <a:t>Source: National Standard of Competency for Architects 2021</a:t>
            </a:r>
          </a:p>
        </p:txBody>
      </p:sp>
    </p:spTree>
    <p:extLst>
      <p:ext uri="{BB962C8B-B14F-4D97-AF65-F5344CB8AC3E}">
        <p14:creationId xmlns:p14="http://schemas.microsoft.com/office/powerpoint/2010/main" val="25360513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E6473-5EA9-3794-483D-FA114DDC130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6DD3A30-81F9-6EE5-4A45-F77AB438D2C0}"/>
              </a:ext>
            </a:extLst>
          </p:cNvPr>
          <p:cNvPicPr>
            <a:picLocks noChangeAspect="1"/>
          </p:cNvPicPr>
          <p:nvPr/>
        </p:nvPicPr>
        <p:blipFill>
          <a:blip r:embed="rId2"/>
          <a:stretch>
            <a:fillRect/>
          </a:stretch>
        </p:blipFill>
        <p:spPr>
          <a:xfrm>
            <a:off x="0" y="0"/>
            <a:ext cx="5594484" cy="6858000"/>
          </a:xfrm>
          <a:prstGeom prst="rect">
            <a:avLst/>
          </a:prstGeom>
        </p:spPr>
      </p:pic>
      <p:pic>
        <p:nvPicPr>
          <p:cNvPr id="3" name="Picture 2">
            <a:extLst>
              <a:ext uri="{FF2B5EF4-FFF2-40B4-BE49-F238E27FC236}">
                <a16:creationId xmlns:a16="http://schemas.microsoft.com/office/drawing/2014/main" id="{B7F1187B-DBB3-5D1B-D127-72550B2E64AD}"/>
              </a:ext>
            </a:extLst>
          </p:cNvPr>
          <p:cNvPicPr>
            <a:picLocks noChangeAspect="1"/>
          </p:cNvPicPr>
          <p:nvPr/>
        </p:nvPicPr>
        <p:blipFill>
          <a:blip r:embed="rId3"/>
          <a:stretch>
            <a:fillRect/>
          </a:stretch>
        </p:blipFill>
        <p:spPr>
          <a:xfrm>
            <a:off x="6096000" y="0"/>
            <a:ext cx="5608320" cy="6858000"/>
          </a:xfrm>
          <a:prstGeom prst="rect">
            <a:avLst/>
          </a:prstGeom>
        </p:spPr>
      </p:pic>
      <p:sp>
        <p:nvSpPr>
          <p:cNvPr id="2" name="TextBox 4">
            <a:extLst>
              <a:ext uri="{FF2B5EF4-FFF2-40B4-BE49-F238E27FC236}">
                <a16:creationId xmlns:a16="http://schemas.microsoft.com/office/drawing/2014/main" id="{36481A36-EDBE-B169-B6A3-A17B79B525E0}"/>
              </a:ext>
            </a:extLst>
          </p:cNvPr>
          <p:cNvSpPr txBox="1"/>
          <p:nvPr/>
        </p:nvSpPr>
        <p:spPr>
          <a:xfrm>
            <a:off x="10002182" y="6211669"/>
            <a:ext cx="1992038" cy="64633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sz="1200" dirty="0"/>
              <a:t>Source: National Standard of Competency for Architects 2021</a:t>
            </a:r>
          </a:p>
        </p:txBody>
      </p:sp>
    </p:spTree>
    <p:extLst>
      <p:ext uri="{BB962C8B-B14F-4D97-AF65-F5344CB8AC3E}">
        <p14:creationId xmlns:p14="http://schemas.microsoft.com/office/powerpoint/2010/main" val="40746412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2AF18-2FCC-24D5-3254-1FCD159257E7}"/>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24931FD7-FBB5-AFB6-C965-5B666418EBF8}"/>
              </a:ext>
            </a:extLst>
          </p:cNvPr>
          <p:cNvSpPr>
            <a:spLocks noGrp="1"/>
          </p:cNvSpPr>
          <p:nvPr>
            <p:ph type="body" sz="half" idx="2"/>
          </p:nvPr>
        </p:nvSpPr>
        <p:spPr/>
        <p:txBody>
          <a:bodyPr>
            <a:normAutofit/>
          </a:bodyPr>
          <a:lstStyle/>
          <a:p>
            <a:pPr marL="342900" indent="-342900">
              <a:buFont typeface="Arial" panose="020B0604020202020204" pitchFamily="34" charset="0"/>
              <a:buChar char="•"/>
            </a:pPr>
            <a:r>
              <a:rPr lang="en-US" dirty="0"/>
              <a:t>1. Community Engagement: Inclusive Design Process, Feedback Mechanisms</a:t>
            </a:r>
          </a:p>
          <a:p>
            <a:pPr marL="342900" indent="-342900">
              <a:buFont typeface="Arial" panose="020B0604020202020204" pitchFamily="34" charset="0"/>
              <a:buChar char="•"/>
            </a:pPr>
            <a:r>
              <a:rPr lang="en-US" dirty="0"/>
              <a:t>2. Cultural Research: Historical Context, Preservation of Artifacts</a:t>
            </a:r>
          </a:p>
          <a:p>
            <a:pPr marL="342900" indent="-342900">
              <a:buFont typeface="Arial" panose="020B0604020202020204" pitchFamily="34" charset="0"/>
              <a:buChar char="•"/>
            </a:pPr>
            <a:r>
              <a:rPr lang="en-US" dirty="0"/>
              <a:t>3. Adaptation of Local Architectural Styles: Architectural Elements, Materials and Techniques</a:t>
            </a:r>
          </a:p>
          <a:p>
            <a:pPr marL="342900" indent="-342900">
              <a:buFont typeface="Arial" panose="020B0604020202020204" pitchFamily="34" charset="0"/>
              <a:buChar char="•"/>
            </a:pPr>
            <a:r>
              <a:rPr lang="en-US" dirty="0"/>
              <a:t>4. Sensitivity to the Built Environment: Scale and Proportion; </a:t>
            </a:r>
            <a:r>
              <a:rPr lang="en-US"/>
              <a:t>Visual Impact</a:t>
            </a:r>
            <a:endParaRPr lang="en-US" dirty="0"/>
          </a:p>
          <a:p>
            <a:pPr marL="342900" indent="-342900">
              <a:buFont typeface="Arial" panose="020B0604020202020204" pitchFamily="34" charset="0"/>
              <a:buChar char="•"/>
            </a:pPr>
            <a:r>
              <a:rPr lang="en-US" dirty="0"/>
              <a:t>5. Sustainability and Resilience: Environmental Considerations, Adaptive Reuse</a:t>
            </a:r>
          </a:p>
          <a:p>
            <a:pPr marL="342900" indent="-342900">
              <a:buFont typeface="Arial" panose="020B0604020202020204" pitchFamily="34" charset="0"/>
              <a:buChar char="•"/>
            </a:pPr>
            <a:r>
              <a:rPr lang="en-US" dirty="0"/>
              <a:t>6. Education and Storytelling: Interpretative Elements, Promotion of Cultural Identity</a:t>
            </a:r>
          </a:p>
          <a:p>
            <a:pPr marL="342900" indent="-342900">
              <a:buFont typeface="Arial" panose="020B0604020202020204" pitchFamily="34" charset="0"/>
              <a:buChar char="•"/>
            </a:pPr>
            <a:r>
              <a:rPr lang="en-US" dirty="0"/>
              <a:t>7. Economic Sustainability: Support Local Economies</a:t>
            </a:r>
          </a:p>
          <a:p>
            <a:pPr marL="342900" indent="-342900">
              <a:buFont typeface="Arial" panose="020B0604020202020204" pitchFamily="34" charset="0"/>
              <a:buChar char="•"/>
            </a:pPr>
            <a:r>
              <a:rPr lang="en-US" dirty="0"/>
              <a:t>8. Legal and Ethical Considerations: Respect for Land Rights</a:t>
            </a:r>
            <a:endParaRPr lang="en-AU" dirty="0"/>
          </a:p>
        </p:txBody>
      </p:sp>
      <p:sp>
        <p:nvSpPr>
          <p:cNvPr id="2" name="Title 1">
            <a:extLst>
              <a:ext uri="{FF2B5EF4-FFF2-40B4-BE49-F238E27FC236}">
                <a16:creationId xmlns:a16="http://schemas.microsoft.com/office/drawing/2014/main" id="{14CFD769-AC51-7E17-CDF7-5B503DCE18E2}"/>
              </a:ext>
            </a:extLst>
          </p:cNvPr>
          <p:cNvSpPr>
            <a:spLocks noGrp="1"/>
          </p:cNvSpPr>
          <p:nvPr>
            <p:ph type="title"/>
          </p:nvPr>
        </p:nvSpPr>
        <p:spPr/>
        <p:txBody>
          <a:bodyPr/>
          <a:lstStyle/>
          <a:p>
            <a:r>
              <a:rPr lang="en-AU" dirty="0"/>
              <a:t>Culturally Sustainable Design Strategies</a:t>
            </a:r>
          </a:p>
        </p:txBody>
      </p:sp>
    </p:spTree>
    <p:extLst>
      <p:ext uri="{BB962C8B-B14F-4D97-AF65-F5344CB8AC3E}">
        <p14:creationId xmlns:p14="http://schemas.microsoft.com/office/powerpoint/2010/main" val="1780041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8196B-3CD9-F0AF-DDF7-4D52AD482443}"/>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0648F91D-0873-2FE7-F557-8E7B926B6773}"/>
              </a:ext>
            </a:extLst>
          </p:cNvPr>
          <p:cNvSpPr>
            <a:spLocks noGrp="1"/>
          </p:cNvSpPr>
          <p:nvPr>
            <p:ph type="body" sz="half" idx="2"/>
          </p:nvPr>
        </p:nvSpPr>
        <p:spPr/>
        <p:txBody>
          <a:bodyPr>
            <a:normAutofit/>
          </a:bodyPr>
          <a:lstStyle/>
          <a:p>
            <a:r>
              <a:rPr lang="en-US" sz="1800" dirty="0"/>
              <a:t>1. Community Engagement: Inclusive Design Process, Feedback Mechanisms</a:t>
            </a:r>
          </a:p>
          <a:p>
            <a:r>
              <a:rPr lang="en-US" sz="1800" dirty="0">
                <a:hlinkClick r:id="rId2"/>
              </a:rPr>
              <a:t>https://www.mdpi.com/2075-5309/14/9/3018</a:t>
            </a:r>
            <a:endParaRPr lang="en-US" sz="1800" dirty="0"/>
          </a:p>
          <a:p>
            <a:endParaRPr lang="en-US" sz="1800" dirty="0"/>
          </a:p>
          <a:p>
            <a:endParaRPr lang="en-AU" sz="1800" dirty="0"/>
          </a:p>
        </p:txBody>
      </p:sp>
      <p:sp>
        <p:nvSpPr>
          <p:cNvPr id="2" name="Title 1">
            <a:extLst>
              <a:ext uri="{FF2B5EF4-FFF2-40B4-BE49-F238E27FC236}">
                <a16:creationId xmlns:a16="http://schemas.microsoft.com/office/drawing/2014/main" id="{BEF85D0F-1E9F-6387-27C5-2DF25A9C3F27}"/>
              </a:ext>
            </a:extLst>
          </p:cNvPr>
          <p:cNvSpPr>
            <a:spLocks noGrp="1"/>
          </p:cNvSpPr>
          <p:nvPr>
            <p:ph type="title"/>
          </p:nvPr>
        </p:nvSpPr>
        <p:spPr/>
        <p:txBody>
          <a:bodyPr/>
          <a:lstStyle/>
          <a:p>
            <a:r>
              <a:rPr lang="en-AU" dirty="0"/>
              <a:t>Culturally Sustainable Design Strategies Example</a:t>
            </a:r>
          </a:p>
        </p:txBody>
      </p:sp>
      <p:pic>
        <p:nvPicPr>
          <p:cNvPr id="4" name="Picture 3">
            <a:extLst>
              <a:ext uri="{FF2B5EF4-FFF2-40B4-BE49-F238E27FC236}">
                <a16:creationId xmlns:a16="http://schemas.microsoft.com/office/drawing/2014/main" id="{DD4A61B0-1682-F1ED-5CE7-C4A8F048DD41}"/>
              </a:ext>
            </a:extLst>
          </p:cNvPr>
          <p:cNvPicPr>
            <a:picLocks noChangeAspect="1"/>
          </p:cNvPicPr>
          <p:nvPr/>
        </p:nvPicPr>
        <p:blipFill>
          <a:blip r:embed="rId3"/>
          <a:stretch>
            <a:fillRect/>
          </a:stretch>
        </p:blipFill>
        <p:spPr>
          <a:xfrm>
            <a:off x="841195" y="2588207"/>
            <a:ext cx="5213817" cy="3628664"/>
          </a:xfrm>
          <a:prstGeom prst="rect">
            <a:avLst/>
          </a:prstGeom>
        </p:spPr>
      </p:pic>
      <p:pic>
        <p:nvPicPr>
          <p:cNvPr id="9" name="Picture 8">
            <a:extLst>
              <a:ext uri="{FF2B5EF4-FFF2-40B4-BE49-F238E27FC236}">
                <a16:creationId xmlns:a16="http://schemas.microsoft.com/office/drawing/2014/main" id="{89F49FAC-99DE-1ECD-C238-FF1C71696D50}"/>
              </a:ext>
            </a:extLst>
          </p:cNvPr>
          <p:cNvPicPr>
            <a:picLocks noChangeAspect="1"/>
          </p:cNvPicPr>
          <p:nvPr/>
        </p:nvPicPr>
        <p:blipFill>
          <a:blip r:embed="rId4"/>
          <a:stretch>
            <a:fillRect/>
          </a:stretch>
        </p:blipFill>
        <p:spPr>
          <a:xfrm>
            <a:off x="6517411" y="1979926"/>
            <a:ext cx="4670592" cy="4236945"/>
          </a:xfrm>
          <a:prstGeom prst="rect">
            <a:avLst/>
          </a:prstGeom>
        </p:spPr>
      </p:pic>
      <p:sp>
        <p:nvSpPr>
          <p:cNvPr id="6" name="TextBox 5">
            <a:extLst>
              <a:ext uri="{FF2B5EF4-FFF2-40B4-BE49-F238E27FC236}">
                <a16:creationId xmlns:a16="http://schemas.microsoft.com/office/drawing/2014/main" id="{E4414292-4201-2E1D-87A8-131256B50163}"/>
              </a:ext>
            </a:extLst>
          </p:cNvPr>
          <p:cNvSpPr txBox="1"/>
          <p:nvPr/>
        </p:nvSpPr>
        <p:spPr>
          <a:xfrm>
            <a:off x="10042217" y="6000951"/>
            <a:ext cx="2068044" cy="276999"/>
          </a:xfrm>
          <a:prstGeom prst="rect">
            <a:avLst/>
          </a:prstGeom>
          <a:noFill/>
        </p:spPr>
        <p:txBody>
          <a:bodyPr wrap="square">
            <a:spAutoFit/>
          </a:bodyPr>
          <a:lstStyle/>
          <a:p>
            <a:r>
              <a:rPr lang="en-AU" sz="1200" dirty="0"/>
              <a:t>Source: </a:t>
            </a:r>
            <a:r>
              <a:rPr lang="en-AU" sz="1200" dirty="0" err="1"/>
              <a:t>Zallio</a:t>
            </a:r>
            <a:r>
              <a:rPr lang="en-AU" sz="1200" dirty="0"/>
              <a:t> et al., 2024</a:t>
            </a:r>
          </a:p>
        </p:txBody>
      </p:sp>
    </p:spTree>
    <p:extLst>
      <p:ext uri="{BB962C8B-B14F-4D97-AF65-F5344CB8AC3E}">
        <p14:creationId xmlns:p14="http://schemas.microsoft.com/office/powerpoint/2010/main" val="5344297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4AB8C-0FAE-EB2C-D10D-86F4B743D516}"/>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8F52E118-8864-7EC9-565C-4B5554A74FCD}"/>
              </a:ext>
            </a:extLst>
          </p:cNvPr>
          <p:cNvSpPr>
            <a:spLocks noGrp="1"/>
          </p:cNvSpPr>
          <p:nvPr>
            <p:ph type="body" sz="half" idx="2"/>
          </p:nvPr>
        </p:nvSpPr>
        <p:spPr/>
        <p:txBody>
          <a:bodyPr>
            <a:normAutofit/>
          </a:bodyPr>
          <a:lstStyle/>
          <a:p>
            <a:r>
              <a:rPr lang="en-US" dirty="0"/>
              <a:t>3. Adaptation of Local Architectural Styles: Architectural Elements, Materials and Techniques (Vernacular Housing)</a:t>
            </a:r>
          </a:p>
          <a:p>
            <a:r>
              <a:rPr lang="en-US" dirty="0">
                <a:hlinkClick r:id="rId2"/>
              </a:rPr>
              <a:t>https://www.archdaily.com/898253/25-examples-of-vernacular-housing-from-around-the-world</a:t>
            </a:r>
            <a:endParaRPr lang="en-US" dirty="0"/>
          </a:p>
          <a:p>
            <a:r>
              <a:rPr lang="en-US" dirty="0">
                <a:hlinkClick r:id="rId3"/>
              </a:rPr>
              <a:t>https://www.arch2o.com/vernacular-architecture/</a:t>
            </a:r>
            <a:endParaRPr lang="en-US" dirty="0"/>
          </a:p>
          <a:p>
            <a:endParaRPr lang="en-US" dirty="0"/>
          </a:p>
          <a:p>
            <a:pPr marL="0" indent="0">
              <a:buNone/>
            </a:pPr>
            <a:endParaRPr lang="en-US" dirty="0"/>
          </a:p>
        </p:txBody>
      </p:sp>
      <p:sp>
        <p:nvSpPr>
          <p:cNvPr id="2" name="Title 1">
            <a:extLst>
              <a:ext uri="{FF2B5EF4-FFF2-40B4-BE49-F238E27FC236}">
                <a16:creationId xmlns:a16="http://schemas.microsoft.com/office/drawing/2014/main" id="{F9467EA4-38E6-D5B2-7578-4B5999DEF9D0}"/>
              </a:ext>
            </a:extLst>
          </p:cNvPr>
          <p:cNvSpPr>
            <a:spLocks noGrp="1"/>
          </p:cNvSpPr>
          <p:nvPr>
            <p:ph type="title"/>
          </p:nvPr>
        </p:nvSpPr>
        <p:spPr/>
        <p:txBody>
          <a:bodyPr/>
          <a:lstStyle/>
          <a:p>
            <a:r>
              <a:rPr lang="en-AU" dirty="0"/>
              <a:t>Culturally Sustainable Design Strategies Example</a:t>
            </a:r>
          </a:p>
        </p:txBody>
      </p:sp>
      <p:pic>
        <p:nvPicPr>
          <p:cNvPr id="4" name="Picture 3">
            <a:extLst>
              <a:ext uri="{FF2B5EF4-FFF2-40B4-BE49-F238E27FC236}">
                <a16:creationId xmlns:a16="http://schemas.microsoft.com/office/drawing/2014/main" id="{D88A340E-7F1C-EEEC-511D-74F60776BF4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79716" y="3676888"/>
            <a:ext cx="3543870" cy="2332586"/>
          </a:xfrm>
          <a:prstGeom prst="rect">
            <a:avLst/>
          </a:prstGeom>
        </p:spPr>
      </p:pic>
      <p:pic>
        <p:nvPicPr>
          <p:cNvPr id="7" name="Picture 6">
            <a:extLst>
              <a:ext uri="{FF2B5EF4-FFF2-40B4-BE49-F238E27FC236}">
                <a16:creationId xmlns:a16="http://schemas.microsoft.com/office/drawing/2014/main" id="{9E412A0F-346F-1920-AB51-05585F9622C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9559" y="3676888"/>
            <a:ext cx="3499732" cy="2332585"/>
          </a:xfrm>
          <a:prstGeom prst="rect">
            <a:avLst/>
          </a:prstGeom>
        </p:spPr>
      </p:pic>
      <p:pic>
        <p:nvPicPr>
          <p:cNvPr id="9" name="Picture 8" descr="Fujian Tulou with a roof&#10;&#10;Description automatically generated with medium confidence">
            <a:extLst>
              <a:ext uri="{FF2B5EF4-FFF2-40B4-BE49-F238E27FC236}">
                <a16:creationId xmlns:a16="http://schemas.microsoft.com/office/drawing/2014/main" id="{2D725264-D4C2-2071-55E5-F5513F67A86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378954" y="3676887"/>
            <a:ext cx="3501099" cy="2332585"/>
          </a:xfrm>
          <a:prstGeom prst="rect">
            <a:avLst/>
          </a:prstGeom>
        </p:spPr>
      </p:pic>
      <p:sp>
        <p:nvSpPr>
          <p:cNvPr id="3" name="TextBox 4">
            <a:extLst>
              <a:ext uri="{FF2B5EF4-FFF2-40B4-BE49-F238E27FC236}">
                <a16:creationId xmlns:a16="http://schemas.microsoft.com/office/drawing/2014/main" id="{3B0494BF-1D2E-922D-DBB0-20D16CC919A8}"/>
              </a:ext>
            </a:extLst>
          </p:cNvPr>
          <p:cNvSpPr txBox="1"/>
          <p:nvPr/>
        </p:nvSpPr>
        <p:spPr>
          <a:xfrm>
            <a:off x="9821179" y="6009472"/>
            <a:ext cx="1992038" cy="27699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sz="1200" dirty="0"/>
              <a:t>Source: </a:t>
            </a:r>
            <a:r>
              <a:rPr lang="en-AU" sz="1200" dirty="0" err="1"/>
              <a:t>ArchDaily</a:t>
            </a:r>
            <a:endParaRPr lang="en-AU" sz="1200" dirty="0"/>
          </a:p>
        </p:txBody>
      </p:sp>
    </p:spTree>
    <p:extLst>
      <p:ext uri="{BB962C8B-B14F-4D97-AF65-F5344CB8AC3E}">
        <p14:creationId xmlns:p14="http://schemas.microsoft.com/office/powerpoint/2010/main" val="2751979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7678F-4DFC-BB9C-81A6-32682B238B7B}"/>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A81DF173-EFB7-9898-2E9C-C237A83295B9}"/>
              </a:ext>
            </a:extLst>
          </p:cNvPr>
          <p:cNvSpPr>
            <a:spLocks noGrp="1"/>
          </p:cNvSpPr>
          <p:nvPr>
            <p:ph type="body" sz="half" idx="2"/>
          </p:nvPr>
        </p:nvSpPr>
        <p:spPr>
          <a:xfrm>
            <a:off x="399737" y="1503307"/>
            <a:ext cx="4785721" cy="4307184"/>
          </a:xfrm>
        </p:spPr>
        <p:txBody>
          <a:bodyPr>
            <a:normAutofit/>
          </a:bodyPr>
          <a:lstStyle/>
          <a:p>
            <a:r>
              <a:rPr lang="en-US" dirty="0"/>
              <a:t>5. Sustainability and Resilience: Environmental Considerations, Adaptive Reuse</a:t>
            </a:r>
          </a:p>
          <a:p>
            <a:r>
              <a:rPr lang="en-US" dirty="0">
                <a:hlinkClick r:id="rId3"/>
              </a:rPr>
              <a:t>https://www.youtube.com/watch?v=8qdjQBRAoE8</a:t>
            </a:r>
            <a:endParaRPr lang="en-US" dirty="0"/>
          </a:p>
          <a:p>
            <a:r>
              <a:rPr lang="en-US" dirty="0">
                <a:hlinkClick r:id="rId4"/>
              </a:rPr>
              <a:t>https://www.mdpi.com/2571-9408/7/12/329</a:t>
            </a:r>
            <a:endParaRPr lang="en-US" dirty="0"/>
          </a:p>
          <a:p>
            <a:endParaRPr lang="en-US" dirty="0"/>
          </a:p>
          <a:p>
            <a:endParaRPr lang="en-US" dirty="0"/>
          </a:p>
        </p:txBody>
      </p:sp>
      <p:sp>
        <p:nvSpPr>
          <p:cNvPr id="2" name="Title 1">
            <a:extLst>
              <a:ext uri="{FF2B5EF4-FFF2-40B4-BE49-F238E27FC236}">
                <a16:creationId xmlns:a16="http://schemas.microsoft.com/office/drawing/2014/main" id="{E6DD0C9F-B5C1-0DD7-BBEB-3C9580007724}"/>
              </a:ext>
            </a:extLst>
          </p:cNvPr>
          <p:cNvSpPr>
            <a:spLocks noGrp="1"/>
          </p:cNvSpPr>
          <p:nvPr>
            <p:ph type="title"/>
          </p:nvPr>
        </p:nvSpPr>
        <p:spPr/>
        <p:txBody>
          <a:bodyPr/>
          <a:lstStyle/>
          <a:p>
            <a:r>
              <a:rPr lang="en-AU"/>
              <a:t>Culturally Sustainable Design Strategies Example</a:t>
            </a:r>
            <a:endParaRPr lang="en-AU" dirty="0"/>
          </a:p>
        </p:txBody>
      </p:sp>
      <p:pic>
        <p:nvPicPr>
          <p:cNvPr id="7" name="Picture 6">
            <a:extLst>
              <a:ext uri="{FF2B5EF4-FFF2-40B4-BE49-F238E27FC236}">
                <a16:creationId xmlns:a16="http://schemas.microsoft.com/office/drawing/2014/main" id="{ED98782C-29B2-102D-26E4-50C3680550C5}"/>
              </a:ext>
            </a:extLst>
          </p:cNvPr>
          <p:cNvPicPr>
            <a:picLocks noChangeAspect="1"/>
          </p:cNvPicPr>
          <p:nvPr/>
        </p:nvPicPr>
        <p:blipFill>
          <a:blip r:embed="rId5"/>
          <a:stretch>
            <a:fillRect/>
          </a:stretch>
        </p:blipFill>
        <p:spPr>
          <a:xfrm>
            <a:off x="7359058" y="1168080"/>
            <a:ext cx="4231978" cy="4521839"/>
          </a:xfrm>
          <a:prstGeom prst="rect">
            <a:avLst/>
          </a:prstGeom>
        </p:spPr>
      </p:pic>
      <p:sp>
        <p:nvSpPr>
          <p:cNvPr id="3" name="TextBox 4">
            <a:extLst>
              <a:ext uri="{FF2B5EF4-FFF2-40B4-BE49-F238E27FC236}">
                <a16:creationId xmlns:a16="http://schemas.microsoft.com/office/drawing/2014/main" id="{4CA32CFC-FFCA-E555-FE31-CB8C5BC02FFD}"/>
              </a:ext>
            </a:extLst>
          </p:cNvPr>
          <p:cNvSpPr txBox="1"/>
          <p:nvPr/>
        </p:nvSpPr>
        <p:spPr>
          <a:xfrm>
            <a:off x="9520237" y="5885601"/>
            <a:ext cx="1992038" cy="27699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sz="1200" dirty="0"/>
              <a:t>Source: Yan et al., 2024 </a:t>
            </a:r>
          </a:p>
        </p:txBody>
      </p:sp>
    </p:spTree>
    <p:extLst>
      <p:ext uri="{BB962C8B-B14F-4D97-AF65-F5344CB8AC3E}">
        <p14:creationId xmlns:p14="http://schemas.microsoft.com/office/powerpoint/2010/main" val="38956315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539D0E-68E8-3BC0-C957-1E709C60A402}"/>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5B636317-9D90-4CDB-51BD-DE3DEA7E1AD7}"/>
              </a:ext>
            </a:extLst>
          </p:cNvPr>
          <p:cNvSpPr>
            <a:spLocks noGrp="1"/>
          </p:cNvSpPr>
          <p:nvPr>
            <p:ph type="body" sz="half" idx="2"/>
          </p:nvPr>
        </p:nvSpPr>
        <p:spPr>
          <a:xfrm>
            <a:off x="399737" y="1513480"/>
            <a:ext cx="3662977" cy="4179863"/>
          </a:xfrm>
        </p:spPr>
        <p:txBody>
          <a:bodyPr>
            <a:normAutofit/>
          </a:bodyPr>
          <a:lstStyle/>
          <a:p>
            <a:r>
              <a:rPr lang="en-US" dirty="0"/>
              <a:t>6. Education and Storytelling: Interpretative Elements, Promotion of Cultural Identity </a:t>
            </a:r>
          </a:p>
          <a:p>
            <a:r>
              <a:rPr lang="en-US" dirty="0">
                <a:hlinkClick r:id="rId2"/>
              </a:rPr>
              <a:t>https://worldarchitecture.org/article-links/evvzv/how-australian-architects-are-inspired-by-aboriginal-culture-stories-of-kaunitz-yeung-architecture.html</a:t>
            </a:r>
            <a:endParaRPr lang="en-US" dirty="0"/>
          </a:p>
          <a:p>
            <a:endParaRPr lang="en-US" dirty="0"/>
          </a:p>
        </p:txBody>
      </p:sp>
      <p:sp>
        <p:nvSpPr>
          <p:cNvPr id="2" name="Title 1">
            <a:extLst>
              <a:ext uri="{FF2B5EF4-FFF2-40B4-BE49-F238E27FC236}">
                <a16:creationId xmlns:a16="http://schemas.microsoft.com/office/drawing/2014/main" id="{52A2B902-FF1C-4243-8FB8-0C0BFE306A34}"/>
              </a:ext>
            </a:extLst>
          </p:cNvPr>
          <p:cNvSpPr>
            <a:spLocks noGrp="1"/>
          </p:cNvSpPr>
          <p:nvPr>
            <p:ph type="title"/>
          </p:nvPr>
        </p:nvSpPr>
        <p:spPr/>
        <p:txBody>
          <a:bodyPr/>
          <a:lstStyle/>
          <a:p>
            <a:r>
              <a:rPr lang="en-AU" dirty="0"/>
              <a:t>Culturally Sustainable Design Strategies Example</a:t>
            </a:r>
          </a:p>
        </p:txBody>
      </p:sp>
      <p:pic>
        <p:nvPicPr>
          <p:cNvPr id="4" name="Picture 3">
            <a:extLst>
              <a:ext uri="{FF2B5EF4-FFF2-40B4-BE49-F238E27FC236}">
                <a16:creationId xmlns:a16="http://schemas.microsoft.com/office/drawing/2014/main" id="{F6401AB1-E224-2B5A-F680-C52D34159117}"/>
              </a:ext>
            </a:extLst>
          </p:cNvPr>
          <p:cNvPicPr>
            <a:picLocks noChangeAspect="1"/>
          </p:cNvPicPr>
          <p:nvPr/>
        </p:nvPicPr>
        <p:blipFill>
          <a:blip r:embed="rId3"/>
          <a:stretch>
            <a:fillRect/>
          </a:stretch>
        </p:blipFill>
        <p:spPr>
          <a:xfrm>
            <a:off x="5041202" y="1773023"/>
            <a:ext cx="6370467" cy="3660775"/>
          </a:xfrm>
          <a:prstGeom prst="rect">
            <a:avLst/>
          </a:prstGeom>
        </p:spPr>
      </p:pic>
      <p:sp>
        <p:nvSpPr>
          <p:cNvPr id="3" name="TextBox 4">
            <a:extLst>
              <a:ext uri="{FF2B5EF4-FFF2-40B4-BE49-F238E27FC236}">
                <a16:creationId xmlns:a16="http://schemas.microsoft.com/office/drawing/2014/main" id="{9B28E7F6-E181-9272-26FE-4A47AF690E6A}"/>
              </a:ext>
            </a:extLst>
          </p:cNvPr>
          <p:cNvSpPr txBox="1"/>
          <p:nvPr/>
        </p:nvSpPr>
        <p:spPr>
          <a:xfrm>
            <a:off x="10052673" y="5462608"/>
            <a:ext cx="1992038" cy="27699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sz="1200" dirty="0"/>
              <a:t>Source: </a:t>
            </a:r>
            <a:r>
              <a:rPr lang="en-AU" sz="1200" dirty="0" err="1"/>
              <a:t>ArchDaily</a:t>
            </a:r>
            <a:endParaRPr lang="en-AU" sz="1200" dirty="0"/>
          </a:p>
        </p:txBody>
      </p:sp>
    </p:spTree>
    <p:extLst>
      <p:ext uri="{BB962C8B-B14F-4D97-AF65-F5344CB8AC3E}">
        <p14:creationId xmlns:p14="http://schemas.microsoft.com/office/powerpoint/2010/main" val="41430783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181A6-B5D3-69A0-4F36-1EF6BB62195A}"/>
            </a:ext>
          </a:extLst>
        </p:cNvPr>
        <p:cNvGrpSpPr/>
        <p:nvPr/>
      </p:nvGrpSpPr>
      <p:grpSpPr>
        <a:xfrm>
          <a:off x="0" y="0"/>
          <a:ext cx="0" cy="0"/>
          <a:chOff x="0" y="0"/>
          <a:chExt cx="0" cy="0"/>
        </a:xfrm>
      </p:grpSpPr>
      <p:sp>
        <p:nvSpPr>
          <p:cNvPr id="7" name="Title 5">
            <a:extLst>
              <a:ext uri="{FF2B5EF4-FFF2-40B4-BE49-F238E27FC236}">
                <a16:creationId xmlns:a16="http://schemas.microsoft.com/office/drawing/2014/main" id="{2F6CC2E5-2064-59C8-DA4D-F9A490C8F5A6}"/>
              </a:ext>
            </a:extLst>
          </p:cNvPr>
          <p:cNvSpPr txBox="1">
            <a:spLocks/>
          </p:cNvSpPr>
          <p:nvPr/>
        </p:nvSpPr>
        <p:spPr>
          <a:xfrm>
            <a:off x="1050080" y="2936309"/>
            <a:ext cx="10515600" cy="443198"/>
          </a:xfrm>
          <a:prstGeom prst="rect">
            <a:avLst/>
          </a:prstGeom>
        </p:spPr>
        <p:txBody>
          <a:bodyPr vert="horz" wrap="square" lIns="0" tIns="0" rIns="0" bIns="0" rtlCol="0" anchor="t" anchorCtr="0">
            <a:spAutoFit/>
          </a:bodyPr>
          <a:lstStyle>
            <a:lvl1pPr algn="l" defTabSz="914354" rtl="0" eaLnBrk="1" latinLnBrk="0" hangingPunct="1">
              <a:lnSpc>
                <a:spcPct val="90000"/>
              </a:lnSpc>
              <a:spcBef>
                <a:spcPct val="0"/>
              </a:spcBef>
              <a:buNone/>
              <a:defRPr sz="3200" b="1" i="0" kern="1200">
                <a:solidFill>
                  <a:schemeClr val="tx1"/>
                </a:solidFill>
                <a:latin typeface="Arial" panose="020B0604020202020204" pitchFamily="34" charset="0"/>
                <a:ea typeface="+mj-ea"/>
                <a:cs typeface="Arial" panose="020B0604020202020204" pitchFamily="34" charset="0"/>
              </a:defRPr>
            </a:lvl1pPr>
          </a:lstStyle>
          <a:p>
            <a:r>
              <a:rPr lang="en-US" dirty="0"/>
              <a:t>Activity 4: </a:t>
            </a:r>
            <a:r>
              <a:rPr lang="en-AU" dirty="0"/>
              <a:t>Case Study Analysis</a:t>
            </a:r>
            <a:endParaRPr lang="en-US" dirty="0"/>
          </a:p>
        </p:txBody>
      </p:sp>
    </p:spTree>
    <p:extLst>
      <p:ext uri="{BB962C8B-B14F-4D97-AF65-F5344CB8AC3E}">
        <p14:creationId xmlns:p14="http://schemas.microsoft.com/office/powerpoint/2010/main" val="9607418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8AF6B6-BF0A-7A62-E283-5DA2F484D21E}"/>
              </a:ext>
            </a:extLst>
          </p:cNvPr>
          <p:cNvSpPr>
            <a:spLocks noGrp="1"/>
          </p:cNvSpPr>
          <p:nvPr>
            <p:ph type="body" sz="half" idx="2"/>
          </p:nvPr>
        </p:nvSpPr>
        <p:spPr/>
        <p:txBody>
          <a:bodyPr/>
          <a:lstStyle/>
          <a:p>
            <a:pPr marL="285750" indent="-285750">
              <a:buFont typeface="Arial" panose="020B0604020202020204" pitchFamily="34" charset="0"/>
              <a:buChar char="•"/>
            </a:pPr>
            <a:r>
              <a:rPr lang="en-AU" sz="1800" kern="100" dirty="0">
                <a:effectLst/>
                <a:latin typeface="Calibri" panose="020F0502020204030204" pitchFamily="34" charset="0"/>
                <a:ea typeface="DengXian" panose="02010600030101010101" pitchFamily="2" charset="-122"/>
                <a:cs typeface="Times New Roman" panose="02020603050405020304" pitchFamily="18" charset="0"/>
              </a:rPr>
              <a:t>Pinterest. (2025). </a:t>
            </a:r>
            <a:r>
              <a:rPr lang="en-AU" sz="1800" i="1" kern="100" dirty="0">
                <a:effectLst/>
                <a:latin typeface="Calibri" panose="020F0502020204030204" pitchFamily="34" charset="0"/>
                <a:ea typeface="DengXian" panose="02010600030101010101" pitchFamily="2" charset="-122"/>
                <a:cs typeface="Times New Roman" panose="02020603050405020304" pitchFamily="18" charset="0"/>
              </a:rPr>
              <a:t>Pinterest Image. </a:t>
            </a:r>
            <a:r>
              <a:rPr lang="en-AU" sz="1800" kern="100" dirty="0">
                <a:effectLst/>
                <a:latin typeface="Calibri" panose="020F0502020204030204" pitchFamily="34" charset="0"/>
                <a:ea typeface="DengXian" panose="02010600030101010101" pitchFamily="2" charset="-122"/>
                <a:cs typeface="Times New Roman" panose="02020603050405020304" pitchFamily="18" charset="0"/>
                <a:hlinkClick r:id="rId2"/>
              </a:rPr>
              <a:t>https://www.pinterest.com/</a:t>
            </a:r>
            <a:endParaRPr lang="en-AU" sz="1800" kern="100" dirty="0">
              <a:latin typeface="Calibri" panose="020F0502020204030204" pitchFamily="34" charset="0"/>
              <a:ea typeface="DengXian" panose="02010600030101010101" pitchFamily="2" charset="-122"/>
              <a:cs typeface="Times New Roman" panose="02020603050405020304" pitchFamily="18" charset="0"/>
            </a:endParaRPr>
          </a:p>
          <a:p>
            <a:pPr marL="285750" indent="-285750">
              <a:buFont typeface="Arial" panose="020B0604020202020204" pitchFamily="34" charset="0"/>
              <a:buChar char="•"/>
            </a:pPr>
            <a:r>
              <a:rPr lang="en-AU" sz="1800" kern="100" dirty="0" err="1">
                <a:effectLst/>
                <a:latin typeface="Calibri" panose="020F0502020204030204" pitchFamily="34" charset="0"/>
                <a:ea typeface="DengXian" panose="02010600030101010101" pitchFamily="2" charset="-122"/>
                <a:cs typeface="Times New Roman" panose="02020603050405020304" pitchFamily="18" charset="0"/>
              </a:rPr>
              <a:t>Zallio</a:t>
            </a:r>
            <a:r>
              <a:rPr lang="en-AU" sz="1800" kern="100" dirty="0">
                <a:effectLst/>
                <a:latin typeface="Calibri" panose="020F0502020204030204" pitchFamily="34" charset="0"/>
                <a:ea typeface="DengXian" panose="02010600030101010101" pitchFamily="2" charset="-122"/>
                <a:cs typeface="Times New Roman" panose="02020603050405020304" pitchFamily="18" charset="0"/>
              </a:rPr>
              <a:t>, M., </a:t>
            </a:r>
            <a:r>
              <a:rPr lang="en-AU" sz="1800" kern="100" dirty="0" err="1">
                <a:effectLst/>
                <a:latin typeface="Calibri" panose="020F0502020204030204" pitchFamily="34" charset="0"/>
                <a:ea typeface="DengXian" panose="02010600030101010101" pitchFamily="2" charset="-122"/>
                <a:cs typeface="Times New Roman" panose="02020603050405020304" pitchFamily="18" charset="0"/>
              </a:rPr>
              <a:t>Chivǎran</a:t>
            </a:r>
            <a:r>
              <a:rPr lang="en-AU" sz="1800" kern="100" dirty="0">
                <a:effectLst/>
                <a:latin typeface="Calibri" panose="020F0502020204030204" pitchFamily="34" charset="0"/>
                <a:ea typeface="DengXian" panose="02010600030101010101" pitchFamily="2" charset="-122"/>
                <a:cs typeface="Times New Roman" panose="02020603050405020304" pitchFamily="18" charset="0"/>
              </a:rPr>
              <a:t>, C., &amp; Clarkson, P. J. (2024). Exploring Inclusion, Diversity, Equity, and Accessibility in the Built Environment: A Case Study. </a:t>
            </a:r>
            <a:r>
              <a:rPr lang="en-AU" sz="1800" i="1" kern="100" dirty="0">
                <a:effectLst/>
                <a:latin typeface="Calibri" panose="020F0502020204030204" pitchFamily="34" charset="0"/>
                <a:ea typeface="DengXian" panose="02010600030101010101" pitchFamily="2" charset="-122"/>
                <a:cs typeface="Times New Roman" panose="02020603050405020304" pitchFamily="18" charset="0"/>
              </a:rPr>
              <a:t>Buildings</a:t>
            </a:r>
            <a:r>
              <a:rPr lang="en-AU" sz="1800" kern="100" dirty="0">
                <a:effectLst/>
                <a:latin typeface="Calibri" panose="020F0502020204030204" pitchFamily="34" charset="0"/>
                <a:ea typeface="DengXian" panose="02010600030101010101" pitchFamily="2" charset="-122"/>
                <a:cs typeface="Times New Roman" panose="02020603050405020304" pitchFamily="18" charset="0"/>
              </a:rPr>
              <a:t>, </a:t>
            </a:r>
            <a:r>
              <a:rPr lang="en-AU" sz="1800" i="1" kern="100" dirty="0">
                <a:effectLst/>
                <a:latin typeface="Calibri" panose="020F0502020204030204" pitchFamily="34" charset="0"/>
                <a:ea typeface="DengXian" panose="02010600030101010101" pitchFamily="2" charset="-122"/>
                <a:cs typeface="Times New Roman" panose="02020603050405020304" pitchFamily="18" charset="0"/>
              </a:rPr>
              <a:t>14</a:t>
            </a:r>
            <a:r>
              <a:rPr lang="en-AU" sz="1800" kern="100" dirty="0">
                <a:effectLst/>
                <a:latin typeface="Calibri" panose="020F0502020204030204" pitchFamily="34" charset="0"/>
                <a:ea typeface="DengXian" panose="02010600030101010101" pitchFamily="2" charset="-122"/>
                <a:cs typeface="Times New Roman" panose="02020603050405020304" pitchFamily="18" charset="0"/>
              </a:rPr>
              <a:t>(9), 3018. </a:t>
            </a:r>
            <a:r>
              <a:rPr lang="en-AU" sz="1800" kern="100" dirty="0">
                <a:effectLst/>
                <a:latin typeface="Calibri" panose="020F0502020204030204" pitchFamily="34" charset="0"/>
                <a:ea typeface="DengXian" panose="02010600030101010101" pitchFamily="2" charset="-122"/>
                <a:cs typeface="Times New Roman" panose="02020603050405020304" pitchFamily="18" charset="0"/>
                <a:hlinkClick r:id="rId3"/>
              </a:rPr>
              <a:t>https://doi.org/10.3390/buildings14093018</a:t>
            </a:r>
            <a:endParaRPr lang="en-AU" sz="1800" kern="100" dirty="0">
              <a:latin typeface="Calibri" panose="020F0502020204030204" pitchFamily="34" charset="0"/>
              <a:ea typeface="DengXian" panose="02010600030101010101" pitchFamily="2" charset="-122"/>
              <a:cs typeface="Times New Roman" panose="02020603050405020304" pitchFamily="18" charset="0"/>
            </a:endParaRPr>
          </a:p>
          <a:p>
            <a:pPr marL="285750" indent="-285750">
              <a:buFont typeface="Arial" panose="020B0604020202020204" pitchFamily="34" charset="0"/>
              <a:buChar char="•"/>
            </a:pPr>
            <a:r>
              <a:rPr lang="en-AU" sz="1800" kern="100" dirty="0">
                <a:effectLst/>
                <a:latin typeface="Calibri" panose="020F0502020204030204" pitchFamily="34" charset="0"/>
                <a:ea typeface="DengXian" panose="02010600030101010101" pitchFamily="2" charset="-122"/>
                <a:cs typeface="Times New Roman" panose="02020603050405020304" pitchFamily="18" charset="0"/>
              </a:rPr>
              <a:t>Architects Accreditation Council of Australia. (2021)</a:t>
            </a:r>
            <a:r>
              <a:rPr lang="en-AU" sz="1800" i="1" kern="100" dirty="0">
                <a:effectLst/>
                <a:latin typeface="Calibri" panose="020F0502020204030204" pitchFamily="34" charset="0"/>
                <a:ea typeface="DengXian" panose="02010600030101010101" pitchFamily="2" charset="-122"/>
                <a:cs typeface="Times New Roman" panose="02020603050405020304" pitchFamily="18" charset="0"/>
              </a:rPr>
              <a:t>. 2021 National Standard of Competency for Architects</a:t>
            </a:r>
            <a:r>
              <a:rPr lang="en-AU" sz="1800" kern="100" dirty="0">
                <a:effectLst/>
                <a:latin typeface="Calibri" panose="020F0502020204030204" pitchFamily="34" charset="0"/>
                <a:ea typeface="DengXian" panose="02010600030101010101" pitchFamily="2" charset="-122"/>
                <a:cs typeface="Times New Roman" panose="02020603050405020304" pitchFamily="18" charset="0"/>
              </a:rPr>
              <a:t>. </a:t>
            </a:r>
            <a:r>
              <a:rPr lang="en-AU" sz="1800" kern="100" dirty="0">
                <a:effectLst/>
                <a:latin typeface="Calibri" panose="020F0502020204030204" pitchFamily="34" charset="0"/>
                <a:ea typeface="DengXian" panose="02010600030101010101" pitchFamily="2" charset="-122"/>
                <a:cs typeface="Times New Roman" panose="02020603050405020304" pitchFamily="18" charset="0"/>
                <a:hlinkClick r:id="rId4"/>
              </a:rPr>
              <a:t>https://aaca.org.au/wp-content/uploads/2021-NSCA.pdf</a:t>
            </a:r>
            <a:endParaRPr lang="en-AU" sz="1800" kern="100" dirty="0">
              <a:latin typeface="Calibri" panose="020F0502020204030204" pitchFamily="34" charset="0"/>
              <a:ea typeface="DengXian" panose="02010600030101010101" pitchFamily="2" charset="-122"/>
              <a:cs typeface="Times New Roman" panose="02020603050405020304" pitchFamily="18" charset="0"/>
            </a:endParaRPr>
          </a:p>
          <a:p>
            <a:pPr marL="285750" indent="-285750">
              <a:buFont typeface="Arial" panose="020B0604020202020204" pitchFamily="34" charset="0"/>
              <a:buChar char="•"/>
            </a:pPr>
            <a:r>
              <a:rPr lang="en-AU" sz="1800" kern="100" dirty="0">
                <a:effectLst/>
                <a:latin typeface="Calibri" panose="020F0502020204030204" pitchFamily="34" charset="0"/>
                <a:ea typeface="DengXian" panose="02010600030101010101" pitchFamily="2" charset="-122"/>
                <a:cs typeface="Times New Roman" panose="02020603050405020304" pitchFamily="18" charset="0"/>
              </a:rPr>
              <a:t>Arch Daily. (2025). </a:t>
            </a:r>
            <a:r>
              <a:rPr lang="en-AU" sz="1800" i="1" kern="100" dirty="0">
                <a:effectLst/>
                <a:latin typeface="Calibri" panose="020F0502020204030204" pitchFamily="34" charset="0"/>
                <a:ea typeface="DengXian" panose="02010600030101010101" pitchFamily="2" charset="-122"/>
                <a:cs typeface="Times New Roman" panose="02020603050405020304" pitchFamily="18" charset="0"/>
              </a:rPr>
              <a:t>Arch Daily Image</a:t>
            </a:r>
            <a:r>
              <a:rPr lang="en-AU" sz="1800" kern="100" dirty="0">
                <a:effectLst/>
                <a:latin typeface="Calibri" panose="020F0502020204030204" pitchFamily="34" charset="0"/>
                <a:ea typeface="DengXian" panose="02010600030101010101" pitchFamily="2" charset="-122"/>
                <a:cs typeface="Times New Roman" panose="02020603050405020304" pitchFamily="18" charset="0"/>
              </a:rPr>
              <a:t>. </a:t>
            </a:r>
            <a:r>
              <a:rPr lang="en-AU" sz="1800" kern="100" dirty="0">
                <a:effectLst/>
                <a:latin typeface="Calibri" panose="020F0502020204030204" pitchFamily="34" charset="0"/>
                <a:ea typeface="DengXian" panose="02010600030101010101" pitchFamily="2" charset="-122"/>
                <a:cs typeface="Times New Roman" panose="02020603050405020304" pitchFamily="18" charset="0"/>
                <a:hlinkClick r:id="rId5"/>
              </a:rPr>
              <a:t>https://www.archdaily.com/</a:t>
            </a:r>
            <a:endParaRPr lang="en-AU"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285750" indent="-285750">
              <a:buFont typeface="Arial" panose="020B0604020202020204" pitchFamily="34" charset="0"/>
              <a:buChar char="•"/>
            </a:pPr>
            <a:r>
              <a:rPr lang="en-AU" sz="1800" kern="100" dirty="0">
                <a:effectLst/>
                <a:latin typeface="Calibri" panose="020F0502020204030204" pitchFamily="34" charset="0"/>
                <a:ea typeface="DengXian" panose="02010600030101010101" pitchFamily="2" charset="-122"/>
                <a:cs typeface="Times New Roman" panose="02020603050405020304" pitchFamily="18" charset="0"/>
              </a:rPr>
              <a:t>Yan, S., Geng, S., Chau, H.-W., Wang, T., </a:t>
            </a:r>
            <a:r>
              <a:rPr lang="en-AU" sz="1800" kern="100" dirty="0" err="1">
                <a:effectLst/>
                <a:latin typeface="Calibri" panose="020F0502020204030204" pitchFamily="34" charset="0"/>
                <a:ea typeface="DengXian" panose="02010600030101010101" pitchFamily="2" charset="-122"/>
                <a:cs typeface="Times New Roman" panose="02020603050405020304" pitchFamily="18" charset="0"/>
              </a:rPr>
              <a:t>Jamei</a:t>
            </a:r>
            <a:r>
              <a:rPr lang="en-AU" sz="1800" kern="100" dirty="0">
                <a:effectLst/>
                <a:latin typeface="Calibri" panose="020F0502020204030204" pitchFamily="34" charset="0"/>
                <a:ea typeface="DengXian" panose="02010600030101010101" pitchFamily="2" charset="-122"/>
                <a:cs typeface="Times New Roman" panose="02020603050405020304" pitchFamily="18" charset="0"/>
              </a:rPr>
              <a:t>, E., &amp; </a:t>
            </a:r>
            <a:r>
              <a:rPr lang="en-AU" sz="1800" kern="100" dirty="0" err="1">
                <a:effectLst/>
                <a:latin typeface="Calibri" panose="020F0502020204030204" pitchFamily="34" charset="0"/>
                <a:ea typeface="DengXian" panose="02010600030101010101" pitchFamily="2" charset="-122"/>
                <a:cs typeface="Times New Roman" panose="02020603050405020304" pitchFamily="18" charset="0"/>
              </a:rPr>
              <a:t>Vrcelj</a:t>
            </a:r>
            <a:r>
              <a:rPr lang="en-AU" sz="1800" kern="100" dirty="0">
                <a:effectLst/>
                <a:latin typeface="Calibri" panose="020F0502020204030204" pitchFamily="34" charset="0"/>
                <a:ea typeface="DengXian" panose="02010600030101010101" pitchFamily="2" charset="-122"/>
                <a:cs typeface="Times New Roman" panose="02020603050405020304" pitchFamily="18" charset="0"/>
              </a:rPr>
              <a:t>, Z. (2024). Adaptive Reuse of Russian-Influenced Religious Architecture in Harbin: Architectural Identity and Heritage Tourism. </a:t>
            </a:r>
            <a:r>
              <a:rPr lang="en-AU" sz="1800" i="1" kern="100" dirty="0">
                <a:effectLst/>
                <a:latin typeface="Calibri" panose="020F0502020204030204" pitchFamily="34" charset="0"/>
                <a:ea typeface="DengXian" panose="02010600030101010101" pitchFamily="2" charset="-122"/>
                <a:cs typeface="Times New Roman" panose="02020603050405020304" pitchFamily="18" charset="0"/>
              </a:rPr>
              <a:t>Heritage</a:t>
            </a:r>
            <a:r>
              <a:rPr lang="en-AU" sz="1800" kern="100" dirty="0">
                <a:effectLst/>
                <a:latin typeface="Calibri" panose="020F0502020204030204" pitchFamily="34" charset="0"/>
                <a:ea typeface="DengXian" panose="02010600030101010101" pitchFamily="2" charset="-122"/>
                <a:cs typeface="Times New Roman" panose="02020603050405020304" pitchFamily="18" charset="0"/>
              </a:rPr>
              <a:t>, </a:t>
            </a:r>
            <a:r>
              <a:rPr lang="en-AU" sz="1800" i="1" kern="100" dirty="0">
                <a:effectLst/>
                <a:latin typeface="Calibri" panose="020F0502020204030204" pitchFamily="34" charset="0"/>
                <a:ea typeface="DengXian" panose="02010600030101010101" pitchFamily="2" charset="-122"/>
                <a:cs typeface="Times New Roman" panose="02020603050405020304" pitchFamily="18" charset="0"/>
              </a:rPr>
              <a:t>7</a:t>
            </a:r>
            <a:r>
              <a:rPr lang="en-AU" sz="1800" kern="100" dirty="0">
                <a:effectLst/>
                <a:latin typeface="Calibri" panose="020F0502020204030204" pitchFamily="34" charset="0"/>
                <a:ea typeface="DengXian" panose="02010600030101010101" pitchFamily="2" charset="-122"/>
                <a:cs typeface="Times New Roman" panose="02020603050405020304" pitchFamily="18" charset="0"/>
              </a:rPr>
              <a:t>(12), 7115-7141. </a:t>
            </a:r>
            <a:r>
              <a:rPr lang="en-AU" sz="1800" kern="100" dirty="0">
                <a:effectLst/>
                <a:latin typeface="Calibri" panose="020F0502020204030204" pitchFamily="34" charset="0"/>
                <a:ea typeface="DengXian" panose="02010600030101010101" pitchFamily="2" charset="-122"/>
                <a:cs typeface="Times New Roman" panose="02020603050405020304" pitchFamily="18" charset="0"/>
                <a:hlinkClick r:id="rId6"/>
              </a:rPr>
              <a:t>https://doi.org/10.3390</a:t>
            </a:r>
            <a:r>
              <a:rPr lang="en-AU" sz="1800" kern="100">
                <a:effectLst/>
                <a:latin typeface="Calibri" panose="020F0502020204030204" pitchFamily="34" charset="0"/>
                <a:ea typeface="DengXian" panose="02010600030101010101" pitchFamily="2" charset="-122"/>
                <a:cs typeface="Times New Roman" panose="02020603050405020304" pitchFamily="18" charset="0"/>
                <a:hlinkClick r:id="rId6"/>
              </a:rPr>
              <a:t>/heritage7120329</a:t>
            </a:r>
            <a:endParaRPr lang="en-AU" sz="1800" kern="100">
              <a:effectLst/>
              <a:latin typeface="Calibri" panose="020F0502020204030204" pitchFamily="34" charset="0"/>
              <a:ea typeface="DengXian" panose="02010600030101010101" pitchFamily="2" charset="-122"/>
              <a:cs typeface="Times New Roman" panose="02020603050405020304" pitchFamily="18" charset="0"/>
            </a:endParaRPr>
          </a:p>
          <a:p>
            <a:pPr marL="285750" indent="-285750">
              <a:buFont typeface="Arial" panose="020B0604020202020204" pitchFamily="34" charset="0"/>
              <a:buChar char="•"/>
            </a:pPr>
            <a:endParaRPr lang="en-AU"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285750" indent="-285750">
              <a:buFont typeface="Arial" panose="020B0604020202020204" pitchFamily="34" charset="0"/>
              <a:buChar char="•"/>
            </a:pPr>
            <a:endParaRPr lang="en-AU"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285750" indent="-285750">
              <a:buFont typeface="Arial" panose="020B0604020202020204" pitchFamily="34" charset="0"/>
              <a:buChar char="•"/>
            </a:pPr>
            <a:endParaRPr lang="en-AU" sz="1800" kern="100" dirty="0">
              <a:effectLst/>
              <a:latin typeface="Calibri" panose="020F0502020204030204" pitchFamily="34" charset="0"/>
              <a:ea typeface="DengXian" panose="02010600030101010101" pitchFamily="2" charset="-122"/>
              <a:cs typeface="Times New Roman" panose="02020603050405020304" pitchFamily="18" charset="0"/>
            </a:endParaRPr>
          </a:p>
          <a:p>
            <a:endParaRPr lang="en-AU" dirty="0"/>
          </a:p>
        </p:txBody>
      </p:sp>
      <p:sp>
        <p:nvSpPr>
          <p:cNvPr id="2" name="Title 1">
            <a:extLst>
              <a:ext uri="{FF2B5EF4-FFF2-40B4-BE49-F238E27FC236}">
                <a16:creationId xmlns:a16="http://schemas.microsoft.com/office/drawing/2014/main" id="{68378706-0EF3-E5C2-EDF3-8AA972E9A957}"/>
              </a:ext>
            </a:extLst>
          </p:cNvPr>
          <p:cNvSpPr>
            <a:spLocks noGrp="1"/>
          </p:cNvSpPr>
          <p:nvPr>
            <p:ph type="title"/>
          </p:nvPr>
        </p:nvSpPr>
        <p:spPr/>
        <p:txBody>
          <a:bodyPr/>
          <a:lstStyle/>
          <a:p>
            <a:r>
              <a:rPr lang="en-AU" dirty="0"/>
              <a:t>References</a:t>
            </a:r>
          </a:p>
        </p:txBody>
      </p:sp>
    </p:spTree>
    <p:extLst>
      <p:ext uri="{BB962C8B-B14F-4D97-AF65-F5344CB8AC3E}">
        <p14:creationId xmlns:p14="http://schemas.microsoft.com/office/powerpoint/2010/main" val="19852944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2A4B707-13BF-4B4F-A3D8-BB605AB10BC5}"/>
              </a:ext>
            </a:extLst>
          </p:cNvPr>
          <p:cNvSpPr>
            <a:spLocks noGrp="1"/>
          </p:cNvSpPr>
          <p:nvPr>
            <p:ph type="ctrTitle" idx="4294967295"/>
          </p:nvPr>
        </p:nvSpPr>
        <p:spPr>
          <a:xfrm>
            <a:off x="1196322" y="1680966"/>
            <a:ext cx="5077440" cy="1052596"/>
          </a:xfrm>
        </p:spPr>
        <p:txBody>
          <a:bodyPr/>
          <a:lstStyle/>
          <a:p>
            <a:r>
              <a:rPr lang="en-US" sz="4400" dirty="0"/>
              <a:t>Thank you</a:t>
            </a:r>
            <a:br>
              <a:rPr lang="en-US" dirty="0"/>
            </a:br>
            <a:r>
              <a:rPr lang="en-US" b="0" dirty="0"/>
              <a:t>Questions?</a:t>
            </a:r>
            <a:endParaRPr lang="en-US" dirty="0"/>
          </a:p>
        </p:txBody>
      </p:sp>
    </p:spTree>
    <p:extLst>
      <p:ext uri="{BB962C8B-B14F-4D97-AF65-F5344CB8AC3E}">
        <p14:creationId xmlns:p14="http://schemas.microsoft.com/office/powerpoint/2010/main" val="1915363159"/>
      </p:ext>
    </p:extLst>
  </p:cSld>
  <p:clrMapOvr>
    <a:masterClrMapping/>
  </p:clrMapOvr>
</p:sld>
</file>

<file path=ppt/theme/theme1.xml><?xml version="1.0" encoding="utf-8"?>
<a:theme xmlns:a="http://schemas.openxmlformats.org/drawingml/2006/main" name="Office Theme">
  <a:themeElements>
    <a:clrScheme name="VU 2024">
      <a:dk1>
        <a:srgbClr val="000000"/>
      </a:dk1>
      <a:lt1>
        <a:srgbClr val="FFFFFF"/>
      </a:lt1>
      <a:dk2>
        <a:srgbClr val="262626"/>
      </a:dk2>
      <a:lt2>
        <a:srgbClr val="FFFFFF"/>
      </a:lt2>
      <a:accent1>
        <a:srgbClr val="5BC2E7"/>
      </a:accent1>
      <a:accent2>
        <a:srgbClr val="1E1248"/>
      </a:accent2>
      <a:accent3>
        <a:srgbClr val="ED6B5E"/>
      </a:accent3>
      <a:accent4>
        <a:srgbClr val="B39AD2"/>
      </a:accent4>
      <a:accent5>
        <a:srgbClr val="EEEEEE"/>
      </a:accent5>
      <a:accent6>
        <a:srgbClr val="6E6E6E"/>
      </a:accent6>
      <a:hlink>
        <a:srgbClr val="0C71AC"/>
      </a:hlink>
      <a:folHlink>
        <a:srgbClr val="6E6E6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7FCAF70F-E073-BF40-A79D-4081DC7CE9D1}" vid="{806BC320-17C3-6546-81D5-5AF729563D7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9F76110527CE0478E6091AB5EC74898" ma:contentTypeVersion="15" ma:contentTypeDescription="Create a new document." ma:contentTypeScope="" ma:versionID="c1c5edefc9e02eae2714aa09383da356">
  <xsd:schema xmlns:xsd="http://www.w3.org/2001/XMLSchema" xmlns:xs="http://www.w3.org/2001/XMLSchema" xmlns:p="http://schemas.microsoft.com/office/2006/metadata/properties" xmlns:ns3="f38d7cb2-8266-40dc-9c80-5a14c72951d4" xmlns:ns4="a9cb1d79-f99f-49bb-8e2a-e2312126c491" targetNamespace="http://schemas.microsoft.com/office/2006/metadata/properties" ma:root="true" ma:fieldsID="843b90cf4550736d6ca05ee9401f6042" ns3:_="" ns4:_="">
    <xsd:import namespace="f38d7cb2-8266-40dc-9c80-5a14c72951d4"/>
    <xsd:import namespace="a9cb1d79-f99f-49bb-8e2a-e2312126c491"/>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ObjectDetectorVersions" minOccurs="0"/>
                <xsd:element ref="ns3:MediaServiceAutoTags" minOccurs="0"/>
                <xsd:element ref="ns3:MediaServiceOCR" minOccurs="0"/>
                <xsd:element ref="ns3:MediaServiceGenerationTime" minOccurs="0"/>
                <xsd:element ref="ns3:MediaServiceEventHashCode" minOccurs="0"/>
                <xsd:element ref="ns3:_activity" minOccurs="0"/>
                <xsd:element ref="ns3:MediaLengthInSeconds" minOccurs="0"/>
                <xsd:element ref="ns3:MediaServiceSearchProperties" minOccurs="0"/>
                <xsd:element ref="ns3:MediaServiceSystemTag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38d7cb2-8266-40dc-9c80-5a14c72951d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_activity" ma:index="18" nillable="true" ma:displayName="_activity" ma:hidden="true" ma:internalName="_activity">
      <xsd:simpleType>
        <xsd:restriction base="dms:Note"/>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SystemTags" ma:index="21" nillable="true" ma:displayName="MediaServiceSystemTags" ma:hidden="true" ma:internalName="MediaServiceSystemTags" ma:readOnly="true">
      <xsd:simpleType>
        <xsd:restriction base="dms:Note"/>
      </xsd:simpleType>
    </xsd:element>
    <xsd:element name="MediaServiceDateTaken" ma:index="22"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9cb1d79-f99f-49bb-8e2a-e2312126c491"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a9cb1d79-f99f-49bb-8e2a-e2312126c491">
      <UserInfo>
        <DisplayName>Kate Hitchins</DisplayName>
        <AccountId>727</AccountId>
        <AccountType/>
      </UserInfo>
    </SharedWithUsers>
    <MediaLengthInSeconds xmlns="f38d7cb2-8266-40dc-9c80-5a14c72951d4" xsi:nil="true"/>
    <_activity xmlns="f38d7cb2-8266-40dc-9c80-5a14c72951d4" xsi:nil="true"/>
  </documentManagement>
</p:properties>
</file>

<file path=customXml/itemProps1.xml><?xml version="1.0" encoding="utf-8"?>
<ds:datastoreItem xmlns:ds="http://schemas.openxmlformats.org/officeDocument/2006/customXml" ds:itemID="{3C9109AC-3400-4D6C-BF7D-EE9E1DA1F086}">
  <ds:schemaRefs>
    <ds:schemaRef ds:uri="http://schemas.microsoft.com/sharepoint/v3/contenttype/forms"/>
  </ds:schemaRefs>
</ds:datastoreItem>
</file>

<file path=customXml/itemProps2.xml><?xml version="1.0" encoding="utf-8"?>
<ds:datastoreItem xmlns:ds="http://schemas.openxmlformats.org/officeDocument/2006/customXml" ds:itemID="{9744AE7C-1058-4C5F-8244-E3C6339272A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38d7cb2-8266-40dc-9c80-5a14c72951d4"/>
    <ds:schemaRef ds:uri="a9cb1d79-f99f-49bb-8e2a-e2312126c4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A9BFBAB-54D8-4D2B-81F7-50E6F7501764}">
  <ds:schemaRefs>
    <ds:schemaRef ds:uri="http://purl.org/dc/elements/1.1/"/>
    <ds:schemaRef ds:uri="http://purl.org/dc/terms/"/>
    <ds:schemaRef ds:uri="f38d7cb2-8266-40dc-9c80-5a14c72951d4"/>
    <ds:schemaRef ds:uri="a9cb1d79-f99f-49bb-8e2a-e2312126c491"/>
    <ds:schemaRef ds:uri="http://schemas.microsoft.com/office/2006/documentManagement/types"/>
    <ds:schemaRef ds:uri="http://schemas.microsoft.com/office/infopath/2007/PartnerControls"/>
    <ds:schemaRef ds:uri="http://www.w3.org/XML/1998/namespace"/>
    <ds:schemaRef ds:uri="http://schemas.openxmlformats.org/package/2006/metadata/core-properties"/>
    <ds:schemaRef ds:uri="http://schemas.microsoft.com/office/2006/metadata/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VU_PPT Template</Template>
  <TotalTime>25</TotalTime>
  <Words>877</Words>
  <Application>Microsoft Office PowerPoint</Application>
  <PresentationFormat>Widescreen</PresentationFormat>
  <Paragraphs>100</Paragraphs>
  <Slides>30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.Lucida Grande UI Regular</vt:lpstr>
      <vt:lpstr>Arial</vt:lpstr>
      <vt:lpstr>Calibri</vt:lpstr>
      <vt:lpstr>Helvetica Neue</vt:lpstr>
      <vt:lpstr>Office Theme</vt:lpstr>
      <vt:lpstr>Session 2</vt:lpstr>
      <vt:lpstr>PowerPoint Presentation</vt:lpstr>
      <vt:lpstr>Introduction to Precedent Case Studies</vt:lpstr>
      <vt:lpstr>Importance of Precedent Case Study</vt:lpstr>
      <vt:lpstr>Selecting Architectural Precedents</vt:lpstr>
      <vt:lpstr>Selecting Architectural Precedents - Resources</vt:lpstr>
      <vt:lpstr>Selecting Architectural Precedents - Resources</vt:lpstr>
      <vt:lpstr>Selecting Architectural Precedents - Resources</vt:lpstr>
      <vt:lpstr>Selecting Architectural Precedents - Resources</vt:lpstr>
      <vt:lpstr>Selecting Architectural Precedents - Resources</vt:lpstr>
      <vt:lpstr>Selecting Architectural Precedents - Resources</vt:lpstr>
      <vt:lpstr>Analysing Architectural Precedents</vt:lpstr>
      <vt:lpstr>Source of Information</vt:lpstr>
      <vt:lpstr>Analysing Architectural Precedents</vt:lpstr>
      <vt:lpstr>Learning from Precedents</vt:lpstr>
      <vt:lpstr>PowerPoint Presentation</vt:lpstr>
      <vt:lpstr>PowerPoint Presentation</vt:lpstr>
      <vt:lpstr>PowerPoint Presentation</vt:lpstr>
      <vt:lpstr>Session 2</vt:lpstr>
      <vt:lpstr>Sustainable Design Strategies</vt:lpstr>
      <vt:lpstr>PowerPoint Presentation</vt:lpstr>
      <vt:lpstr>PowerPoint Presentation</vt:lpstr>
      <vt:lpstr>Culturally Sustainable Design Strategies</vt:lpstr>
      <vt:lpstr>Culturally Sustainable Design Strategies Example</vt:lpstr>
      <vt:lpstr>Culturally Sustainable Design Strategies Example</vt:lpstr>
      <vt:lpstr>Culturally Sustainable Design Strategies Example</vt:lpstr>
      <vt:lpstr>Culturally Sustainable Design Strategies Example</vt:lpstr>
      <vt:lpstr>PowerPoint Presentation</vt:lpstr>
      <vt:lpstr>References</vt:lpstr>
      <vt:lpstr>Thank you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 Axnick</dc:creator>
  <cp:lastModifiedBy>Daniel Axnick</cp:lastModifiedBy>
  <cp:revision>5</cp:revision>
  <dcterms:created xsi:type="dcterms:W3CDTF">2025-01-30T23:38:47Z</dcterms:created>
  <dcterms:modified xsi:type="dcterms:W3CDTF">2025-02-10T03:59:57Z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0x010100D9F76110527CE0478E6091AB5EC74898</vt:lpwstr>
  </property>
  <property fmtid="{D5CDD505-2E9C-101B-9397-08002B2CF9AE}" pid="4" name="_dlc_DocIdItemGuid">
    <vt:lpwstr>c455dfeb-16d0-4085-bac7-566eeb3c23ee</vt:lpwstr>
  </property>
  <property fmtid="{D5CDD505-2E9C-101B-9397-08002B2CF9AE}" pid="5" name="MSIP_Label_d7dc88d9-fa17-47eb-a208-3e66f59d50e5_Enabled">
    <vt:lpwstr>true</vt:lpwstr>
  </property>
  <property fmtid="{D5CDD505-2E9C-101B-9397-08002B2CF9AE}" pid="6" name="MSIP_Label_d7dc88d9-fa17-47eb-a208-3e66f59d50e5_SetDate">
    <vt:lpwstr>2023-08-16T02:10:42Z</vt:lpwstr>
  </property>
  <property fmtid="{D5CDD505-2E9C-101B-9397-08002B2CF9AE}" pid="7" name="MSIP_Label_d7dc88d9-fa17-47eb-a208-3e66f59d50e5_Method">
    <vt:lpwstr>Standard</vt:lpwstr>
  </property>
  <property fmtid="{D5CDD505-2E9C-101B-9397-08002B2CF9AE}" pid="8" name="MSIP_Label_d7dc88d9-fa17-47eb-a208-3e66f59d50e5_Name">
    <vt:lpwstr>Internal</vt:lpwstr>
  </property>
  <property fmtid="{D5CDD505-2E9C-101B-9397-08002B2CF9AE}" pid="9" name="MSIP_Label_d7dc88d9-fa17-47eb-a208-3e66f59d50e5_SiteId">
    <vt:lpwstr>d51ba343-9258-4ea6-9907-426d8c84ec12</vt:lpwstr>
  </property>
  <property fmtid="{D5CDD505-2E9C-101B-9397-08002B2CF9AE}" pid="10" name="MSIP_Label_d7dc88d9-fa17-47eb-a208-3e66f59d50e5_ActionId">
    <vt:lpwstr>988a31dd-b6e9-4136-86c0-f7d1a748cb73</vt:lpwstr>
  </property>
  <property fmtid="{D5CDD505-2E9C-101B-9397-08002B2CF9AE}" pid="11" name="MSIP_Label_d7dc88d9-fa17-47eb-a208-3e66f59d50e5_ContentBits">
    <vt:lpwstr>0</vt:lpwstr>
  </property>
  <property fmtid="{D5CDD505-2E9C-101B-9397-08002B2CF9AE}" pid="12" name="Order">
    <vt:lpwstr>20776600.0000000</vt:lpwstr>
  </property>
  <property fmtid="{D5CDD505-2E9C-101B-9397-08002B2CF9AE}" pid="13" name="xd_ProgID">
    <vt:lpwstr/>
  </property>
  <property fmtid="{D5CDD505-2E9C-101B-9397-08002B2CF9AE}" pid="14" name="ComplianceAssetId">
    <vt:lpwstr/>
  </property>
  <property fmtid="{D5CDD505-2E9C-101B-9397-08002B2CF9AE}" pid="15" name="TemplateUrl">
    <vt:lpwstr/>
  </property>
  <property fmtid="{D5CDD505-2E9C-101B-9397-08002B2CF9AE}" pid="16" name="_ExtendedDescription">
    <vt:lpwstr/>
  </property>
  <property fmtid="{D5CDD505-2E9C-101B-9397-08002B2CF9AE}" pid="17" name="TriggerFlowInfo">
    <vt:lpwstr/>
  </property>
  <property fmtid="{D5CDD505-2E9C-101B-9397-08002B2CF9AE}" pid="18" name="xd_Signature">
    <vt:lpwstr/>
  </property>
</Properties>
</file>