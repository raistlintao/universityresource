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7" r:id="rId1"/>
  </p:sldMasterIdLst>
  <p:sldIdLst>
    <p:sldId id="256" r:id="rId2"/>
    <p:sldId id="265" r:id="rId3"/>
    <p:sldId id="257" r:id="rId4"/>
    <p:sldId id="262" r:id="rId5"/>
    <p:sldId id="264" r:id="rId6"/>
    <p:sldId id="263" r:id="rId7"/>
    <p:sldId id="259" r:id="rId8"/>
    <p:sldId id="260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138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engbi Li" userId="0bfc1f20-ad18-41c1-94ba-2ea48e570b5e" providerId="ADAL" clId="{B74E85DE-A845-45DE-A392-DA02A617CA55}"/>
    <pc:docChg chg="undo custSel addSld delSld modSld modMainMaster">
      <pc:chgData name="Mengbi Li" userId="0bfc1f20-ad18-41c1-94ba-2ea48e570b5e" providerId="ADAL" clId="{B74E85DE-A845-45DE-A392-DA02A617CA55}" dt="2022-05-03T02:13:23.578" v="643" actId="20577"/>
      <pc:docMkLst>
        <pc:docMk/>
      </pc:docMkLst>
      <pc:sldChg chg="modSp mod">
        <pc:chgData name="Mengbi Li" userId="0bfc1f20-ad18-41c1-94ba-2ea48e570b5e" providerId="ADAL" clId="{B74E85DE-A845-45DE-A392-DA02A617CA55}" dt="2022-05-03T01:27:36.950" v="41" actId="20577"/>
        <pc:sldMkLst>
          <pc:docMk/>
          <pc:sldMk cId="1105308993" sldId="257"/>
        </pc:sldMkLst>
        <pc:spChg chg="mod">
          <ac:chgData name="Mengbi Li" userId="0bfc1f20-ad18-41c1-94ba-2ea48e570b5e" providerId="ADAL" clId="{B74E85DE-A845-45DE-A392-DA02A617CA55}" dt="2022-05-03T01:27:36.950" v="41" actId="20577"/>
          <ac:spMkLst>
            <pc:docMk/>
            <pc:sldMk cId="1105308993" sldId="257"/>
            <ac:spMk id="3" creationId="{00000000-0000-0000-0000-000000000000}"/>
          </ac:spMkLst>
        </pc:spChg>
      </pc:sldChg>
      <pc:sldChg chg="modSp mod">
        <pc:chgData name="Mengbi Li" userId="0bfc1f20-ad18-41c1-94ba-2ea48e570b5e" providerId="ADAL" clId="{B74E85DE-A845-45DE-A392-DA02A617CA55}" dt="2022-05-03T01:32:37.150" v="135" actId="20577"/>
        <pc:sldMkLst>
          <pc:docMk/>
          <pc:sldMk cId="2816675721" sldId="260"/>
        </pc:sldMkLst>
        <pc:spChg chg="mod">
          <ac:chgData name="Mengbi Li" userId="0bfc1f20-ad18-41c1-94ba-2ea48e570b5e" providerId="ADAL" clId="{B74E85DE-A845-45DE-A392-DA02A617CA55}" dt="2022-05-03T01:32:37.150" v="135" actId="20577"/>
          <ac:spMkLst>
            <pc:docMk/>
            <pc:sldMk cId="2816675721" sldId="260"/>
            <ac:spMk id="3" creationId="{00000000-0000-0000-0000-000000000000}"/>
          </ac:spMkLst>
        </pc:spChg>
      </pc:sldChg>
      <pc:sldChg chg="modSp mod">
        <pc:chgData name="Mengbi Li" userId="0bfc1f20-ad18-41c1-94ba-2ea48e570b5e" providerId="ADAL" clId="{B74E85DE-A845-45DE-A392-DA02A617CA55}" dt="2022-05-03T01:28:46.622" v="96" actId="20577"/>
        <pc:sldMkLst>
          <pc:docMk/>
          <pc:sldMk cId="1871451458" sldId="262"/>
        </pc:sldMkLst>
        <pc:spChg chg="mod">
          <ac:chgData name="Mengbi Li" userId="0bfc1f20-ad18-41c1-94ba-2ea48e570b5e" providerId="ADAL" clId="{B74E85DE-A845-45DE-A392-DA02A617CA55}" dt="2022-05-03T01:28:46.622" v="96" actId="20577"/>
          <ac:spMkLst>
            <pc:docMk/>
            <pc:sldMk cId="1871451458" sldId="262"/>
            <ac:spMk id="3" creationId="{00000000-0000-0000-0000-000000000000}"/>
          </ac:spMkLst>
        </pc:spChg>
      </pc:sldChg>
      <pc:sldChg chg="addSp modSp mod modClrScheme chgLayout">
        <pc:chgData name="Mengbi Li" userId="0bfc1f20-ad18-41c1-94ba-2ea48e570b5e" providerId="ADAL" clId="{B74E85DE-A845-45DE-A392-DA02A617CA55}" dt="2022-05-03T02:13:23.578" v="643" actId="20577"/>
        <pc:sldMkLst>
          <pc:docMk/>
          <pc:sldMk cId="1545247273" sldId="265"/>
        </pc:sldMkLst>
        <pc:spChg chg="mod ord">
          <ac:chgData name="Mengbi Li" userId="0bfc1f20-ad18-41c1-94ba-2ea48e570b5e" providerId="ADAL" clId="{B74E85DE-A845-45DE-A392-DA02A617CA55}" dt="2022-05-03T02:06:33.262" v="173" actId="1076"/>
          <ac:spMkLst>
            <pc:docMk/>
            <pc:sldMk cId="1545247273" sldId="265"/>
            <ac:spMk id="2" creationId="{00000000-0000-0000-0000-000000000000}"/>
          </ac:spMkLst>
        </pc:spChg>
        <pc:spChg chg="add mod ord">
          <ac:chgData name="Mengbi Li" userId="0bfc1f20-ad18-41c1-94ba-2ea48e570b5e" providerId="ADAL" clId="{B74E85DE-A845-45DE-A392-DA02A617CA55}" dt="2022-05-03T02:13:23.578" v="643" actId="20577"/>
          <ac:spMkLst>
            <pc:docMk/>
            <pc:sldMk cId="1545247273" sldId="265"/>
            <ac:spMk id="3" creationId="{281C6671-E213-9A0D-71D1-72E11256DFD3}"/>
          </ac:spMkLst>
        </pc:spChg>
      </pc:sldChg>
      <pc:sldChg chg="new del">
        <pc:chgData name="Mengbi Li" userId="0bfc1f20-ad18-41c1-94ba-2ea48e570b5e" providerId="ADAL" clId="{B74E85DE-A845-45DE-A392-DA02A617CA55}" dt="2022-05-03T02:07:54.697" v="177" actId="47"/>
        <pc:sldMkLst>
          <pc:docMk/>
          <pc:sldMk cId="504881918" sldId="266"/>
        </pc:sldMkLst>
      </pc:sldChg>
      <pc:sldMasterChg chg="modSldLayout">
        <pc:chgData name="Mengbi Li" userId="0bfc1f20-ad18-41c1-94ba-2ea48e570b5e" providerId="ADAL" clId="{B74E85DE-A845-45DE-A392-DA02A617CA55}" dt="2022-05-03T02:07:41.404" v="176" actId="782"/>
        <pc:sldMasterMkLst>
          <pc:docMk/>
          <pc:sldMasterMk cId="1530610991" sldId="2147483697"/>
        </pc:sldMasterMkLst>
        <pc:sldLayoutChg chg="modSp mod">
          <pc:chgData name="Mengbi Li" userId="0bfc1f20-ad18-41c1-94ba-2ea48e570b5e" providerId="ADAL" clId="{B74E85DE-A845-45DE-A392-DA02A617CA55}" dt="2022-05-03T02:07:41.404" v="176" actId="782"/>
          <pc:sldLayoutMkLst>
            <pc:docMk/>
            <pc:sldMasterMk cId="1530610991" sldId="2147483697"/>
            <pc:sldLayoutMk cId="4085675693" sldId="2147483710"/>
          </pc:sldLayoutMkLst>
          <pc:spChg chg="mod">
            <ac:chgData name="Mengbi Li" userId="0bfc1f20-ad18-41c1-94ba-2ea48e570b5e" providerId="ADAL" clId="{B74E85DE-A845-45DE-A392-DA02A617CA55}" dt="2022-05-03T02:07:41.404" v="176" actId="782"/>
            <ac:spMkLst>
              <pc:docMk/>
              <pc:sldMasterMk cId="1530610991" sldId="2147483697"/>
              <pc:sldLayoutMk cId="4085675693" sldId="2147483710"/>
              <ac:spMk id="3" creationId="{00000000-0000-0000-0000-000000000000}"/>
            </ac:spMkLst>
          </pc:spChg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-3175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5760" y="0"/>
                </a:moveTo>
                <a:lnTo>
                  <a:pt x="0" y="0"/>
                </a:lnTo>
                <a:lnTo>
                  <a:pt x="0" y="3090"/>
                </a:lnTo>
                <a:lnTo>
                  <a:pt x="943" y="3090"/>
                </a:lnTo>
                <a:lnTo>
                  <a:pt x="1123" y="3270"/>
                </a:lnTo>
                <a:lnTo>
                  <a:pt x="1123" y="3270"/>
                </a:lnTo>
                <a:lnTo>
                  <a:pt x="1127" y="3272"/>
                </a:lnTo>
                <a:lnTo>
                  <a:pt x="1133" y="3275"/>
                </a:lnTo>
                <a:lnTo>
                  <a:pt x="1139" y="3278"/>
                </a:lnTo>
                <a:lnTo>
                  <a:pt x="1144" y="3278"/>
                </a:lnTo>
                <a:lnTo>
                  <a:pt x="1150" y="3278"/>
                </a:lnTo>
                <a:lnTo>
                  <a:pt x="1155" y="3275"/>
                </a:lnTo>
                <a:lnTo>
                  <a:pt x="1161" y="3272"/>
                </a:lnTo>
                <a:lnTo>
                  <a:pt x="1165" y="3270"/>
                </a:lnTo>
                <a:lnTo>
                  <a:pt x="1345" y="3090"/>
                </a:lnTo>
                <a:lnTo>
                  <a:pt x="5760" y="3090"/>
                </a:lnTo>
                <a:lnTo>
                  <a:pt x="5760" y="0"/>
                </a:lnTo>
                <a:close/>
              </a:path>
            </a:pathLst>
          </a:custGeom>
          <a:ln/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10001" y="1449147"/>
            <a:ext cx="10572000" cy="2971051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10001" y="5280847"/>
            <a:ext cx="10572000" cy="434974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3C028A-16FF-4F48-8AB0-5EF46FEA11EF}" type="datetimeFigureOut">
              <a:rPr lang="en-AU" smtClean="0"/>
              <a:t>3/05/2022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F52A57-D810-43ED-AA34-CAC2309CDAD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756128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8712" y="2222287"/>
            <a:ext cx="10554574" cy="363651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3C028A-16FF-4F48-8AB0-5EF46FEA11EF}" type="datetimeFigureOut">
              <a:rPr lang="en-AU" smtClean="0"/>
              <a:t>3/05/2022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F52A57-D810-43ED-AA34-CAC2309CDAD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653530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7"/>
          <p:cNvSpPr/>
          <p:nvPr/>
        </p:nvSpPr>
        <p:spPr bwMode="auto">
          <a:xfrm>
            <a:off x="0" y="1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0" y="0"/>
                </a:moveTo>
                <a:lnTo>
                  <a:pt x="5760" y="0"/>
                </a:lnTo>
                <a:lnTo>
                  <a:pt x="5760" y="3090"/>
                </a:lnTo>
                <a:lnTo>
                  <a:pt x="4817" y="3090"/>
                </a:lnTo>
                <a:lnTo>
                  <a:pt x="4637" y="3270"/>
                </a:lnTo>
                <a:lnTo>
                  <a:pt x="4637" y="3270"/>
                </a:lnTo>
                <a:lnTo>
                  <a:pt x="4633" y="3272"/>
                </a:lnTo>
                <a:lnTo>
                  <a:pt x="4627" y="3275"/>
                </a:lnTo>
                <a:lnTo>
                  <a:pt x="4621" y="3278"/>
                </a:lnTo>
                <a:lnTo>
                  <a:pt x="4616" y="3278"/>
                </a:lnTo>
                <a:lnTo>
                  <a:pt x="4610" y="3278"/>
                </a:lnTo>
                <a:lnTo>
                  <a:pt x="4605" y="3275"/>
                </a:lnTo>
                <a:lnTo>
                  <a:pt x="4599" y="3272"/>
                </a:lnTo>
                <a:lnTo>
                  <a:pt x="4595" y="3270"/>
                </a:lnTo>
                <a:lnTo>
                  <a:pt x="4415" y="3090"/>
                </a:lnTo>
                <a:lnTo>
                  <a:pt x="0" y="309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ln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2951396"/>
            <a:ext cx="10561418" cy="1468800"/>
          </a:xfrm>
        </p:spPr>
        <p:txBody>
          <a:bodyPr anchor="b"/>
          <a:lstStyle>
            <a:lvl1pPr algn="r">
              <a:defRPr sz="4800" b="1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5281201"/>
            <a:ext cx="10561418" cy="433955"/>
          </a:xfrm>
        </p:spPr>
        <p:txBody>
          <a:bodyPr anchor="t">
            <a:no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3C028A-16FF-4F48-8AB0-5EF46FEA11EF}" type="datetimeFigureOut">
              <a:rPr lang="en-AU" smtClean="0"/>
              <a:t>3/05/2022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F52A57-D810-43ED-AA34-CAC2309CDAD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402096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8712" y="2222287"/>
            <a:ext cx="5185873" cy="3638763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7415" y="2222287"/>
            <a:ext cx="5194583" cy="3638764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3C028A-16FF-4F48-8AB0-5EF46FEA11EF}" type="datetimeFigureOut">
              <a:rPr lang="en-AU" smtClean="0"/>
              <a:t>3/05/2022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F52A57-D810-43ED-AA34-CAC2309CDAD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354464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4728" y="2174875"/>
            <a:ext cx="5189857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14729" y="2751138"/>
            <a:ext cx="5189856" cy="3109913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7415" y="2174875"/>
            <a:ext cx="5194583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7415" y="2751138"/>
            <a:ext cx="5194583" cy="3109913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3C028A-16FF-4F48-8AB0-5EF46FEA11EF}" type="datetimeFigureOut">
              <a:rPr lang="en-AU" smtClean="0"/>
              <a:t>3/05/2022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F52A57-D810-43ED-AA34-CAC2309CDAD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85824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3C028A-16FF-4F48-8AB0-5EF46FEA11EF}" type="datetimeFigureOut">
              <a:rPr lang="en-AU" smtClean="0"/>
              <a:t>3/05/2022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F52A57-D810-43ED-AA34-CAC2309CDAD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012740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3C028A-16FF-4F48-8AB0-5EF46FEA11EF}" type="datetimeFigureOut">
              <a:rPr lang="en-AU" smtClean="0"/>
              <a:t>3/05/2022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F52A57-D810-43ED-AA34-CAC2309CDAD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632401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1073151" y="446087"/>
            <a:ext cx="3547533" cy="1814651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3151" y="446088"/>
            <a:ext cx="3547533" cy="1618396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446088"/>
            <a:ext cx="6252633" cy="5414963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73151" y="2260738"/>
            <a:ext cx="3547533" cy="360031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3C028A-16FF-4F48-8AB0-5EF46FEA11EF}" type="datetimeFigureOut">
              <a:rPr lang="en-AU" smtClean="0"/>
              <a:t>3/05/2022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F52A57-D810-43ED-AA34-CAC2309CDAD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304715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4728" y="727522"/>
            <a:ext cx="4852988" cy="1617163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Picture Placeholder 11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6098117" y="0"/>
            <a:ext cx="6093883" cy="6858000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noFill/>
          <a:ln w="9525">
            <a:solidFill>
              <a:schemeClr val="tx2"/>
            </a:solidFill>
            <a:round/>
            <a:headEnd/>
            <a:tailEnd/>
          </a:ln>
          <a:effectLst/>
        </p:spPr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algn="ctr">
              <a:buFontTx/>
              <a:buNone/>
              <a:defRPr sz="1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4728" y="2344684"/>
            <a:ext cx="4852988" cy="3516365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885810" y="6041362"/>
            <a:ext cx="976879" cy="365125"/>
          </a:xfrm>
        </p:spPr>
        <p:txBody>
          <a:bodyPr/>
          <a:lstStyle/>
          <a:p>
            <a:fld id="{DD3C028A-16FF-4F48-8AB0-5EF46FEA11EF}" type="datetimeFigureOut">
              <a:rPr lang="en-AU" smtClean="0"/>
              <a:t>3/05/2022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0396" y="6041362"/>
            <a:ext cx="3295413" cy="365125"/>
          </a:xfrm>
        </p:spPr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862689" y="5915888"/>
            <a:ext cx="1062155" cy="490599"/>
          </a:xfrm>
        </p:spPr>
        <p:txBody>
          <a:bodyPr/>
          <a:lstStyle/>
          <a:p>
            <a:fld id="{FFF52A57-D810-43ED-AA34-CAC2309CDAD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29366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4800600"/>
            <a:ext cx="10561418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Picture Placeholder 14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0" y="0"/>
            <a:ext cx="12192000" cy="4800600"/>
          </a:xfrm>
          <a:custGeom>
            <a:avLst/>
            <a:gdLst/>
            <a:ahLst/>
            <a:cxnLst/>
            <a:rect l="0" t="0" r="r" b="b"/>
            <a:pathLst>
              <a:path w="5760" h="3289">
                <a:moveTo>
                  <a:pt x="5760" y="0"/>
                </a:moveTo>
                <a:lnTo>
                  <a:pt x="0" y="0"/>
                </a:lnTo>
                <a:lnTo>
                  <a:pt x="0" y="3100"/>
                </a:lnTo>
                <a:lnTo>
                  <a:pt x="943" y="3100"/>
                </a:lnTo>
                <a:lnTo>
                  <a:pt x="1123" y="3281"/>
                </a:lnTo>
                <a:lnTo>
                  <a:pt x="1123" y="3281"/>
                </a:lnTo>
                <a:lnTo>
                  <a:pt x="1127" y="3283"/>
                </a:lnTo>
                <a:lnTo>
                  <a:pt x="1133" y="3286"/>
                </a:lnTo>
                <a:lnTo>
                  <a:pt x="1139" y="3289"/>
                </a:lnTo>
                <a:lnTo>
                  <a:pt x="1144" y="3289"/>
                </a:lnTo>
                <a:lnTo>
                  <a:pt x="1150" y="3289"/>
                </a:lnTo>
                <a:lnTo>
                  <a:pt x="1155" y="3286"/>
                </a:lnTo>
                <a:lnTo>
                  <a:pt x="1161" y="3283"/>
                </a:lnTo>
                <a:lnTo>
                  <a:pt x="1165" y="3281"/>
                </a:lnTo>
                <a:lnTo>
                  <a:pt x="1345" y="3100"/>
                </a:lnTo>
                <a:lnTo>
                  <a:pt x="5760" y="3100"/>
                </a:lnTo>
                <a:lnTo>
                  <a:pt x="5760" y="0"/>
                </a:lnTo>
                <a:close/>
              </a:path>
            </a:pathLst>
          </a:custGeom>
          <a:noFill/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marL="0" indent="0" algn="ctr">
              <a:buFontTx/>
              <a:buNone/>
              <a:defRPr sz="16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0000" y="5367338"/>
            <a:ext cx="10561418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3C028A-16FF-4F48-8AB0-5EF46FEA11EF}" type="datetimeFigureOut">
              <a:rPr lang="en-AU" smtClean="0"/>
              <a:t>3/05/2022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F52A57-D810-43ED-AA34-CAC2309CDAD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100404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>
            <a:spLocks noChangeAspect="1"/>
          </p:cNvSpPr>
          <p:nvPr/>
        </p:nvSpPr>
        <p:spPr bwMode="auto">
          <a:xfrm>
            <a:off x="631697" y="1081456"/>
            <a:ext cx="6332416" cy="3239188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0985" y="1238502"/>
            <a:ext cx="5893840" cy="2645912"/>
          </a:xfrm>
        </p:spPr>
        <p:txBody>
          <a:bodyPr anchor="b"/>
          <a:lstStyle>
            <a:lvl1pPr algn="l">
              <a:defRPr sz="4200" b="1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3190" y="4443680"/>
            <a:ext cx="5891636" cy="713241"/>
          </a:xfrm>
        </p:spPr>
        <p:txBody>
          <a:bodyPr anchor="t">
            <a:no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7574642" y="1081456"/>
            <a:ext cx="3810001" cy="4075465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3C028A-16FF-4F48-8AB0-5EF46FEA11EF}" type="datetimeFigureOut">
              <a:rPr lang="en-AU" smtClean="0"/>
              <a:t>3/05/2022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F52A57-D810-43ED-AA34-CAC2309CDAD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2960752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6"/>
          <p:cNvSpPr>
            <a:spLocks noChangeAspect="1"/>
          </p:cNvSpPr>
          <p:nvPr/>
        </p:nvSpPr>
        <p:spPr bwMode="auto">
          <a:xfrm>
            <a:off x="1140884" y="2286585"/>
            <a:ext cx="4895115" cy="2503972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8" name="Title 1"/>
          <p:cNvSpPr>
            <a:spLocks noGrp="1"/>
          </p:cNvSpPr>
          <p:nvPr>
            <p:ph type="title"/>
          </p:nvPr>
        </p:nvSpPr>
        <p:spPr>
          <a:xfrm>
            <a:off x="1357089" y="2435957"/>
            <a:ext cx="4382521" cy="2007789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6156000" y="2286000"/>
            <a:ext cx="4880300" cy="2295525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3C028A-16FF-4F48-8AB0-5EF46FEA11EF}" type="datetimeFigureOut">
              <a:rPr lang="en-AU" smtClean="0"/>
              <a:t>3/05/2022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F52A57-D810-43ED-AA34-CAC2309CDAD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4747141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horz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3C028A-16FF-4F48-8AB0-5EF46FEA11EF}" type="datetimeFigureOut">
              <a:rPr lang="en-AU" smtClean="0"/>
              <a:t>3/05/2022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F52A57-D810-43ED-AA34-CAC2309CDAD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8567569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7669651" y="446089"/>
            <a:ext cx="4522349" cy="5414962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183540" y="586171"/>
            <a:ext cx="2494791" cy="51347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0001" y="446089"/>
            <a:ext cx="6611540" cy="5414962"/>
          </a:xfrm>
        </p:spPr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3C028A-16FF-4F48-8AB0-5EF46FEA11EF}" type="datetimeFigureOut">
              <a:rPr lang="en-AU" smtClean="0"/>
              <a:t>3/05/2022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F52A57-D810-43ED-AA34-CAC2309CDAD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1500361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1_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2367093"/>
            <a:ext cx="10364452" cy="3424107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3C028A-16FF-4F48-8AB0-5EF46FEA11EF}" type="datetimeFigureOut">
              <a:rPr lang="en-AU" smtClean="0"/>
              <a:t>3/05/2022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F52A57-D810-43ED-AA34-CAC2309CDAD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350966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effectLst>
            <a:outerShdw blurRad="50800" dir="14400000">
              <a:srgbClr val="000000">
                <a:alpha val="60000"/>
              </a:srgbClr>
            </a:outerShdw>
          </a:effectLst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2184401"/>
            <a:ext cx="10563285" cy="3674397"/>
          </a:xfrm>
          <a:prstGeom prst="rect">
            <a:avLst/>
          </a:prstGeom>
          <a:effectLst>
            <a:outerShdw blurRad="50800" dir="14400000">
              <a:srgbClr val="000000">
                <a:alpha val="40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DD3C028A-16FF-4F48-8AB0-5EF46FEA11EF}" type="datetimeFigureOut">
              <a:rPr lang="en-AU" smtClean="0"/>
              <a:t>3/05/2022</a:t>
            </a:fld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</p:spPr>
        <p:txBody>
          <a:bodyPr vert="horz" lIns="91440" tIns="45720" rIns="91440" bIns="10800" rtlCol="0" anchor="b"/>
          <a:lstStyle>
            <a:lvl1pPr algn="r">
              <a:defRPr sz="2000">
                <a:solidFill>
                  <a:schemeClr val="accent1"/>
                </a:solidFill>
              </a:defRPr>
            </a:lvl1pPr>
          </a:lstStyle>
          <a:p>
            <a:fld id="{FFF52A57-D810-43ED-AA34-CAC2309CDAD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3061099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8" r:id="rId1"/>
    <p:sldLayoutId id="2147483699" r:id="rId2"/>
    <p:sldLayoutId id="2147483700" r:id="rId3"/>
    <p:sldLayoutId id="2147483701" r:id="rId4"/>
    <p:sldLayoutId id="2147483702" r:id="rId5"/>
    <p:sldLayoutId id="2147483703" r:id="rId6"/>
    <p:sldLayoutId id="2147483704" r:id="rId7"/>
    <p:sldLayoutId id="2147483705" r:id="rId8"/>
    <p:sldLayoutId id="2147483706" r:id="rId9"/>
    <p:sldLayoutId id="2147483707" r:id="rId10"/>
    <p:sldLayoutId id="2147483708" r:id="rId11"/>
    <p:sldLayoutId id="2147483709" r:id="rId12"/>
    <p:sldLayoutId id="2147483710" r:id="rId13"/>
    <p:sldLayoutId id="2147483711" r:id="rId14"/>
    <p:sldLayoutId id="2147483712" r:id="rId15"/>
  </p:sldLayoutIdLst>
  <p:txStyles>
    <p:titleStyle>
      <a:lvl1pPr algn="l" defTabSz="457200" rtl="0" eaLnBrk="1" latinLnBrk="0" hangingPunct="1">
        <a:spcBef>
          <a:spcPct val="0"/>
        </a:spcBef>
        <a:buNone/>
        <a:defRPr sz="4000" b="1" kern="1200">
          <a:solidFill>
            <a:srgbClr val="FEFEFE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4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36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Vertical Text Placeholder 4"/>
          <p:cNvSpPr>
            <a:spLocks noGrp="1"/>
          </p:cNvSpPr>
          <p:nvPr>
            <p:ph idx="1"/>
          </p:nvPr>
        </p:nvSpPr>
        <p:spPr/>
        <p:txBody>
          <a:bodyPr vert="horz"/>
          <a:lstStyle/>
          <a:p>
            <a:r>
              <a:rPr lang="en-AU" cap="none" dirty="0"/>
              <a:t>The title of the building:</a:t>
            </a:r>
          </a:p>
          <a:p>
            <a:r>
              <a:rPr lang="en-AU" cap="none" dirty="0"/>
              <a:t>Architect(s):</a:t>
            </a:r>
          </a:p>
          <a:p>
            <a:r>
              <a:rPr lang="en-AU" cap="none" dirty="0"/>
              <a:t>Location:</a:t>
            </a:r>
          </a:p>
          <a:p>
            <a:r>
              <a:rPr lang="en-AU" cap="none" dirty="0"/>
              <a:t>Image(s):</a:t>
            </a:r>
          </a:p>
          <a:p>
            <a:endParaRPr lang="en-AU" dirty="0"/>
          </a:p>
        </p:txBody>
      </p:sp>
      <p:sp>
        <p:nvSpPr>
          <p:cNvPr id="6" name="TextBox 5"/>
          <p:cNvSpPr txBox="1"/>
          <p:nvPr/>
        </p:nvSpPr>
        <p:spPr>
          <a:xfrm>
            <a:off x="814810" y="6264998"/>
            <a:ext cx="86188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Group members:</a:t>
            </a:r>
          </a:p>
        </p:txBody>
      </p:sp>
    </p:spTree>
    <p:extLst>
      <p:ext uri="{BB962C8B-B14F-4D97-AF65-F5344CB8AC3E}">
        <p14:creationId xmlns:p14="http://schemas.microsoft.com/office/powerpoint/2010/main" val="13557614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904388"/>
            <a:ext cx="10571998" cy="970450"/>
          </a:xfrm>
        </p:spPr>
        <p:txBody>
          <a:bodyPr/>
          <a:lstStyle/>
          <a:p>
            <a:r>
              <a:rPr lang="en-US" altLang="zh-CN" dirty="0"/>
              <a:t>This guide provides aspects</a:t>
            </a:r>
            <a:r>
              <a:rPr lang="en-US" dirty="0"/>
              <a:t> that can be considered to investigate, but not limited.</a:t>
            </a:r>
            <a:br>
              <a:rPr lang="en-AU" dirty="0"/>
            </a:br>
            <a:endParaRPr lang="en-AU" dirty="0"/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81C6671-E213-9A0D-71D1-72E11256DF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horz"/>
          <a:lstStyle/>
          <a:p>
            <a:r>
              <a:rPr lang="en-US" altLang="zh-CN" dirty="0"/>
              <a:t>You are encouraged to focus on one challenge/constraint was faced in your selected building design project. Through your investigation, a clear analysis of how this challenge/constraint was addressed (you can provide critical analyses and </a:t>
            </a:r>
            <a:r>
              <a:rPr lang="en-US" altLang="zh-CN"/>
              <a:t>comments).</a:t>
            </a:r>
            <a:endParaRPr lang="en-US" altLang="zh-CN" dirty="0"/>
          </a:p>
          <a:p>
            <a:r>
              <a:rPr lang="en-US" altLang="zh-CN" dirty="0"/>
              <a:t>Please pay a special attention on how an effective communication assist in the process.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452472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Design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sz="quarter" idx="13"/>
          </p:nvPr>
        </p:nvSpPr>
        <p:spPr/>
        <p:txBody>
          <a:bodyPr vert="horz"/>
          <a:lstStyle/>
          <a:p>
            <a:r>
              <a:rPr lang="en-US" dirty="0"/>
              <a:t>Inspiration</a:t>
            </a:r>
          </a:p>
          <a:p>
            <a:r>
              <a:rPr lang="en-US" altLang="zh-CN" dirty="0"/>
              <a:t>Constraints and challenges</a:t>
            </a:r>
            <a:endParaRPr lang="en-AU" dirty="0"/>
          </a:p>
          <a:p>
            <a:r>
              <a:rPr lang="en-US" dirty="0"/>
              <a:t>Design concept</a:t>
            </a:r>
          </a:p>
          <a:p>
            <a:r>
              <a:rPr lang="en-AU" dirty="0"/>
              <a:t>Rationale</a:t>
            </a:r>
          </a:p>
          <a:p>
            <a:r>
              <a:rPr lang="en-US" dirty="0"/>
              <a:t>Design highlights</a:t>
            </a:r>
          </a:p>
          <a:p>
            <a:r>
              <a:rPr lang="en-US" dirty="0"/>
              <a:t>Vision and objectives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1053089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Architect and legacy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sz="quarter" idx="13"/>
          </p:nvPr>
        </p:nvSpPr>
        <p:spPr/>
        <p:txBody>
          <a:bodyPr vert="horz"/>
          <a:lstStyle/>
          <a:p>
            <a:r>
              <a:rPr lang="en-US" dirty="0"/>
              <a:t>Other related works by the architect(s)</a:t>
            </a:r>
          </a:p>
          <a:p>
            <a:r>
              <a:rPr lang="en-US" dirty="0"/>
              <a:t>Education background and early influence</a:t>
            </a:r>
          </a:p>
          <a:p>
            <a:r>
              <a:rPr lang="en-US" dirty="0"/>
              <a:t>The formation of the focused building</a:t>
            </a:r>
          </a:p>
          <a:p>
            <a:r>
              <a:rPr lang="en-US" dirty="0"/>
              <a:t>Client and other stake holders</a:t>
            </a:r>
          </a:p>
          <a:p>
            <a:r>
              <a:rPr lang="en-US" dirty="0"/>
              <a:t>How the message was communicated between stake holders</a:t>
            </a:r>
          </a:p>
          <a:p>
            <a:r>
              <a:rPr lang="en-US" dirty="0"/>
              <a:t>The impact of the design</a:t>
            </a:r>
          </a:p>
          <a:p>
            <a:r>
              <a:rPr lang="en-US" dirty="0"/>
              <a:t>Comments and discussion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8714514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Formal analysis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sz="quarter" idx="13"/>
          </p:nvPr>
        </p:nvSpPr>
        <p:spPr/>
        <p:txBody>
          <a:bodyPr vert="horz"/>
          <a:lstStyle/>
          <a:p>
            <a:r>
              <a:rPr lang="en-US" dirty="0"/>
              <a:t>Elements and components</a:t>
            </a:r>
          </a:p>
          <a:p>
            <a:r>
              <a:rPr lang="en-US" dirty="0"/>
              <a:t>Experiential sensations (Light, view, touch, sound, smell)</a:t>
            </a:r>
          </a:p>
          <a:p>
            <a:r>
              <a:rPr lang="en-US" dirty="0"/>
              <a:t>Movement and circulation</a:t>
            </a:r>
          </a:p>
          <a:p>
            <a:r>
              <a:rPr lang="en-US" dirty="0"/>
              <a:t>Principles</a:t>
            </a:r>
          </a:p>
          <a:p>
            <a:r>
              <a:rPr lang="en-US" dirty="0"/>
              <a:t>Enclosure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4833889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Environment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sz="quarter" idx="13"/>
          </p:nvPr>
        </p:nvSpPr>
        <p:spPr/>
        <p:txBody>
          <a:bodyPr vert="horz"/>
          <a:lstStyle/>
          <a:p>
            <a:r>
              <a:rPr lang="en-US" dirty="0"/>
              <a:t>Lessons learnt from the traditional building</a:t>
            </a:r>
          </a:p>
          <a:p>
            <a:r>
              <a:rPr lang="en-US" dirty="0"/>
              <a:t>Climate (Sun, shadow, temperature, wind, precipitation (rain, snow))</a:t>
            </a:r>
          </a:p>
          <a:p>
            <a:pPr fontAlgn="base"/>
            <a:r>
              <a:rPr lang="en-US" dirty="0"/>
              <a:t>Geography (Natural features, topography, vegetation, soils, water)</a:t>
            </a:r>
          </a:p>
          <a:p>
            <a:pPr fontAlgn="base"/>
            <a:r>
              <a:rPr lang="en-US" dirty="0"/>
              <a:t>Mega environment (The larger landscape beyond the site and into the city, urban or rural surrounds)</a:t>
            </a:r>
          </a:p>
          <a:p>
            <a:pPr fontAlgn="base"/>
            <a:r>
              <a:rPr lang="en-US" dirty="0"/>
              <a:t>Macro  environment (The site and immediate or adjacent surrounds)</a:t>
            </a:r>
          </a:p>
          <a:p>
            <a:pPr fontAlgn="base"/>
            <a:r>
              <a:rPr lang="en-US" dirty="0"/>
              <a:t>Micro  environment (The detailed elements, character and qualities within the site)</a:t>
            </a:r>
          </a:p>
          <a:p>
            <a:pPr fontAlgn="base"/>
            <a:endParaRPr lang="en-US" dirty="0"/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2219223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Context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sz="quarter" idx="13"/>
          </p:nvPr>
        </p:nvSpPr>
        <p:spPr/>
        <p:txBody>
          <a:bodyPr vert="horz">
            <a:normAutofit fontScale="92500" lnSpcReduction="10000"/>
          </a:bodyPr>
          <a:lstStyle/>
          <a:p>
            <a:r>
              <a:rPr lang="en-US" dirty="0"/>
              <a:t>Location </a:t>
            </a:r>
          </a:p>
          <a:p>
            <a:r>
              <a:rPr lang="en-US" dirty="0"/>
              <a:t>Size of the site</a:t>
            </a:r>
          </a:p>
          <a:p>
            <a:r>
              <a:rPr lang="en-US" dirty="0"/>
              <a:t>Accessibility</a:t>
            </a:r>
          </a:p>
          <a:p>
            <a:r>
              <a:rPr lang="en-US" dirty="0"/>
              <a:t>Natural environment</a:t>
            </a:r>
          </a:p>
          <a:p>
            <a:r>
              <a:rPr lang="en-US" dirty="0"/>
              <a:t>Cultural and historical context</a:t>
            </a:r>
          </a:p>
          <a:p>
            <a:r>
              <a:rPr lang="en-AU" dirty="0"/>
              <a:t>Orientation</a:t>
            </a:r>
          </a:p>
          <a:p>
            <a:r>
              <a:rPr lang="en-US"/>
              <a:t>neighborhoods</a:t>
            </a:r>
            <a:endParaRPr lang="en-AU" dirty="0"/>
          </a:p>
          <a:p>
            <a:r>
              <a:rPr lang="en-US" dirty="0"/>
              <a:t>Site design</a:t>
            </a:r>
          </a:p>
          <a:p>
            <a:r>
              <a:rPr lang="en-US" dirty="0"/>
              <a:t>Landscape</a:t>
            </a:r>
            <a:endParaRPr lang="en-AU" dirty="0"/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2395585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Construction technologies and materials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sz="quarter" idx="13"/>
          </p:nvPr>
        </p:nvSpPr>
        <p:spPr/>
        <p:txBody>
          <a:bodyPr vert="horz"/>
          <a:lstStyle/>
          <a:p>
            <a:r>
              <a:rPr lang="en-US" dirty="0"/>
              <a:t>Materials selection and rationale</a:t>
            </a:r>
          </a:p>
          <a:p>
            <a:r>
              <a:rPr lang="en-US" dirty="0"/>
              <a:t>Technologies used in the region</a:t>
            </a:r>
          </a:p>
          <a:p>
            <a:r>
              <a:rPr lang="en-US" dirty="0"/>
              <a:t>Clash detection and avoidance</a:t>
            </a:r>
          </a:p>
          <a:p>
            <a:r>
              <a:rPr lang="en-US" dirty="0"/>
              <a:t>Budget and cost</a:t>
            </a:r>
          </a:p>
          <a:p>
            <a:r>
              <a:rPr lang="en-US" dirty="0"/>
              <a:t>maintenance</a:t>
            </a:r>
            <a:endParaRPr lang="en-AU" dirty="0"/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81667572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Quotable">
  <a:themeElements>
    <a:clrScheme name="Quotable">
      <a:dk1>
        <a:sysClr val="windowText" lastClr="000000"/>
      </a:dk1>
      <a:lt1>
        <a:sysClr val="window" lastClr="FFFFFF"/>
      </a:lt1>
      <a:dk2>
        <a:srgbClr val="212121"/>
      </a:dk2>
      <a:lt2>
        <a:srgbClr val="636363"/>
      </a:lt2>
      <a:accent1>
        <a:srgbClr val="00C6BB"/>
      </a:accent1>
      <a:accent2>
        <a:srgbClr val="6FEBA0"/>
      </a:accent2>
      <a:accent3>
        <a:srgbClr val="B6DF5E"/>
      </a:accent3>
      <a:accent4>
        <a:srgbClr val="EFB251"/>
      </a:accent4>
      <a:accent5>
        <a:srgbClr val="EF755F"/>
      </a:accent5>
      <a:accent6>
        <a:srgbClr val="ED515C"/>
      </a:accent6>
      <a:hlink>
        <a:srgbClr val="8F8F8F"/>
      </a:hlink>
      <a:folHlink>
        <a:srgbClr val="A5A5A5"/>
      </a:folHlink>
    </a:clrScheme>
    <a:fontScheme name="Quotable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Quotable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lumMod val="105000"/>
              </a:schemeClr>
            </a:gs>
            <a:gs pos="100000">
              <a:schemeClr val="phClr">
                <a:tint val="9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8000"/>
                <a:lumMod val="102000"/>
              </a:schemeClr>
              <a:schemeClr val="phClr">
                <a:shade val="98000"/>
                <a:lumMod val="98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innerShdw blurRad="63500" dist="25400" dir="13500000">
              <a:srgbClr val="000000">
                <a:alpha val="75000"/>
              </a:srgbClr>
            </a:inn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</a:schemeClr>
            </a:gs>
            <a:gs pos="100000">
              <a:schemeClr val="phClr">
                <a:tint val="84000"/>
                <a:shade val="84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90000"/>
                <a:satMod val="120000"/>
                <a:lumMod val="90000"/>
              </a:schemeClr>
            </a:gs>
            <a:gs pos="100000">
              <a:schemeClr val="phClr"/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Quotable" id="{39EC5628-30ED-4578-ACD8-9820EDB8E15A}" vid="{6F3559E9-1A4C-49D8-94D4-F41003531C4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TM03457503[[fn=Quotable]]</Template>
  <TotalTime>399</TotalTime>
  <Words>292</Words>
  <Application>Microsoft Office PowerPoint</Application>
  <PresentationFormat>宽屏</PresentationFormat>
  <Paragraphs>52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1" baseType="lpstr">
      <vt:lpstr>Century Gothic</vt:lpstr>
      <vt:lpstr>Wingdings 2</vt:lpstr>
      <vt:lpstr>Quotable</vt:lpstr>
      <vt:lpstr>PowerPoint 演示文稿</vt:lpstr>
      <vt:lpstr>This guide provides aspects that can be considered to investigate, but not limited. </vt:lpstr>
      <vt:lpstr>Design</vt:lpstr>
      <vt:lpstr>Architect and legacy</vt:lpstr>
      <vt:lpstr>Formal analysis</vt:lpstr>
      <vt:lpstr>Environment</vt:lpstr>
      <vt:lpstr>Context</vt:lpstr>
      <vt:lpstr>Construction technologies and materials</vt:lpstr>
    </vt:vector>
  </TitlesOfParts>
  <Company>Victoria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Mengbi Li</dc:creator>
  <cp:lastModifiedBy>Mengbi Li</cp:lastModifiedBy>
  <cp:revision>28</cp:revision>
  <dcterms:created xsi:type="dcterms:W3CDTF">2022-03-22T00:17:18Z</dcterms:created>
  <dcterms:modified xsi:type="dcterms:W3CDTF">2022-05-03T02:13:24Z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7dc88d9-fa17-47eb-a208-3e66f59d50e5_Enabled">
    <vt:lpwstr>true</vt:lpwstr>
  </property>
  <property fmtid="{D5CDD505-2E9C-101B-9397-08002B2CF9AE}" pid="3" name="MSIP_Label_d7dc88d9-fa17-47eb-a208-3e66f59d50e5_SetDate">
    <vt:lpwstr>2022-03-22T00:17:18Z</vt:lpwstr>
  </property>
  <property fmtid="{D5CDD505-2E9C-101B-9397-08002B2CF9AE}" pid="4" name="MSIP_Label_d7dc88d9-fa17-47eb-a208-3e66f59d50e5_Method">
    <vt:lpwstr>Standard</vt:lpwstr>
  </property>
  <property fmtid="{D5CDD505-2E9C-101B-9397-08002B2CF9AE}" pid="5" name="MSIP_Label_d7dc88d9-fa17-47eb-a208-3e66f59d50e5_Name">
    <vt:lpwstr>Internal</vt:lpwstr>
  </property>
  <property fmtid="{D5CDD505-2E9C-101B-9397-08002B2CF9AE}" pid="6" name="MSIP_Label_d7dc88d9-fa17-47eb-a208-3e66f59d50e5_SiteId">
    <vt:lpwstr>d51ba343-9258-4ea6-9907-426d8c84ec12</vt:lpwstr>
  </property>
  <property fmtid="{D5CDD505-2E9C-101B-9397-08002B2CF9AE}" pid="7" name="MSIP_Label_d7dc88d9-fa17-47eb-a208-3e66f59d50e5_ActionId">
    <vt:lpwstr>756a0b64-6414-480f-a016-0da52ca7b319</vt:lpwstr>
  </property>
  <property fmtid="{D5CDD505-2E9C-101B-9397-08002B2CF9AE}" pid="8" name="MSIP_Label_d7dc88d9-fa17-47eb-a208-3e66f59d50e5_ContentBits">
    <vt:lpwstr>0</vt:lpwstr>
  </property>
</Properties>
</file>