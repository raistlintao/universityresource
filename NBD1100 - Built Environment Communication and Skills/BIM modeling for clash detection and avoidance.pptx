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303" r:id="rId2"/>
    <p:sldId id="304" r:id="rId3"/>
    <p:sldId id="307" r:id="rId4"/>
    <p:sldId id="305" r:id="rId5"/>
    <p:sldId id="308" r:id="rId6"/>
    <p:sldId id="309" r:id="rId7"/>
    <p:sldId id="310" r:id="rId8"/>
    <p:sldId id="311" r:id="rId9"/>
    <p:sldId id="312" r:id="rId10"/>
    <p:sldId id="313" r:id="rId11"/>
    <p:sldId id="314" r:id="rId12"/>
    <p:sldId id="317" r:id="rId13"/>
    <p:sldId id="318" r:id="rId14"/>
    <p:sldId id="319" r:id="rId15"/>
  </p:sldIdLst>
  <p:sldSz cx="9144000" cy="6858000" type="screen4x3"/>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0000"/>
    <a:srgbClr val="F48C02"/>
    <a:srgbClr val="00B050"/>
    <a:srgbClr val="4F81BD"/>
    <a:srgbClr val="000000"/>
    <a:srgbClr val="E8F3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4" autoAdjust="0"/>
    <p:restoredTop sz="52920" autoAdjust="0"/>
  </p:normalViewPr>
  <p:slideViewPr>
    <p:cSldViewPr>
      <p:cViewPr varScale="1">
        <p:scale>
          <a:sx n="60" d="100"/>
          <a:sy n="60" d="100"/>
        </p:scale>
        <p:origin x="3228" y="60"/>
      </p:cViewPr>
      <p:guideLst>
        <p:guide orient="horz" pos="2160"/>
        <p:guide pos="2880"/>
      </p:guideLst>
    </p:cSldViewPr>
  </p:slideViewPr>
  <p:notesTextViewPr>
    <p:cViewPr>
      <p:scale>
        <a:sx n="1" d="1"/>
        <a:sy n="1" d="1"/>
      </p:scale>
      <p:origin x="0" y="0"/>
    </p:cViewPr>
  </p:notesTextViewPr>
  <p:notesViewPr>
    <p:cSldViewPr>
      <p:cViewPr varScale="1">
        <p:scale>
          <a:sx n="84" d="100"/>
          <a:sy n="84" d="100"/>
        </p:scale>
        <p:origin x="319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bi Li" userId="0bfc1f20-ad18-41c1-94ba-2ea48e570b5e" providerId="ADAL" clId="{274552A7-0309-4361-9D55-28F6BC0DBE16}"/>
    <pc:docChg chg="custSel addSld delSld modSld">
      <pc:chgData name="Mengbi Li" userId="0bfc1f20-ad18-41c1-94ba-2ea48e570b5e" providerId="ADAL" clId="{274552A7-0309-4361-9D55-28F6BC0DBE16}" dt="2022-05-04T00:31:49.437" v="41" actId="47"/>
      <pc:docMkLst>
        <pc:docMk/>
      </pc:docMkLst>
      <pc:sldChg chg="del">
        <pc:chgData name="Mengbi Li" userId="0bfc1f20-ad18-41c1-94ba-2ea48e570b5e" providerId="ADAL" clId="{274552A7-0309-4361-9D55-28F6BC0DBE16}" dt="2022-05-04T00:31:49.437" v="41" actId="47"/>
        <pc:sldMkLst>
          <pc:docMk/>
          <pc:sldMk cId="1505523928" sldId="257"/>
        </pc:sldMkLst>
      </pc:sldChg>
      <pc:sldChg chg="del">
        <pc:chgData name="Mengbi Li" userId="0bfc1f20-ad18-41c1-94ba-2ea48e570b5e" providerId="ADAL" clId="{274552A7-0309-4361-9D55-28F6BC0DBE16}" dt="2022-05-04T00:31:49.437" v="41" actId="47"/>
        <pc:sldMkLst>
          <pc:docMk/>
          <pc:sldMk cId="2127224468" sldId="258"/>
        </pc:sldMkLst>
      </pc:sldChg>
      <pc:sldChg chg="del">
        <pc:chgData name="Mengbi Li" userId="0bfc1f20-ad18-41c1-94ba-2ea48e570b5e" providerId="ADAL" clId="{274552A7-0309-4361-9D55-28F6BC0DBE16}" dt="2022-05-04T00:31:49.437" v="41" actId="47"/>
        <pc:sldMkLst>
          <pc:docMk/>
          <pc:sldMk cId="3867239801" sldId="259"/>
        </pc:sldMkLst>
      </pc:sldChg>
      <pc:sldChg chg="del">
        <pc:chgData name="Mengbi Li" userId="0bfc1f20-ad18-41c1-94ba-2ea48e570b5e" providerId="ADAL" clId="{274552A7-0309-4361-9D55-28F6BC0DBE16}" dt="2022-05-04T00:31:49.437" v="41" actId="47"/>
        <pc:sldMkLst>
          <pc:docMk/>
          <pc:sldMk cId="3217166474" sldId="260"/>
        </pc:sldMkLst>
      </pc:sldChg>
      <pc:sldChg chg="del">
        <pc:chgData name="Mengbi Li" userId="0bfc1f20-ad18-41c1-94ba-2ea48e570b5e" providerId="ADAL" clId="{274552A7-0309-4361-9D55-28F6BC0DBE16}" dt="2022-05-04T00:31:49.437" v="41" actId="47"/>
        <pc:sldMkLst>
          <pc:docMk/>
          <pc:sldMk cId="3470939801" sldId="262"/>
        </pc:sldMkLst>
      </pc:sldChg>
      <pc:sldChg chg="del">
        <pc:chgData name="Mengbi Li" userId="0bfc1f20-ad18-41c1-94ba-2ea48e570b5e" providerId="ADAL" clId="{274552A7-0309-4361-9D55-28F6BC0DBE16}" dt="2022-05-04T00:31:49.437" v="41" actId="47"/>
        <pc:sldMkLst>
          <pc:docMk/>
          <pc:sldMk cId="2205060900" sldId="263"/>
        </pc:sldMkLst>
      </pc:sldChg>
      <pc:sldChg chg="del">
        <pc:chgData name="Mengbi Li" userId="0bfc1f20-ad18-41c1-94ba-2ea48e570b5e" providerId="ADAL" clId="{274552A7-0309-4361-9D55-28F6BC0DBE16}" dt="2022-05-04T00:31:49.437" v="41" actId="47"/>
        <pc:sldMkLst>
          <pc:docMk/>
          <pc:sldMk cId="1318748990" sldId="264"/>
        </pc:sldMkLst>
      </pc:sldChg>
      <pc:sldChg chg="del">
        <pc:chgData name="Mengbi Li" userId="0bfc1f20-ad18-41c1-94ba-2ea48e570b5e" providerId="ADAL" clId="{274552A7-0309-4361-9D55-28F6BC0DBE16}" dt="2022-05-04T00:31:49.437" v="41" actId="47"/>
        <pc:sldMkLst>
          <pc:docMk/>
          <pc:sldMk cId="995033720" sldId="265"/>
        </pc:sldMkLst>
      </pc:sldChg>
      <pc:sldChg chg="del">
        <pc:chgData name="Mengbi Li" userId="0bfc1f20-ad18-41c1-94ba-2ea48e570b5e" providerId="ADAL" clId="{274552A7-0309-4361-9D55-28F6BC0DBE16}" dt="2022-05-04T00:31:49.437" v="41" actId="47"/>
        <pc:sldMkLst>
          <pc:docMk/>
          <pc:sldMk cId="812541779" sldId="266"/>
        </pc:sldMkLst>
      </pc:sldChg>
      <pc:sldChg chg="del">
        <pc:chgData name="Mengbi Li" userId="0bfc1f20-ad18-41c1-94ba-2ea48e570b5e" providerId="ADAL" clId="{274552A7-0309-4361-9D55-28F6BC0DBE16}" dt="2022-05-04T00:31:49.437" v="41" actId="47"/>
        <pc:sldMkLst>
          <pc:docMk/>
          <pc:sldMk cId="4265278518" sldId="267"/>
        </pc:sldMkLst>
      </pc:sldChg>
      <pc:sldChg chg="del">
        <pc:chgData name="Mengbi Li" userId="0bfc1f20-ad18-41c1-94ba-2ea48e570b5e" providerId="ADAL" clId="{274552A7-0309-4361-9D55-28F6BC0DBE16}" dt="2022-05-04T00:31:49.437" v="41" actId="47"/>
        <pc:sldMkLst>
          <pc:docMk/>
          <pc:sldMk cId="3227819088" sldId="268"/>
        </pc:sldMkLst>
      </pc:sldChg>
      <pc:sldChg chg="del">
        <pc:chgData name="Mengbi Li" userId="0bfc1f20-ad18-41c1-94ba-2ea48e570b5e" providerId="ADAL" clId="{274552A7-0309-4361-9D55-28F6BC0DBE16}" dt="2022-05-04T00:31:49.437" v="41" actId="47"/>
        <pc:sldMkLst>
          <pc:docMk/>
          <pc:sldMk cId="4156201396" sldId="269"/>
        </pc:sldMkLst>
      </pc:sldChg>
      <pc:sldChg chg="del">
        <pc:chgData name="Mengbi Li" userId="0bfc1f20-ad18-41c1-94ba-2ea48e570b5e" providerId="ADAL" clId="{274552A7-0309-4361-9D55-28F6BC0DBE16}" dt="2022-05-04T00:31:49.437" v="41" actId="47"/>
        <pc:sldMkLst>
          <pc:docMk/>
          <pc:sldMk cId="2044494474" sldId="270"/>
        </pc:sldMkLst>
      </pc:sldChg>
      <pc:sldChg chg="del">
        <pc:chgData name="Mengbi Li" userId="0bfc1f20-ad18-41c1-94ba-2ea48e570b5e" providerId="ADAL" clId="{274552A7-0309-4361-9D55-28F6BC0DBE16}" dt="2022-05-04T00:31:49.437" v="41" actId="47"/>
        <pc:sldMkLst>
          <pc:docMk/>
          <pc:sldMk cId="3560369523" sldId="271"/>
        </pc:sldMkLst>
      </pc:sldChg>
      <pc:sldChg chg="del">
        <pc:chgData name="Mengbi Li" userId="0bfc1f20-ad18-41c1-94ba-2ea48e570b5e" providerId="ADAL" clId="{274552A7-0309-4361-9D55-28F6BC0DBE16}" dt="2022-05-04T00:31:49.437" v="41" actId="47"/>
        <pc:sldMkLst>
          <pc:docMk/>
          <pc:sldMk cId="1058378211" sldId="272"/>
        </pc:sldMkLst>
      </pc:sldChg>
      <pc:sldChg chg="del">
        <pc:chgData name="Mengbi Li" userId="0bfc1f20-ad18-41c1-94ba-2ea48e570b5e" providerId="ADAL" clId="{274552A7-0309-4361-9D55-28F6BC0DBE16}" dt="2022-05-04T00:31:49.437" v="41" actId="47"/>
        <pc:sldMkLst>
          <pc:docMk/>
          <pc:sldMk cId="3943564366" sldId="273"/>
        </pc:sldMkLst>
      </pc:sldChg>
      <pc:sldChg chg="del">
        <pc:chgData name="Mengbi Li" userId="0bfc1f20-ad18-41c1-94ba-2ea48e570b5e" providerId="ADAL" clId="{274552A7-0309-4361-9D55-28F6BC0DBE16}" dt="2022-05-04T00:31:49.437" v="41" actId="47"/>
        <pc:sldMkLst>
          <pc:docMk/>
          <pc:sldMk cId="3799991096" sldId="274"/>
        </pc:sldMkLst>
      </pc:sldChg>
      <pc:sldChg chg="del">
        <pc:chgData name="Mengbi Li" userId="0bfc1f20-ad18-41c1-94ba-2ea48e570b5e" providerId="ADAL" clId="{274552A7-0309-4361-9D55-28F6BC0DBE16}" dt="2022-05-04T00:31:49.437" v="41" actId="47"/>
        <pc:sldMkLst>
          <pc:docMk/>
          <pc:sldMk cId="987494791" sldId="275"/>
        </pc:sldMkLst>
      </pc:sldChg>
      <pc:sldChg chg="del">
        <pc:chgData name="Mengbi Li" userId="0bfc1f20-ad18-41c1-94ba-2ea48e570b5e" providerId="ADAL" clId="{274552A7-0309-4361-9D55-28F6BC0DBE16}" dt="2022-05-04T00:31:49.437" v="41" actId="47"/>
        <pc:sldMkLst>
          <pc:docMk/>
          <pc:sldMk cId="2468985374" sldId="276"/>
        </pc:sldMkLst>
      </pc:sldChg>
      <pc:sldChg chg="del">
        <pc:chgData name="Mengbi Li" userId="0bfc1f20-ad18-41c1-94ba-2ea48e570b5e" providerId="ADAL" clId="{274552A7-0309-4361-9D55-28F6BC0DBE16}" dt="2022-05-04T00:31:49.437" v="41" actId="47"/>
        <pc:sldMkLst>
          <pc:docMk/>
          <pc:sldMk cId="4211810045" sldId="277"/>
        </pc:sldMkLst>
      </pc:sldChg>
      <pc:sldChg chg="del">
        <pc:chgData name="Mengbi Li" userId="0bfc1f20-ad18-41c1-94ba-2ea48e570b5e" providerId="ADAL" clId="{274552A7-0309-4361-9D55-28F6BC0DBE16}" dt="2022-05-04T00:31:49.437" v="41" actId="47"/>
        <pc:sldMkLst>
          <pc:docMk/>
          <pc:sldMk cId="4039696894" sldId="278"/>
        </pc:sldMkLst>
      </pc:sldChg>
      <pc:sldChg chg="del">
        <pc:chgData name="Mengbi Li" userId="0bfc1f20-ad18-41c1-94ba-2ea48e570b5e" providerId="ADAL" clId="{274552A7-0309-4361-9D55-28F6BC0DBE16}" dt="2022-05-04T00:31:49.437" v="41" actId="47"/>
        <pc:sldMkLst>
          <pc:docMk/>
          <pc:sldMk cId="2378968847" sldId="279"/>
        </pc:sldMkLst>
      </pc:sldChg>
      <pc:sldChg chg="del">
        <pc:chgData name="Mengbi Li" userId="0bfc1f20-ad18-41c1-94ba-2ea48e570b5e" providerId="ADAL" clId="{274552A7-0309-4361-9D55-28F6BC0DBE16}" dt="2022-05-04T00:31:49.437" v="41" actId="47"/>
        <pc:sldMkLst>
          <pc:docMk/>
          <pc:sldMk cId="1143827272" sldId="280"/>
        </pc:sldMkLst>
      </pc:sldChg>
      <pc:sldChg chg="del">
        <pc:chgData name="Mengbi Li" userId="0bfc1f20-ad18-41c1-94ba-2ea48e570b5e" providerId="ADAL" clId="{274552A7-0309-4361-9D55-28F6BC0DBE16}" dt="2022-05-04T00:31:49.437" v="41" actId="47"/>
        <pc:sldMkLst>
          <pc:docMk/>
          <pc:sldMk cId="824780311" sldId="281"/>
        </pc:sldMkLst>
      </pc:sldChg>
      <pc:sldChg chg="del">
        <pc:chgData name="Mengbi Li" userId="0bfc1f20-ad18-41c1-94ba-2ea48e570b5e" providerId="ADAL" clId="{274552A7-0309-4361-9D55-28F6BC0DBE16}" dt="2022-05-04T00:31:49.437" v="41" actId="47"/>
        <pc:sldMkLst>
          <pc:docMk/>
          <pc:sldMk cId="1057375950" sldId="282"/>
        </pc:sldMkLst>
      </pc:sldChg>
      <pc:sldChg chg="del">
        <pc:chgData name="Mengbi Li" userId="0bfc1f20-ad18-41c1-94ba-2ea48e570b5e" providerId="ADAL" clId="{274552A7-0309-4361-9D55-28F6BC0DBE16}" dt="2022-05-04T00:31:49.437" v="41" actId="47"/>
        <pc:sldMkLst>
          <pc:docMk/>
          <pc:sldMk cId="2378935989" sldId="283"/>
        </pc:sldMkLst>
      </pc:sldChg>
      <pc:sldChg chg="del">
        <pc:chgData name="Mengbi Li" userId="0bfc1f20-ad18-41c1-94ba-2ea48e570b5e" providerId="ADAL" clId="{274552A7-0309-4361-9D55-28F6BC0DBE16}" dt="2022-05-04T00:31:49.437" v="41" actId="47"/>
        <pc:sldMkLst>
          <pc:docMk/>
          <pc:sldMk cId="2357527742" sldId="284"/>
        </pc:sldMkLst>
      </pc:sldChg>
      <pc:sldChg chg="del">
        <pc:chgData name="Mengbi Li" userId="0bfc1f20-ad18-41c1-94ba-2ea48e570b5e" providerId="ADAL" clId="{274552A7-0309-4361-9D55-28F6BC0DBE16}" dt="2022-05-04T00:31:49.437" v="41" actId="47"/>
        <pc:sldMkLst>
          <pc:docMk/>
          <pc:sldMk cId="1452868052" sldId="285"/>
        </pc:sldMkLst>
      </pc:sldChg>
      <pc:sldChg chg="del">
        <pc:chgData name="Mengbi Li" userId="0bfc1f20-ad18-41c1-94ba-2ea48e570b5e" providerId="ADAL" clId="{274552A7-0309-4361-9D55-28F6BC0DBE16}" dt="2022-05-04T00:31:49.437" v="41" actId="47"/>
        <pc:sldMkLst>
          <pc:docMk/>
          <pc:sldMk cId="4058155801" sldId="286"/>
        </pc:sldMkLst>
      </pc:sldChg>
      <pc:sldChg chg="del">
        <pc:chgData name="Mengbi Li" userId="0bfc1f20-ad18-41c1-94ba-2ea48e570b5e" providerId="ADAL" clId="{274552A7-0309-4361-9D55-28F6BC0DBE16}" dt="2022-05-04T00:31:49.437" v="41" actId="47"/>
        <pc:sldMkLst>
          <pc:docMk/>
          <pc:sldMk cId="194966728" sldId="287"/>
        </pc:sldMkLst>
      </pc:sldChg>
      <pc:sldChg chg="del">
        <pc:chgData name="Mengbi Li" userId="0bfc1f20-ad18-41c1-94ba-2ea48e570b5e" providerId="ADAL" clId="{274552A7-0309-4361-9D55-28F6BC0DBE16}" dt="2022-05-04T00:31:49.437" v="41" actId="47"/>
        <pc:sldMkLst>
          <pc:docMk/>
          <pc:sldMk cId="1204984531" sldId="288"/>
        </pc:sldMkLst>
      </pc:sldChg>
      <pc:sldChg chg="del">
        <pc:chgData name="Mengbi Li" userId="0bfc1f20-ad18-41c1-94ba-2ea48e570b5e" providerId="ADAL" clId="{274552A7-0309-4361-9D55-28F6BC0DBE16}" dt="2022-05-04T00:31:49.437" v="41" actId="47"/>
        <pc:sldMkLst>
          <pc:docMk/>
          <pc:sldMk cId="338717461" sldId="289"/>
        </pc:sldMkLst>
      </pc:sldChg>
      <pc:sldChg chg="del">
        <pc:chgData name="Mengbi Li" userId="0bfc1f20-ad18-41c1-94ba-2ea48e570b5e" providerId="ADAL" clId="{274552A7-0309-4361-9D55-28F6BC0DBE16}" dt="2022-05-04T00:31:49.437" v="41" actId="47"/>
        <pc:sldMkLst>
          <pc:docMk/>
          <pc:sldMk cId="4042338611" sldId="291"/>
        </pc:sldMkLst>
      </pc:sldChg>
      <pc:sldChg chg="del">
        <pc:chgData name="Mengbi Li" userId="0bfc1f20-ad18-41c1-94ba-2ea48e570b5e" providerId="ADAL" clId="{274552A7-0309-4361-9D55-28F6BC0DBE16}" dt="2022-05-04T00:31:49.437" v="41" actId="47"/>
        <pc:sldMkLst>
          <pc:docMk/>
          <pc:sldMk cId="1733199556" sldId="292"/>
        </pc:sldMkLst>
      </pc:sldChg>
      <pc:sldChg chg="del">
        <pc:chgData name="Mengbi Li" userId="0bfc1f20-ad18-41c1-94ba-2ea48e570b5e" providerId="ADAL" clId="{274552A7-0309-4361-9D55-28F6BC0DBE16}" dt="2022-05-04T00:31:49.437" v="41" actId="47"/>
        <pc:sldMkLst>
          <pc:docMk/>
          <pc:sldMk cId="3366087770" sldId="293"/>
        </pc:sldMkLst>
      </pc:sldChg>
      <pc:sldChg chg="del modNotes">
        <pc:chgData name="Mengbi Li" userId="0bfc1f20-ad18-41c1-94ba-2ea48e570b5e" providerId="ADAL" clId="{274552A7-0309-4361-9D55-28F6BC0DBE16}" dt="2022-05-04T00:31:49.437" v="41" actId="47"/>
        <pc:sldMkLst>
          <pc:docMk/>
          <pc:sldMk cId="2777947496" sldId="294"/>
        </pc:sldMkLst>
      </pc:sldChg>
      <pc:sldChg chg="del modNotes">
        <pc:chgData name="Mengbi Li" userId="0bfc1f20-ad18-41c1-94ba-2ea48e570b5e" providerId="ADAL" clId="{274552A7-0309-4361-9D55-28F6BC0DBE16}" dt="2022-05-04T00:31:49.437" v="41" actId="47"/>
        <pc:sldMkLst>
          <pc:docMk/>
          <pc:sldMk cId="3019468572" sldId="295"/>
        </pc:sldMkLst>
      </pc:sldChg>
      <pc:sldChg chg="del modNotes">
        <pc:chgData name="Mengbi Li" userId="0bfc1f20-ad18-41c1-94ba-2ea48e570b5e" providerId="ADAL" clId="{274552A7-0309-4361-9D55-28F6BC0DBE16}" dt="2022-05-04T00:31:49.437" v="41" actId="47"/>
        <pc:sldMkLst>
          <pc:docMk/>
          <pc:sldMk cId="3842119452" sldId="296"/>
        </pc:sldMkLst>
      </pc:sldChg>
      <pc:sldChg chg="del">
        <pc:chgData name="Mengbi Li" userId="0bfc1f20-ad18-41c1-94ba-2ea48e570b5e" providerId="ADAL" clId="{274552A7-0309-4361-9D55-28F6BC0DBE16}" dt="2022-05-04T00:31:49.437" v="41" actId="47"/>
        <pc:sldMkLst>
          <pc:docMk/>
          <pc:sldMk cId="2331991651" sldId="297"/>
        </pc:sldMkLst>
      </pc:sldChg>
      <pc:sldChg chg="del modNotes">
        <pc:chgData name="Mengbi Li" userId="0bfc1f20-ad18-41c1-94ba-2ea48e570b5e" providerId="ADAL" clId="{274552A7-0309-4361-9D55-28F6BC0DBE16}" dt="2022-05-04T00:31:49.437" v="41" actId="47"/>
        <pc:sldMkLst>
          <pc:docMk/>
          <pc:sldMk cId="1460851414" sldId="298"/>
        </pc:sldMkLst>
      </pc:sldChg>
      <pc:sldChg chg="del modNotes">
        <pc:chgData name="Mengbi Li" userId="0bfc1f20-ad18-41c1-94ba-2ea48e570b5e" providerId="ADAL" clId="{274552A7-0309-4361-9D55-28F6BC0DBE16}" dt="2022-05-04T00:31:49.437" v="41" actId="47"/>
        <pc:sldMkLst>
          <pc:docMk/>
          <pc:sldMk cId="3581604496" sldId="299"/>
        </pc:sldMkLst>
      </pc:sldChg>
      <pc:sldChg chg="del modNotes">
        <pc:chgData name="Mengbi Li" userId="0bfc1f20-ad18-41c1-94ba-2ea48e570b5e" providerId="ADAL" clId="{274552A7-0309-4361-9D55-28F6BC0DBE16}" dt="2022-05-04T00:31:49.437" v="41" actId="47"/>
        <pc:sldMkLst>
          <pc:docMk/>
          <pc:sldMk cId="606766699" sldId="300"/>
        </pc:sldMkLst>
      </pc:sldChg>
      <pc:sldChg chg="del modNotes">
        <pc:chgData name="Mengbi Li" userId="0bfc1f20-ad18-41c1-94ba-2ea48e570b5e" providerId="ADAL" clId="{274552A7-0309-4361-9D55-28F6BC0DBE16}" dt="2022-05-04T00:31:49.437" v="41" actId="47"/>
        <pc:sldMkLst>
          <pc:docMk/>
          <pc:sldMk cId="2838800922" sldId="301"/>
        </pc:sldMkLst>
      </pc:sldChg>
      <pc:sldChg chg="modNotes">
        <pc:chgData name="Mengbi Li" userId="0bfc1f20-ad18-41c1-94ba-2ea48e570b5e" providerId="ADAL" clId="{274552A7-0309-4361-9D55-28F6BC0DBE16}" dt="2022-05-04T00:21:44.905" v="15" actId="368"/>
        <pc:sldMkLst>
          <pc:docMk/>
          <pc:sldMk cId="849410620" sldId="304"/>
        </pc:sldMkLst>
      </pc:sldChg>
      <pc:sldChg chg="modNotes">
        <pc:chgData name="Mengbi Li" userId="0bfc1f20-ad18-41c1-94ba-2ea48e570b5e" providerId="ADAL" clId="{274552A7-0309-4361-9D55-28F6BC0DBE16}" dt="2022-05-04T00:21:44.912" v="19" actId="368"/>
        <pc:sldMkLst>
          <pc:docMk/>
          <pc:sldMk cId="3331939775" sldId="305"/>
        </pc:sldMkLst>
      </pc:sldChg>
      <pc:sldChg chg="modNotes">
        <pc:chgData name="Mengbi Li" userId="0bfc1f20-ad18-41c1-94ba-2ea48e570b5e" providerId="ADAL" clId="{274552A7-0309-4361-9D55-28F6BC0DBE16}" dt="2022-05-04T00:21:44.909" v="17" actId="368"/>
        <pc:sldMkLst>
          <pc:docMk/>
          <pc:sldMk cId="1592898252" sldId="307"/>
        </pc:sldMkLst>
      </pc:sldChg>
      <pc:sldChg chg="modNotes">
        <pc:chgData name="Mengbi Li" userId="0bfc1f20-ad18-41c1-94ba-2ea48e570b5e" providerId="ADAL" clId="{274552A7-0309-4361-9D55-28F6BC0DBE16}" dt="2022-05-04T00:21:44.917" v="21" actId="368"/>
        <pc:sldMkLst>
          <pc:docMk/>
          <pc:sldMk cId="2679601249" sldId="308"/>
        </pc:sldMkLst>
      </pc:sldChg>
      <pc:sldChg chg="modNotes">
        <pc:chgData name="Mengbi Li" userId="0bfc1f20-ad18-41c1-94ba-2ea48e570b5e" providerId="ADAL" clId="{274552A7-0309-4361-9D55-28F6BC0DBE16}" dt="2022-05-04T00:21:44.920" v="23" actId="368"/>
        <pc:sldMkLst>
          <pc:docMk/>
          <pc:sldMk cId="4258742266" sldId="309"/>
        </pc:sldMkLst>
      </pc:sldChg>
      <pc:sldChg chg="modNotes">
        <pc:chgData name="Mengbi Li" userId="0bfc1f20-ad18-41c1-94ba-2ea48e570b5e" providerId="ADAL" clId="{274552A7-0309-4361-9D55-28F6BC0DBE16}" dt="2022-05-04T00:21:44.924" v="25" actId="368"/>
        <pc:sldMkLst>
          <pc:docMk/>
          <pc:sldMk cId="484060465" sldId="310"/>
        </pc:sldMkLst>
      </pc:sldChg>
      <pc:sldChg chg="add">
        <pc:chgData name="Mengbi Li" userId="0bfc1f20-ad18-41c1-94ba-2ea48e570b5e" providerId="ADAL" clId="{274552A7-0309-4361-9D55-28F6BC0DBE16}" dt="2022-05-04T00:25:20.274" v="26"/>
        <pc:sldMkLst>
          <pc:docMk/>
          <pc:sldMk cId="2206112407" sldId="311"/>
        </pc:sldMkLst>
      </pc:sldChg>
      <pc:sldChg chg="add">
        <pc:chgData name="Mengbi Li" userId="0bfc1f20-ad18-41c1-94ba-2ea48e570b5e" providerId="ADAL" clId="{274552A7-0309-4361-9D55-28F6BC0DBE16}" dt="2022-05-04T00:25:20.274" v="26"/>
        <pc:sldMkLst>
          <pc:docMk/>
          <pc:sldMk cId="2088016899" sldId="312"/>
        </pc:sldMkLst>
      </pc:sldChg>
      <pc:sldChg chg="add">
        <pc:chgData name="Mengbi Li" userId="0bfc1f20-ad18-41c1-94ba-2ea48e570b5e" providerId="ADAL" clId="{274552A7-0309-4361-9D55-28F6BC0DBE16}" dt="2022-05-04T00:25:20.274" v="26"/>
        <pc:sldMkLst>
          <pc:docMk/>
          <pc:sldMk cId="3803938918" sldId="313"/>
        </pc:sldMkLst>
      </pc:sldChg>
      <pc:sldChg chg="add">
        <pc:chgData name="Mengbi Li" userId="0bfc1f20-ad18-41c1-94ba-2ea48e570b5e" providerId="ADAL" clId="{274552A7-0309-4361-9D55-28F6BC0DBE16}" dt="2022-05-04T00:25:20.274" v="26"/>
        <pc:sldMkLst>
          <pc:docMk/>
          <pc:sldMk cId="1442959796" sldId="314"/>
        </pc:sldMkLst>
      </pc:sldChg>
      <pc:sldChg chg="add del">
        <pc:chgData name="Mengbi Li" userId="0bfc1f20-ad18-41c1-94ba-2ea48e570b5e" providerId="ADAL" clId="{274552A7-0309-4361-9D55-28F6BC0DBE16}" dt="2022-05-04T00:26:58.525" v="32" actId="47"/>
        <pc:sldMkLst>
          <pc:docMk/>
          <pc:sldMk cId="2234406513" sldId="315"/>
        </pc:sldMkLst>
      </pc:sldChg>
      <pc:sldChg chg="add del">
        <pc:chgData name="Mengbi Li" userId="0bfc1f20-ad18-41c1-94ba-2ea48e570b5e" providerId="ADAL" clId="{274552A7-0309-4361-9D55-28F6BC0DBE16}" dt="2022-05-04T00:26:58.525" v="32" actId="47"/>
        <pc:sldMkLst>
          <pc:docMk/>
          <pc:sldMk cId="641191059" sldId="316"/>
        </pc:sldMkLst>
      </pc:sldChg>
      <pc:sldChg chg="add modNotesTx">
        <pc:chgData name="Mengbi Li" userId="0bfc1f20-ad18-41c1-94ba-2ea48e570b5e" providerId="ADAL" clId="{274552A7-0309-4361-9D55-28F6BC0DBE16}" dt="2022-05-04T00:26:53.489" v="31"/>
        <pc:sldMkLst>
          <pc:docMk/>
          <pc:sldMk cId="3245368930" sldId="317"/>
        </pc:sldMkLst>
      </pc:sldChg>
      <pc:sldChg chg="add modNotesTx">
        <pc:chgData name="Mengbi Li" userId="0bfc1f20-ad18-41c1-94ba-2ea48e570b5e" providerId="ADAL" clId="{274552A7-0309-4361-9D55-28F6BC0DBE16}" dt="2022-05-04T00:27:23.535" v="35"/>
        <pc:sldMkLst>
          <pc:docMk/>
          <pc:sldMk cId="3745405747" sldId="318"/>
        </pc:sldMkLst>
      </pc:sldChg>
      <pc:sldChg chg="add modNotesTx">
        <pc:chgData name="Mengbi Li" userId="0bfc1f20-ad18-41c1-94ba-2ea48e570b5e" providerId="ADAL" clId="{274552A7-0309-4361-9D55-28F6BC0DBE16}" dt="2022-05-04T00:28:02.224" v="40" actId="20577"/>
        <pc:sldMkLst>
          <pc:docMk/>
          <pc:sldMk cId="1035104843" sldId="31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AU"/>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EEA10E19-9C9B-495D-9B5B-722936A77A2B}" type="datetimeFigureOut">
              <a:rPr lang="en-AU" smtClean="0"/>
              <a:t>4/05/2022</a:t>
            </a:fld>
            <a:endParaRPr lang="en-AU"/>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AU"/>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F4D32AA5-84DC-4400-83E0-1F9AA0AC4BFE}" type="slidenum">
              <a:rPr lang="en-AU" smtClean="0"/>
              <a:t>‹#›</a:t>
            </a:fld>
            <a:endParaRPr lang="en-AU"/>
          </a:p>
        </p:txBody>
      </p:sp>
    </p:spTree>
    <p:extLst>
      <p:ext uri="{BB962C8B-B14F-4D97-AF65-F5344CB8AC3E}">
        <p14:creationId xmlns:p14="http://schemas.microsoft.com/office/powerpoint/2010/main" val="993255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AU"/>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51935D9C-CD9B-45FF-86A0-67AEC7609315}" type="datetimeFigureOut">
              <a:rPr lang="en-AU" smtClean="0"/>
              <a:t>4/05/2022</a:t>
            </a:fld>
            <a:endParaRPr lang="en-AU"/>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AU"/>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AU"/>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3F153B75-6F41-4812-AF78-2731A99DC286}" type="slidenum">
              <a:rPr lang="en-AU" smtClean="0"/>
              <a:t>‹#›</a:t>
            </a:fld>
            <a:endParaRPr lang="en-AU"/>
          </a:p>
        </p:txBody>
      </p:sp>
    </p:spTree>
    <p:extLst>
      <p:ext uri="{BB962C8B-B14F-4D97-AF65-F5344CB8AC3E}">
        <p14:creationId xmlns:p14="http://schemas.microsoft.com/office/powerpoint/2010/main" val="2873518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autodesk.com/products/navisworks/overview"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2</a:t>
            </a:fld>
            <a:endParaRPr lang="en-AU"/>
          </a:p>
        </p:txBody>
      </p:sp>
    </p:spTree>
    <p:extLst>
      <p:ext uri="{BB962C8B-B14F-4D97-AF65-F5344CB8AC3E}">
        <p14:creationId xmlns:p14="http://schemas.microsoft.com/office/powerpoint/2010/main" val="304783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3</a:t>
            </a:fld>
            <a:endParaRPr lang="en-AU"/>
          </a:p>
        </p:txBody>
      </p:sp>
    </p:spTree>
    <p:extLst>
      <p:ext uri="{BB962C8B-B14F-4D97-AF65-F5344CB8AC3E}">
        <p14:creationId xmlns:p14="http://schemas.microsoft.com/office/powerpoint/2010/main" val="195688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4</a:t>
            </a:fld>
            <a:endParaRPr lang="en-AU"/>
          </a:p>
        </p:txBody>
      </p:sp>
    </p:spTree>
    <p:extLst>
      <p:ext uri="{BB962C8B-B14F-4D97-AF65-F5344CB8AC3E}">
        <p14:creationId xmlns:p14="http://schemas.microsoft.com/office/powerpoint/2010/main" val="809832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5</a:t>
            </a:fld>
            <a:endParaRPr lang="en-AU"/>
          </a:p>
        </p:txBody>
      </p:sp>
    </p:spTree>
    <p:extLst>
      <p:ext uri="{BB962C8B-B14F-4D97-AF65-F5344CB8AC3E}">
        <p14:creationId xmlns:p14="http://schemas.microsoft.com/office/powerpoint/2010/main" val="381330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Arial" panose="020B0604020202020204" pitchFamily="34" charset="0"/>
              <a:buChar char="•"/>
            </a:pP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6</a:t>
            </a:fld>
            <a:endParaRPr lang="en-AU"/>
          </a:p>
        </p:txBody>
      </p:sp>
    </p:spTree>
    <p:extLst>
      <p:ext uri="{BB962C8B-B14F-4D97-AF65-F5344CB8AC3E}">
        <p14:creationId xmlns:p14="http://schemas.microsoft.com/office/powerpoint/2010/main" val="2535191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Arial" panose="020B0604020202020204" pitchFamily="34" charset="0"/>
              <a:buChar char="•"/>
            </a:pP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7</a:t>
            </a:fld>
            <a:endParaRPr lang="en-AU"/>
          </a:p>
        </p:txBody>
      </p:sp>
    </p:spTree>
    <p:extLst>
      <p:ext uri="{BB962C8B-B14F-4D97-AF65-F5344CB8AC3E}">
        <p14:creationId xmlns:p14="http://schemas.microsoft.com/office/powerpoint/2010/main" val="3874271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747474"/>
                </a:solidFill>
                <a:effectLst/>
                <a:latin typeface="Mulish"/>
              </a:rPr>
              <a:t>As we have mentioned, a range of services have to come together in order for the end building to appear. The Architect will produce a model, and then the structural engineer, mechanical and electrical engineer and the environmental engineer will all produce their own models based on that. Each of these models may contain documents, structured data files and other files which can contain non-geometric data about what is being built. These models are all then brought together into a digital model which will initially show what has been designed, and by the end of the project will show what has been built and installed.</a:t>
            </a:r>
          </a:p>
          <a:p>
            <a:endParaRPr lang="en-US" altLang="zh-CN" b="0" i="0" dirty="0">
              <a:solidFill>
                <a:srgbClr val="747474"/>
              </a:solidFill>
              <a:effectLst/>
              <a:latin typeface="Mulish"/>
            </a:endParaRPr>
          </a:p>
          <a:p>
            <a:r>
              <a:rPr lang="en-US" altLang="zh-CN" b="0" i="0" dirty="0" err="1">
                <a:solidFill>
                  <a:srgbClr val="747474"/>
                </a:solidFill>
                <a:effectLst/>
                <a:latin typeface="Mulish"/>
              </a:rPr>
              <a:t>MEP</a:t>
            </a:r>
            <a:r>
              <a:rPr lang="en-US" altLang="zh-CN" b="0" i="0" dirty="0">
                <a:solidFill>
                  <a:srgbClr val="747474"/>
                </a:solidFill>
                <a:effectLst/>
                <a:latin typeface="Mulish"/>
              </a:rPr>
              <a:t> (</a:t>
            </a:r>
            <a:r>
              <a:rPr lang="en-AU" altLang="zh-CN" b="0" i="0" dirty="0">
                <a:solidFill>
                  <a:srgbClr val="202124"/>
                </a:solidFill>
                <a:effectLst/>
                <a:latin typeface="arial" panose="020B0604020202020204" pitchFamily="34" charset="0"/>
              </a:rPr>
              <a:t>Mechanical, electrical, and plumbing)</a:t>
            </a: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9</a:t>
            </a:fld>
            <a:endParaRPr lang="en-AU"/>
          </a:p>
        </p:txBody>
      </p:sp>
    </p:spTree>
    <p:extLst>
      <p:ext uri="{BB962C8B-B14F-4D97-AF65-F5344CB8AC3E}">
        <p14:creationId xmlns:p14="http://schemas.microsoft.com/office/powerpoint/2010/main" val="3047839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en-US" altLang="zh-CN" sz="1200" b="1" i="0" dirty="0">
                <a:solidFill>
                  <a:srgbClr val="747474"/>
                </a:solidFill>
                <a:effectLst/>
                <a:latin typeface="Mulish"/>
              </a:rPr>
              <a:t>Hard clash </a:t>
            </a:r>
            <a:r>
              <a:rPr lang="en-US" altLang="zh-CN" sz="1200" b="0" i="0" dirty="0">
                <a:solidFill>
                  <a:srgbClr val="747474"/>
                </a:solidFill>
                <a:effectLst/>
                <a:latin typeface="Mulish"/>
              </a:rPr>
              <a:t>– where two components are occupying the same space, such as a pipe running through a steel beam. If this kind of clash isn’t detected until on site, then it can be costly and time-consuming to correct.</a:t>
            </a:r>
          </a:p>
          <a:p>
            <a:pPr algn="l">
              <a:buFont typeface="Arial" panose="020B0604020202020204" pitchFamily="34" charset="0"/>
              <a:buChar char="•"/>
            </a:pPr>
            <a:r>
              <a:rPr lang="en-US" altLang="zh-CN" sz="1200" b="1" i="0" dirty="0">
                <a:solidFill>
                  <a:srgbClr val="747474"/>
                </a:solidFill>
                <a:effectLst/>
                <a:latin typeface="Mulish"/>
              </a:rPr>
              <a:t>Soft clash</a:t>
            </a:r>
            <a:r>
              <a:rPr lang="en-US" altLang="zh-CN" sz="1200" b="0" i="0" dirty="0">
                <a:solidFill>
                  <a:srgbClr val="747474"/>
                </a:solidFill>
                <a:effectLst/>
                <a:latin typeface="Mulish"/>
              </a:rPr>
              <a:t> – when the buffer zone of an element is breached, or it isn’t given the spatial tolerances it requires for maintenance access or safety. </a:t>
            </a:r>
          </a:p>
          <a:p>
            <a:pPr algn="l">
              <a:buFont typeface="Arial" panose="020B0604020202020204" pitchFamily="34" charset="0"/>
              <a:buNone/>
            </a:pPr>
            <a:r>
              <a:rPr lang="en-US" altLang="zh-CN" sz="1200" b="0" i="0" dirty="0">
                <a:solidFill>
                  <a:srgbClr val="747474"/>
                </a:solidFill>
                <a:effectLst/>
                <a:latin typeface="Mulish"/>
              </a:rPr>
              <a:t>	</a:t>
            </a:r>
            <a:r>
              <a:rPr lang="en-US" altLang="zh-CN" b="0" i="0" dirty="0">
                <a:solidFill>
                  <a:srgbClr val="202124"/>
                </a:solidFill>
                <a:effectLst/>
                <a:latin typeface="arial" panose="020B0604020202020204" pitchFamily="34" charset="0"/>
              </a:rPr>
              <a:t>A 'soft clash' </a:t>
            </a:r>
            <a:r>
              <a:rPr lang="en-US" altLang="zh-CN" b="1" i="0" dirty="0">
                <a:solidFill>
                  <a:srgbClr val="202124"/>
                </a:solidFill>
                <a:effectLst/>
                <a:latin typeface="arial" panose="020B0604020202020204" pitchFamily="34" charset="0"/>
              </a:rPr>
              <a:t>occurs when an element isn't given the spatial or geometric tolerances it requires or its buffer zone is breached</a:t>
            </a:r>
            <a:r>
              <a:rPr lang="en-US" altLang="zh-CN" b="0" i="0" dirty="0">
                <a:solidFill>
                  <a:srgbClr val="202124"/>
                </a:solidFill>
                <a:effectLst/>
                <a:latin typeface="arial" panose="020B0604020202020204" pitchFamily="34" charset="0"/>
              </a:rPr>
              <a:t>. For example, an air conditioning unit may require certain clearances to allow for maintenance, access or safety that a steel beam would negate.</a:t>
            </a:r>
            <a:endParaRPr lang="en-US" altLang="zh-CN" sz="1200" b="0" i="0" dirty="0">
              <a:solidFill>
                <a:srgbClr val="747474"/>
              </a:solidFill>
              <a:effectLst/>
              <a:latin typeface="Mulish"/>
            </a:endParaRPr>
          </a:p>
          <a:p>
            <a:pPr algn="l">
              <a:buFont typeface="Arial" panose="020B0604020202020204" pitchFamily="34" charset="0"/>
              <a:buChar char="•"/>
            </a:pPr>
            <a:r>
              <a:rPr lang="en-US" altLang="zh-CN" sz="1200" b="1" i="0" dirty="0">
                <a:solidFill>
                  <a:srgbClr val="747474"/>
                </a:solidFill>
                <a:effectLst/>
                <a:latin typeface="Mulish"/>
              </a:rPr>
              <a:t>Workflow or 4D clash</a:t>
            </a:r>
            <a:r>
              <a:rPr lang="en-US" altLang="zh-CN" sz="1200" b="0" i="0" dirty="0">
                <a:solidFill>
                  <a:srgbClr val="747474"/>
                </a:solidFill>
                <a:effectLst/>
                <a:latin typeface="Mulish"/>
              </a:rPr>
              <a:t> – general time conflicts such as the delivery of equipment and materials, or the scheduling of contractors.</a:t>
            </a:r>
          </a:p>
          <a:p>
            <a:pPr algn="l">
              <a:buFont typeface="Arial" panose="020B0604020202020204" pitchFamily="34" charset="0"/>
              <a:buNone/>
            </a:pPr>
            <a:r>
              <a:rPr lang="en-US" altLang="zh-CN" b="0" i="0" dirty="0">
                <a:solidFill>
                  <a:srgbClr val="202124"/>
                </a:solidFill>
                <a:effectLst/>
                <a:latin typeface="arial" panose="020B0604020202020204" pitchFamily="34" charset="0"/>
              </a:rPr>
              <a:t>	Workflow clash detection (or 4D clash detection) </a:t>
            </a:r>
            <a:r>
              <a:rPr lang="en-US" altLang="zh-CN" b="1" i="0" dirty="0">
                <a:solidFill>
                  <a:srgbClr val="202124"/>
                </a:solidFill>
                <a:effectLst/>
                <a:latin typeface="arial" panose="020B0604020202020204" pitchFamily="34" charset="0"/>
              </a:rPr>
              <a:t>identifies conflicts in equipment, material delivery, scheduling, and other timelines</a:t>
            </a:r>
            <a:r>
              <a:rPr lang="en-US" altLang="zh-CN" b="0" i="0" dirty="0">
                <a:solidFill>
                  <a:srgbClr val="202124"/>
                </a:solidFill>
                <a:effectLst/>
                <a:latin typeface="arial" panose="020B0604020202020204" pitchFamily="34" charset="0"/>
              </a:rPr>
              <a:t>. Sequenced timelines can be developed by inputting the start and end times of each activity.</a:t>
            </a:r>
            <a:endParaRPr lang="en-US" altLang="zh-CN" sz="1200" b="0" i="0" dirty="0">
              <a:solidFill>
                <a:srgbClr val="747474"/>
              </a:solidFill>
              <a:effectLst/>
              <a:latin typeface="Mulish"/>
            </a:endParaRPr>
          </a:p>
          <a:p>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10</a:t>
            </a:fld>
            <a:endParaRPr lang="en-AU"/>
          </a:p>
        </p:txBody>
      </p:sp>
    </p:spTree>
    <p:extLst>
      <p:ext uri="{BB962C8B-B14F-4D97-AF65-F5344CB8AC3E}">
        <p14:creationId xmlns:p14="http://schemas.microsoft.com/office/powerpoint/2010/main" val="1956880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en-US" altLang="zh-CN" sz="1200" b="1" i="0" dirty="0">
                <a:solidFill>
                  <a:srgbClr val="747474"/>
                </a:solidFill>
                <a:effectLst/>
                <a:latin typeface="Mulish"/>
              </a:rPr>
              <a:t>Hard clash </a:t>
            </a:r>
            <a:r>
              <a:rPr lang="en-US" altLang="zh-CN" sz="1200" b="0" i="0" dirty="0">
                <a:solidFill>
                  <a:srgbClr val="747474"/>
                </a:solidFill>
                <a:effectLst/>
                <a:latin typeface="Mulish"/>
              </a:rPr>
              <a:t>– where two components are occupying the same space, such as a pipe running through a steel beam. If this kind of clash isn’t detected until on site, then it can be costly and time-consuming to correct.</a:t>
            </a:r>
          </a:p>
          <a:p>
            <a:pPr algn="l">
              <a:buFont typeface="Arial" panose="020B0604020202020204" pitchFamily="34" charset="0"/>
              <a:buChar char="•"/>
            </a:pPr>
            <a:r>
              <a:rPr lang="en-US" altLang="zh-CN" sz="1200" b="1" i="0" dirty="0">
                <a:solidFill>
                  <a:srgbClr val="747474"/>
                </a:solidFill>
                <a:effectLst/>
                <a:latin typeface="Mulish"/>
              </a:rPr>
              <a:t>Soft clash</a:t>
            </a:r>
            <a:r>
              <a:rPr lang="en-US" altLang="zh-CN" sz="1200" b="0" i="0" dirty="0">
                <a:solidFill>
                  <a:srgbClr val="747474"/>
                </a:solidFill>
                <a:effectLst/>
                <a:latin typeface="Mulish"/>
              </a:rPr>
              <a:t> – when the buffer zone of an element is breached, or it isn’t given the spatial tolerances it requires for maintenance access or safety.</a:t>
            </a:r>
          </a:p>
          <a:p>
            <a:pPr algn="l">
              <a:buFont typeface="Arial" panose="020B0604020202020204" pitchFamily="34" charset="0"/>
              <a:buChar char="•"/>
            </a:pPr>
            <a:r>
              <a:rPr lang="en-US" altLang="zh-CN" sz="1200" b="1" i="0" dirty="0">
                <a:solidFill>
                  <a:srgbClr val="747474"/>
                </a:solidFill>
                <a:effectLst/>
                <a:latin typeface="Mulish"/>
              </a:rPr>
              <a:t>Workflow or 4D clash</a:t>
            </a:r>
            <a:r>
              <a:rPr lang="en-US" altLang="zh-CN" sz="1200" b="0" i="0" dirty="0">
                <a:solidFill>
                  <a:srgbClr val="747474"/>
                </a:solidFill>
                <a:effectLst/>
                <a:latin typeface="Mulish"/>
              </a:rPr>
              <a:t> – general time conflicts such as the delivery of equipment and materials, or the scheduling of contractors.</a:t>
            </a:r>
          </a:p>
          <a:p>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11</a:t>
            </a:fld>
            <a:endParaRPr lang="en-AU"/>
          </a:p>
        </p:txBody>
      </p:sp>
    </p:spTree>
    <p:extLst>
      <p:ext uri="{BB962C8B-B14F-4D97-AF65-F5344CB8AC3E}">
        <p14:creationId xmlns:p14="http://schemas.microsoft.com/office/powerpoint/2010/main" val="809832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D3D3D"/>
                </a:solidFill>
                <a:effectLst/>
                <a:latin typeface="Roboto" panose="02000000000000000000" pitchFamily="2" charset="0"/>
              </a:rPr>
              <a:t>https://www.united-bim.com/what-is-clash-detection-in-bim-process-benefits-and-future-scope-in-modern-day-aec-industry/</a:t>
            </a:r>
          </a:p>
          <a:p>
            <a:pPr marL="171450" indent="-171450">
              <a:buFont typeface="Arial" panose="020B0604020202020204" pitchFamily="34" charset="0"/>
              <a:buChar char="•"/>
            </a:pPr>
            <a:r>
              <a:rPr lang="en-US" altLang="zh-CN" b="0" i="0" dirty="0">
                <a:solidFill>
                  <a:srgbClr val="3D3D3D"/>
                </a:solidFill>
                <a:effectLst/>
                <a:latin typeface="Roboto" panose="02000000000000000000" pitchFamily="2" charset="0"/>
              </a:rPr>
              <a:t>Clash report is always generated between two design models (using </a:t>
            </a:r>
            <a:r>
              <a:rPr lang="en-US" altLang="zh-CN" b="0" i="0" u="none" strike="noStrike" dirty="0" err="1">
                <a:solidFill>
                  <a:srgbClr val="6F6F6F"/>
                </a:solidFill>
                <a:effectLst/>
                <a:latin typeface="Roboto" panose="02000000000000000000" pitchFamily="2" charset="0"/>
                <a:hlinkClick r:id="rId3"/>
              </a:rPr>
              <a:t>AutoDesk’s</a:t>
            </a:r>
            <a:r>
              <a:rPr lang="en-US" altLang="zh-CN" b="0" i="0" u="none" strike="noStrike" dirty="0">
                <a:solidFill>
                  <a:srgbClr val="6F6F6F"/>
                </a:solidFill>
                <a:effectLst/>
                <a:latin typeface="Roboto" panose="02000000000000000000" pitchFamily="2" charset="0"/>
                <a:hlinkClick r:id="rId3"/>
              </a:rPr>
              <a:t> Navisworks</a:t>
            </a:r>
            <a:r>
              <a:rPr lang="en-US" altLang="zh-CN" b="0" i="0" u="none" strike="noStrike" dirty="0">
                <a:solidFill>
                  <a:srgbClr val="6F6F6F"/>
                </a:solidFill>
                <a:effectLst/>
                <a:latin typeface="Roboto" panose="02000000000000000000" pitchFamily="2" charset="0"/>
              </a:rPr>
              <a:t>)</a:t>
            </a:r>
            <a:r>
              <a:rPr lang="en-US" altLang="zh-CN" b="0" i="0" dirty="0">
                <a:solidFill>
                  <a:srgbClr val="3D3D3D"/>
                </a:solidFill>
                <a:effectLst/>
                <a:latin typeface="Roboto" panose="02000000000000000000" pitchFamily="2" charset="0"/>
              </a:rPr>
              <a:t>. The first step involved uploading the existing design model of one discipline into (the Navisworks) software. We can choose any two models to generate possible clashes between them in the coordinated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0" i="0" kern="1200" dirty="0">
                <a:solidFill>
                  <a:schemeClr val="tx1"/>
                </a:solidFill>
                <a:effectLst/>
                <a:latin typeface="+mn-lt"/>
                <a:ea typeface="+mn-ea"/>
                <a:cs typeface="+mn-cs"/>
              </a:rPr>
              <a:t>In the second step, we need to load the second design model which we need to coordinate with the first independent model. These two separate models are merged in a single model for the further clash detection process.</a:t>
            </a:r>
            <a:endParaRPr lang="en-AU" altLang="zh-CN" dirty="0"/>
          </a:p>
          <a:p>
            <a:pPr marL="171450" indent="-171450">
              <a:buFont typeface="Arial" panose="020B0604020202020204" pitchFamily="34" charset="0"/>
              <a:buChar char="•"/>
            </a:pPr>
            <a:endParaRPr lang="zh-CN" altLang="en-US"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12</a:t>
            </a:fld>
            <a:endParaRPr lang="en-AU"/>
          </a:p>
        </p:txBody>
      </p:sp>
    </p:spTree>
    <p:extLst>
      <p:ext uri="{BB962C8B-B14F-4D97-AF65-F5344CB8AC3E}">
        <p14:creationId xmlns:p14="http://schemas.microsoft.com/office/powerpoint/2010/main" val="3813309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Arial" panose="020B0604020202020204" pitchFamily="34" charset="0"/>
              <a:buChar char="•"/>
            </a:pPr>
            <a:r>
              <a:rPr lang="en-US" altLang="zh-CN" b="0" i="0" dirty="0">
                <a:solidFill>
                  <a:srgbClr val="3D3D3D"/>
                </a:solidFill>
                <a:effectLst/>
                <a:latin typeface="Roboto" panose="02000000000000000000" pitchFamily="2" charset="0"/>
              </a:rPr>
              <a:t>Next steps involve starting the clash detection process through choosing these two models from the loaded models. Naming this report and running the clash test.</a:t>
            </a:r>
          </a:p>
          <a:p>
            <a:pPr marL="228600" indent="-228600">
              <a:buFont typeface="Arial" panose="020B0604020202020204" pitchFamily="34" charset="0"/>
              <a:buChar char="•"/>
            </a:pPr>
            <a:r>
              <a:rPr lang="en-US" altLang="zh-CN" b="0" i="0" dirty="0">
                <a:solidFill>
                  <a:srgbClr val="3D3D3D"/>
                </a:solidFill>
                <a:effectLst/>
                <a:latin typeface="Roboto" panose="02000000000000000000" pitchFamily="2" charset="0"/>
              </a:rPr>
              <a:t>After running the scan, the system gives us all the potential clash between those models with status details, description and condition according to their level. It provides its status as new, active, approved and resolved which is essential when re-running the test after design alteration.</a:t>
            </a: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13</a:t>
            </a:fld>
            <a:endParaRPr lang="en-AU"/>
          </a:p>
        </p:txBody>
      </p:sp>
    </p:spTree>
    <p:extLst>
      <p:ext uri="{BB962C8B-B14F-4D97-AF65-F5344CB8AC3E}">
        <p14:creationId xmlns:p14="http://schemas.microsoft.com/office/powerpoint/2010/main" val="2535191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Arial" panose="020B0604020202020204" pitchFamily="34" charset="0"/>
              <a:buChar char="•"/>
            </a:pPr>
            <a:r>
              <a:rPr lang="en-US" altLang="zh-CN" b="0" i="0" dirty="0">
                <a:solidFill>
                  <a:srgbClr val="3D3D3D"/>
                </a:solidFill>
                <a:effectLst/>
                <a:latin typeface="Roboto" panose="02000000000000000000" pitchFamily="2" charset="0"/>
              </a:rPr>
              <a:t>At the last stage of this process, it allows us to select all the details we want to include in the Clash Report. We can choose from the available options for the format of the report, (i.e. HTML, PDF, </a:t>
            </a:r>
            <a:r>
              <a:rPr lang="en-US" altLang="zh-CN" b="0" i="0" dirty="0" err="1">
                <a:solidFill>
                  <a:srgbClr val="3D3D3D"/>
                </a:solidFill>
                <a:effectLst/>
                <a:latin typeface="Roboto" panose="02000000000000000000" pitchFamily="2" charset="0"/>
              </a:rPr>
              <a:t>etc</a:t>
            </a:r>
            <a:r>
              <a:rPr lang="en-US" altLang="zh-CN" b="0" i="0">
                <a:solidFill>
                  <a:srgbClr val="3D3D3D"/>
                </a:solidFill>
                <a:effectLst/>
                <a:latin typeface="Roboto" panose="02000000000000000000" pitchFamily="2" charset="0"/>
              </a:rPr>
              <a:t>). </a:t>
            </a:r>
            <a:r>
              <a:rPr lang="en-US" altLang="zh-CN" b="0" i="0" dirty="0">
                <a:solidFill>
                  <a:srgbClr val="3D3D3D"/>
                </a:solidFill>
                <a:effectLst/>
                <a:latin typeface="Roboto" panose="02000000000000000000" pitchFamily="2" charset="0"/>
              </a:rPr>
              <a:t>Once we generate the clash report by clicking on the  “Write Report”, it generates a detailed report and individual images showing those clashes in two designs.</a:t>
            </a:r>
            <a:endParaRPr lang="zh-CN" altLang="en-US" dirty="0"/>
          </a:p>
        </p:txBody>
      </p:sp>
      <p:sp>
        <p:nvSpPr>
          <p:cNvPr id="4" name="灯片编号占位符 3"/>
          <p:cNvSpPr>
            <a:spLocks noGrp="1"/>
          </p:cNvSpPr>
          <p:nvPr>
            <p:ph type="sldNum" sz="quarter" idx="5"/>
          </p:nvPr>
        </p:nvSpPr>
        <p:spPr/>
        <p:txBody>
          <a:bodyPr/>
          <a:lstStyle/>
          <a:p>
            <a:fld id="{3F153B75-6F41-4812-AF78-2731A99DC286}" type="slidenum">
              <a:rPr lang="en-AU" smtClean="0"/>
              <a:t>14</a:t>
            </a:fld>
            <a:endParaRPr lang="en-AU"/>
          </a:p>
        </p:txBody>
      </p:sp>
    </p:spTree>
    <p:extLst>
      <p:ext uri="{BB962C8B-B14F-4D97-AF65-F5344CB8AC3E}">
        <p14:creationId xmlns:p14="http://schemas.microsoft.com/office/powerpoint/2010/main" val="3874271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en-GB"/>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GB"/>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04/05/2022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05909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1_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3" name="竖排文字占位符 2"/>
          <p:cNvSpPr>
            <a:spLocks noGrp="1"/>
          </p:cNvSpPr>
          <p:nvPr>
            <p:ph type="body" orient="vert" idx="1"/>
          </p:nvPr>
        </p:nvSpPr>
        <p:spPr>
          <a:xfrm>
            <a:off x="457200" y="1600200"/>
            <a:ext cx="8229600" cy="4525963"/>
          </a:xfrm>
          <a:prstGeom prst="rect">
            <a:avLst/>
          </a:prstGeom>
        </p:spPr>
        <p:txBody>
          <a:bodyPr vert="horz"/>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页脚占位符 4"/>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00633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7786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en-GB"/>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04/05/2022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9860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日期占位符 4"/>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04/05/2022</a:t>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3511954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en-GB"/>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8" name="页脚占位符 7"/>
          <p:cNvSpPr>
            <a:spLocks noGrp="1"/>
          </p:cNvSpPr>
          <p:nvPr>
            <p:ph type="ftr" sz="quarter" idx="11"/>
          </p:nvPr>
        </p:nvSpPr>
        <p:spPr/>
        <p:txBody>
          <a:bodyPr/>
          <a:lstStyle/>
          <a:p>
            <a:endParaRPr lang="en-GB"/>
          </a:p>
        </p:txBody>
      </p:sp>
      <p:sp>
        <p:nvSpPr>
          <p:cNvPr id="9" name="灯片编号占位符 8"/>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32653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4" name="页脚占位符 3"/>
          <p:cNvSpPr>
            <a:spLocks noGrp="1"/>
          </p:cNvSpPr>
          <p:nvPr>
            <p:ph type="ftr" sz="quarter" idx="11"/>
          </p:nvPr>
        </p:nvSpPr>
        <p:spPr/>
        <p:txBody>
          <a:bodyPr/>
          <a:lstStyle/>
          <a:p>
            <a:endParaRPr lang="en-GB"/>
          </a:p>
        </p:txBody>
      </p:sp>
      <p:sp>
        <p:nvSpPr>
          <p:cNvPr id="5" name="灯片编号占位符 4"/>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12724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en-GB"/>
          </a:p>
        </p:txBody>
      </p:sp>
      <p:sp>
        <p:nvSpPr>
          <p:cNvPr id="4" name="灯片编号占位符 3"/>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3889400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en-GB"/>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2924878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en-GB"/>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156117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en-GB"/>
          </a:p>
        </p:txBody>
      </p:sp>
      <p:sp>
        <p:nvSpPr>
          <p:cNvPr id="3" name="竖排文字占位符 2"/>
          <p:cNvSpPr>
            <a:spLocks noGrp="1"/>
          </p:cNvSpPr>
          <p:nvPr>
            <p:ph type="body" orient="vert" idx="1"/>
          </p:nvPr>
        </p:nvSpPr>
        <p:spPr>
          <a:xfrm>
            <a:off x="457200" y="1600200"/>
            <a:ext cx="8229600" cy="4525963"/>
          </a:xfrm>
          <a:prstGeom prst="rect">
            <a:avLst/>
          </a:prstGeom>
        </p:spPr>
        <p:txBody>
          <a:bodyPr vert="horz"/>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04/05/2022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2779936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en-GB"/>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04/05/2022</a:t>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spTree>
    <p:extLst>
      <p:ext uri="{BB962C8B-B14F-4D97-AF65-F5344CB8AC3E}">
        <p14:creationId xmlns:p14="http://schemas.microsoft.com/office/powerpoint/2010/main" val="2408803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130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1BBFFC7-5AFF-4374-B478-E246B74FFF84}" type="datetimeFigureOut">
              <a:rPr lang="en-US" smtClean="0"/>
              <a:t>5/4/2022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2A403D9-1EF9-4D83-8F99-27C64A2CC18F}" type="slidenum">
              <a:rPr lang="en-US" smtClean="0"/>
              <a:t>‹#›</a:t>
            </a:fld>
            <a:endParaRPr lang="en-US"/>
          </a:p>
        </p:txBody>
      </p:sp>
    </p:spTree>
    <p:extLst>
      <p:ext uri="{BB962C8B-B14F-4D97-AF65-F5344CB8AC3E}">
        <p14:creationId xmlns:p14="http://schemas.microsoft.com/office/powerpoint/2010/main" val="2379038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6356350"/>
            <a:ext cx="2133600" cy="365125"/>
          </a:xfrm>
          <a:prstGeom prst="rect">
            <a:avLst/>
          </a:prstGeom>
        </p:spPr>
        <p:txBody>
          <a:bodyPr/>
          <a:lstStyle/>
          <a:p>
            <a:fld id="{51BBFFC7-5AFF-4374-B478-E246B74FFF84}" type="datetimeFigureOut">
              <a:rPr lang="en-US" smtClean="0"/>
              <a:t>5/4/2022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F2A403D9-1EF9-4D83-8F99-27C64A2CC18F}" type="slidenum">
              <a:rPr lang="en-US" smtClean="0"/>
              <a:t>‹#›</a:t>
            </a:fld>
            <a:endParaRPr lang="en-US" dirty="0"/>
          </a:p>
        </p:txBody>
      </p:sp>
    </p:spTree>
    <p:extLst>
      <p:ext uri="{BB962C8B-B14F-4D97-AF65-F5344CB8AC3E}">
        <p14:creationId xmlns:p14="http://schemas.microsoft.com/office/powerpoint/2010/main" val="1904427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eam.">
    <p:spTree>
      <p:nvGrpSpPr>
        <p:cNvPr id="1" name=""/>
        <p:cNvGrpSpPr/>
        <p:nvPr/>
      </p:nvGrpSpPr>
      <p:grpSpPr>
        <a:xfrm>
          <a:off x="0" y="0"/>
          <a:ext cx="0" cy="0"/>
          <a:chOff x="0" y="0"/>
          <a:chExt cx="0" cy="0"/>
        </a:xfrm>
      </p:grpSpPr>
      <p:sp>
        <p:nvSpPr>
          <p:cNvPr id="112" name="Picture Placeholder 7"/>
          <p:cNvSpPr>
            <a:spLocks noGrp="1"/>
          </p:cNvSpPr>
          <p:nvPr>
            <p:ph type="pic" sz="quarter" idx="53" hasCustomPrompt="1"/>
          </p:nvPr>
        </p:nvSpPr>
        <p:spPr>
          <a:xfrm>
            <a:off x="705637"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31" name="Text Placeholder 3"/>
          <p:cNvSpPr>
            <a:spLocks noGrp="1"/>
          </p:cNvSpPr>
          <p:nvPr>
            <p:ph type="body" sz="half" idx="37"/>
          </p:nvPr>
        </p:nvSpPr>
        <p:spPr>
          <a:xfrm>
            <a:off x="752119"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2" name="Text Placeholder 3"/>
          <p:cNvSpPr>
            <a:spLocks noGrp="1"/>
          </p:cNvSpPr>
          <p:nvPr>
            <p:ph type="body" sz="half" idx="50"/>
          </p:nvPr>
        </p:nvSpPr>
        <p:spPr>
          <a:xfrm>
            <a:off x="637819"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33" name="Text Placeholder 3"/>
          <p:cNvSpPr>
            <a:spLocks noGrp="1"/>
          </p:cNvSpPr>
          <p:nvPr>
            <p:ph type="body" sz="half" idx="51"/>
          </p:nvPr>
        </p:nvSpPr>
        <p:spPr>
          <a:xfrm>
            <a:off x="752119" y="4591520"/>
            <a:ext cx="1600200" cy="257040"/>
          </a:xfrm>
          <a:prstGeom prst="rect">
            <a:avLst/>
          </a:prstGeom>
        </p:spPr>
        <p:txBody>
          <a:bodyPr wrap="square" lIns="0" tIns="0" rIns="0" bIns="0" anchor="ctr">
            <a:noAutofit/>
          </a:bodyPr>
          <a:lstStyle>
            <a:lvl1pPr marL="0" indent="0" algn="ctr" rtl="0">
              <a:buNone/>
              <a:defRPr sz="1400" b="1" baseline="0">
                <a:solidFill>
                  <a:schemeClr val="accent1"/>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4" name="Picture Placeholder 7"/>
          <p:cNvSpPr>
            <a:spLocks noGrp="1"/>
          </p:cNvSpPr>
          <p:nvPr>
            <p:ph type="pic" sz="quarter" idx="54" hasCustomPrompt="1"/>
          </p:nvPr>
        </p:nvSpPr>
        <p:spPr>
          <a:xfrm>
            <a:off x="2716273"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35" name="Text Placeholder 3"/>
          <p:cNvSpPr>
            <a:spLocks noGrp="1"/>
          </p:cNvSpPr>
          <p:nvPr>
            <p:ph type="body" sz="half" idx="55"/>
          </p:nvPr>
        </p:nvSpPr>
        <p:spPr>
          <a:xfrm>
            <a:off x="2762755"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6" name="Text Placeholder 3"/>
          <p:cNvSpPr>
            <a:spLocks noGrp="1"/>
          </p:cNvSpPr>
          <p:nvPr>
            <p:ph type="body" sz="half" idx="56"/>
          </p:nvPr>
        </p:nvSpPr>
        <p:spPr>
          <a:xfrm>
            <a:off x="2648455"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37" name="Text Placeholder 3"/>
          <p:cNvSpPr>
            <a:spLocks noGrp="1"/>
          </p:cNvSpPr>
          <p:nvPr>
            <p:ph type="body" sz="half" idx="57"/>
          </p:nvPr>
        </p:nvSpPr>
        <p:spPr>
          <a:xfrm>
            <a:off x="2762755" y="4591520"/>
            <a:ext cx="1600200" cy="257040"/>
          </a:xfrm>
          <a:prstGeom prst="rect">
            <a:avLst/>
          </a:prstGeom>
        </p:spPr>
        <p:txBody>
          <a:bodyPr wrap="square" lIns="0" tIns="0" rIns="0" bIns="0" anchor="ctr">
            <a:noAutofit/>
          </a:bodyPr>
          <a:lstStyle>
            <a:lvl1pPr marL="0" indent="0" algn="ctr" rtl="0">
              <a:buNone/>
              <a:defRPr sz="1400" b="1" baseline="0">
                <a:solidFill>
                  <a:schemeClr val="accent2"/>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38" name="Picture Placeholder 7"/>
          <p:cNvSpPr>
            <a:spLocks noGrp="1"/>
          </p:cNvSpPr>
          <p:nvPr>
            <p:ph type="pic" sz="quarter" idx="58" hasCustomPrompt="1"/>
          </p:nvPr>
        </p:nvSpPr>
        <p:spPr>
          <a:xfrm>
            <a:off x="4726909"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39" name="Text Placeholder 3"/>
          <p:cNvSpPr>
            <a:spLocks noGrp="1"/>
          </p:cNvSpPr>
          <p:nvPr>
            <p:ph type="body" sz="half" idx="59"/>
          </p:nvPr>
        </p:nvSpPr>
        <p:spPr>
          <a:xfrm>
            <a:off x="4773391"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40" name="Text Placeholder 3"/>
          <p:cNvSpPr>
            <a:spLocks noGrp="1"/>
          </p:cNvSpPr>
          <p:nvPr>
            <p:ph type="body" sz="half" idx="60"/>
          </p:nvPr>
        </p:nvSpPr>
        <p:spPr>
          <a:xfrm>
            <a:off x="4659091"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41" name="Text Placeholder 3"/>
          <p:cNvSpPr>
            <a:spLocks noGrp="1"/>
          </p:cNvSpPr>
          <p:nvPr>
            <p:ph type="body" sz="half" idx="61"/>
          </p:nvPr>
        </p:nvSpPr>
        <p:spPr>
          <a:xfrm>
            <a:off x="4773391" y="4591520"/>
            <a:ext cx="1600200" cy="257040"/>
          </a:xfrm>
          <a:prstGeom prst="rect">
            <a:avLst/>
          </a:prstGeom>
        </p:spPr>
        <p:txBody>
          <a:bodyPr wrap="square" lIns="0" tIns="0" rIns="0" bIns="0" anchor="ctr">
            <a:noAutofit/>
          </a:bodyPr>
          <a:lstStyle>
            <a:lvl1pPr marL="0" indent="0" algn="ctr" rtl="0">
              <a:buNone/>
              <a:defRPr sz="1400" b="1" baseline="0">
                <a:solidFill>
                  <a:schemeClr val="accent3"/>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42" name="Picture Placeholder 7"/>
          <p:cNvSpPr>
            <a:spLocks noGrp="1"/>
          </p:cNvSpPr>
          <p:nvPr>
            <p:ph type="pic" sz="quarter" idx="62" hasCustomPrompt="1"/>
          </p:nvPr>
        </p:nvSpPr>
        <p:spPr>
          <a:xfrm>
            <a:off x="6737546" y="2026581"/>
            <a:ext cx="1693164" cy="2257552"/>
          </a:xfrm>
          <a:prstGeom prst="ellipse">
            <a:avLst/>
          </a:prstGeom>
          <a:ln w="76200">
            <a:solidFill>
              <a:schemeClr val="bg1">
                <a:lumMod val="65000"/>
              </a:schemeClr>
            </a:solidFill>
          </a:ln>
          <a:effectLst>
            <a:outerShdw blurRad="50800" dist="38100" dir="5400000" algn="t" rotWithShape="0">
              <a:prstClr val="black">
                <a:alpha val="40000"/>
              </a:prstClr>
            </a:out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43" name="Text Placeholder 3"/>
          <p:cNvSpPr>
            <a:spLocks noGrp="1"/>
          </p:cNvSpPr>
          <p:nvPr>
            <p:ph type="body" sz="half" idx="63"/>
          </p:nvPr>
        </p:nvSpPr>
        <p:spPr>
          <a:xfrm>
            <a:off x="6784028" y="4893524"/>
            <a:ext cx="1600200" cy="257040"/>
          </a:xfrm>
          <a:prstGeom prst="rect">
            <a:avLst/>
          </a:prstGeom>
        </p:spPr>
        <p:txBody>
          <a:bodyPr wrap="square" lIns="0" tIns="0" rIns="0" bIns="0" anchor="ctr">
            <a:noAutofit/>
          </a:bodyPr>
          <a:lstStyle>
            <a:lvl1pPr marL="0" indent="0" algn="ctr">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44" name="Text Placeholder 3"/>
          <p:cNvSpPr>
            <a:spLocks noGrp="1"/>
          </p:cNvSpPr>
          <p:nvPr>
            <p:ph type="body" sz="half" idx="64"/>
          </p:nvPr>
        </p:nvSpPr>
        <p:spPr>
          <a:xfrm>
            <a:off x="6669728" y="5199369"/>
            <a:ext cx="1828800" cy="1146048"/>
          </a:xfrm>
          <a:prstGeom prst="rect">
            <a:avLst/>
          </a:prstGeom>
        </p:spPr>
        <p:txBody>
          <a:bodyPr wrap="square" lIns="0" tIns="0" rIns="0" bIns="0" anchor="t">
            <a:noAutofit/>
          </a:bodyPr>
          <a:lstStyle>
            <a:lvl1pPr marL="0" indent="0" algn="ctr" rtl="0">
              <a:buNone/>
              <a:defRPr sz="1100" b="0" baseline="0">
                <a:solidFill>
                  <a:schemeClr val="tx1">
                    <a:lumMod val="50000"/>
                    <a:lumOff val="50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algn="ctr"/>
            <a:endParaRPr lang="en-US" sz="1000" dirty="0">
              <a:solidFill>
                <a:schemeClr val="tx1">
                  <a:lumMod val="50000"/>
                  <a:lumOff val="50000"/>
                </a:schemeClr>
              </a:solidFill>
            </a:endParaRPr>
          </a:p>
        </p:txBody>
      </p:sp>
      <p:sp>
        <p:nvSpPr>
          <p:cNvPr id="45" name="Text Placeholder 3"/>
          <p:cNvSpPr>
            <a:spLocks noGrp="1"/>
          </p:cNvSpPr>
          <p:nvPr>
            <p:ph type="body" sz="half" idx="65"/>
          </p:nvPr>
        </p:nvSpPr>
        <p:spPr>
          <a:xfrm>
            <a:off x="6784028" y="4591520"/>
            <a:ext cx="1600200" cy="257040"/>
          </a:xfrm>
          <a:prstGeom prst="rect">
            <a:avLst/>
          </a:prstGeom>
        </p:spPr>
        <p:txBody>
          <a:bodyPr wrap="square" lIns="0" tIns="0" rIns="0" bIns="0" anchor="ctr">
            <a:noAutofit/>
          </a:bodyPr>
          <a:lstStyle>
            <a:lvl1pPr marL="0" indent="0" algn="ctr" rtl="0">
              <a:buNone/>
              <a:defRPr sz="1400" b="1" baseline="0">
                <a:solidFill>
                  <a:schemeClr val="accent4"/>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Tree>
    <p:extLst>
      <p:ext uri="{BB962C8B-B14F-4D97-AF65-F5344CB8AC3E}">
        <p14:creationId xmlns:p14="http://schemas.microsoft.com/office/powerpoint/2010/main" val="142192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p:cTn id="7" dur="500" fill="hold"/>
                                        <p:tgtEl>
                                          <p:spTgt spid="112"/>
                                        </p:tgtEl>
                                        <p:attrNameLst>
                                          <p:attrName>ppt_w</p:attrName>
                                        </p:attrNameLst>
                                      </p:cBhvr>
                                      <p:tavLst>
                                        <p:tav tm="0">
                                          <p:val>
                                            <p:fltVal val="0"/>
                                          </p:val>
                                        </p:tav>
                                        <p:tav tm="100000">
                                          <p:val>
                                            <p:strVal val="#ppt_w"/>
                                          </p:val>
                                        </p:tav>
                                      </p:tavLst>
                                    </p:anim>
                                    <p:anim calcmode="lin" valueType="num">
                                      <p:cBhvr>
                                        <p:cTn id="8" dur="500" fill="hold"/>
                                        <p:tgtEl>
                                          <p:spTgt spid="11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nodePh="1">
                                  <p:stCondLst>
                                    <p:cond delay="0"/>
                                  </p:stCondLst>
                                  <p:endCondLst>
                                    <p:cond evt="begin" delay="0">
                                      <p:tn val="10"/>
                                    </p:cond>
                                  </p:endCondLst>
                                  <p:childTnLst>
                                    <p:set>
                                      <p:cBhvr>
                                        <p:cTn id="11" dur="1" fill="hold">
                                          <p:stCondLst>
                                            <p:cond delay="0"/>
                                          </p:stCondLst>
                                        </p:cTn>
                                        <p:tgtEl>
                                          <p:spTgt spid="33">
                                            <p:txEl>
                                              <p:pRg st="0" end="0"/>
                                            </p:txEl>
                                          </p:spTgt>
                                        </p:tgtEl>
                                        <p:attrNameLst>
                                          <p:attrName>style.visibility</p:attrName>
                                        </p:attrNameLst>
                                      </p:cBhvr>
                                      <p:to>
                                        <p:strVal val="visible"/>
                                      </p:to>
                                    </p:set>
                                    <p:animEffect transition="in" filter="fade">
                                      <p:cBhvr>
                                        <p:cTn id="12" dur="500"/>
                                        <p:tgtEl>
                                          <p:spTgt spid="33">
                                            <p:txEl>
                                              <p:pRg st="0" end="0"/>
                                            </p:txEl>
                                          </p:spTgt>
                                        </p:tgtEl>
                                      </p:cBhvr>
                                    </p:animEffect>
                                  </p:childTnLst>
                                </p:cTn>
                              </p:par>
                              <p:par>
                                <p:cTn id="13" presetID="10" presetClass="entr" presetSubtype="0" fill="hold" grpId="0" nodeType="withEffect" nodePh="1">
                                  <p:stCondLst>
                                    <p:cond delay="0"/>
                                  </p:stCondLst>
                                  <p:endCondLst>
                                    <p:cond evt="begin" delay="0">
                                      <p:tn val="13"/>
                                    </p:cond>
                                  </p:endCondLst>
                                  <p:childTnLst>
                                    <p:set>
                                      <p:cBhvr>
                                        <p:cTn id="14" dur="1" fill="hold">
                                          <p:stCondLst>
                                            <p:cond delay="0"/>
                                          </p:stCondLst>
                                        </p:cTn>
                                        <p:tgtEl>
                                          <p:spTgt spid="31">
                                            <p:txEl>
                                              <p:pRg st="0" end="0"/>
                                            </p:txEl>
                                          </p:spTgt>
                                        </p:tgtEl>
                                        <p:attrNameLst>
                                          <p:attrName>style.visibility</p:attrName>
                                        </p:attrNameLst>
                                      </p:cBhvr>
                                      <p:to>
                                        <p:strVal val="visible"/>
                                      </p:to>
                                    </p:set>
                                    <p:animEffect transition="in" filter="fade">
                                      <p:cBhvr>
                                        <p:cTn id="15" dur="500"/>
                                        <p:tgtEl>
                                          <p:spTgt spid="31">
                                            <p:txEl>
                                              <p:pRg st="0" end="0"/>
                                            </p:txEl>
                                          </p:spTgt>
                                        </p:tgtEl>
                                      </p:cBhvr>
                                    </p:animEffect>
                                  </p:childTnLst>
                                </p:cTn>
                              </p:par>
                            </p:childTnLst>
                          </p:cTn>
                        </p:par>
                        <p:par>
                          <p:cTn id="16" fill="hold">
                            <p:stCondLst>
                              <p:cond delay="1000"/>
                            </p:stCondLst>
                            <p:childTnLst>
                              <p:par>
                                <p:cTn id="17" presetID="2" presetClass="entr" presetSubtype="4" accel="50000" decel="50000" fill="hold" grpId="0" nodeType="afterEffect" nodePh="1">
                                  <p:stCondLst>
                                    <p:cond delay="0"/>
                                  </p:stCondLst>
                                  <p:endCondLst>
                                    <p:cond evt="begin" delay="0">
                                      <p:tn val="17"/>
                                    </p:cond>
                                  </p:endCondLst>
                                  <p:childTnLst>
                                    <p:set>
                                      <p:cBhvr>
                                        <p:cTn id="18" dur="1" fill="hold">
                                          <p:stCondLst>
                                            <p:cond delay="0"/>
                                          </p:stCondLst>
                                        </p:cTn>
                                        <p:tgtEl>
                                          <p:spTgt spid="32">
                                            <p:txEl>
                                              <p:pRg st="0" end="0"/>
                                            </p:txEl>
                                          </p:spTgt>
                                        </p:tgtEl>
                                        <p:attrNameLst>
                                          <p:attrName>style.visibility</p:attrName>
                                        </p:attrNameLst>
                                      </p:cBhvr>
                                      <p:to>
                                        <p:strVal val="visible"/>
                                      </p:to>
                                    </p:set>
                                    <p:anim calcmode="lin" valueType="num">
                                      <p:cBhvr additive="base">
                                        <p:cTn id="19"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23" presetClass="entr" presetSubtype="16"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p:cTn id="24" dur="500" fill="hold"/>
                                        <p:tgtEl>
                                          <p:spTgt spid="34"/>
                                        </p:tgtEl>
                                        <p:attrNameLst>
                                          <p:attrName>ppt_w</p:attrName>
                                        </p:attrNameLst>
                                      </p:cBhvr>
                                      <p:tavLst>
                                        <p:tav tm="0">
                                          <p:val>
                                            <p:fltVal val="0"/>
                                          </p:val>
                                        </p:tav>
                                        <p:tav tm="100000">
                                          <p:val>
                                            <p:strVal val="#ppt_w"/>
                                          </p:val>
                                        </p:tav>
                                      </p:tavLst>
                                    </p:anim>
                                    <p:anim calcmode="lin" valueType="num">
                                      <p:cBhvr>
                                        <p:cTn id="25" dur="500" fill="hold"/>
                                        <p:tgtEl>
                                          <p:spTgt spid="34"/>
                                        </p:tgtEl>
                                        <p:attrNameLst>
                                          <p:attrName>ppt_h</p:attrName>
                                        </p:attrNameLst>
                                      </p:cBhvr>
                                      <p:tavLst>
                                        <p:tav tm="0">
                                          <p:val>
                                            <p:fltVal val="0"/>
                                          </p:val>
                                        </p:tav>
                                        <p:tav tm="100000">
                                          <p:val>
                                            <p:strVal val="#ppt_h"/>
                                          </p:val>
                                        </p:tav>
                                      </p:tavLst>
                                    </p:anim>
                                  </p:childTnLst>
                                </p:cTn>
                              </p:par>
                            </p:childTnLst>
                          </p:cTn>
                        </p:par>
                        <p:par>
                          <p:cTn id="26" fill="hold">
                            <p:stCondLst>
                              <p:cond delay="2000"/>
                            </p:stCondLst>
                            <p:childTnLst>
                              <p:par>
                                <p:cTn id="27" presetID="10" presetClass="entr" presetSubtype="0" fill="hold" grpId="0" nodeType="afterEffect" nodePh="1">
                                  <p:stCondLst>
                                    <p:cond delay="0"/>
                                  </p:stCondLst>
                                  <p:endCondLst>
                                    <p:cond evt="begin" delay="0">
                                      <p:tn val="27"/>
                                    </p:cond>
                                  </p:endCondLst>
                                  <p:childTnLst>
                                    <p:set>
                                      <p:cBhvr>
                                        <p:cTn id="28" dur="1" fill="hold">
                                          <p:stCondLst>
                                            <p:cond delay="0"/>
                                          </p:stCondLst>
                                        </p:cTn>
                                        <p:tgtEl>
                                          <p:spTgt spid="37">
                                            <p:txEl>
                                              <p:pRg st="0" end="0"/>
                                            </p:txEl>
                                          </p:spTgt>
                                        </p:tgtEl>
                                        <p:attrNameLst>
                                          <p:attrName>style.visibility</p:attrName>
                                        </p:attrNameLst>
                                      </p:cBhvr>
                                      <p:to>
                                        <p:strVal val="visible"/>
                                      </p:to>
                                    </p:set>
                                    <p:animEffect transition="in" filter="fade">
                                      <p:cBhvr>
                                        <p:cTn id="29" dur="500"/>
                                        <p:tgtEl>
                                          <p:spTgt spid="37">
                                            <p:txEl>
                                              <p:pRg st="0" end="0"/>
                                            </p:txEl>
                                          </p:spTgt>
                                        </p:tgtEl>
                                      </p:cBhvr>
                                    </p:animEffect>
                                  </p:childTnLst>
                                </p:cTn>
                              </p:par>
                              <p:par>
                                <p:cTn id="30" presetID="10" presetClass="entr" presetSubtype="0" fill="hold" grpId="0" nodeType="withEffect" nodePh="1">
                                  <p:stCondLst>
                                    <p:cond delay="0"/>
                                  </p:stCondLst>
                                  <p:endCondLst>
                                    <p:cond evt="begin" delay="0">
                                      <p:tn val="30"/>
                                    </p:cond>
                                  </p:endCondLst>
                                  <p:childTnLst>
                                    <p:set>
                                      <p:cBhvr>
                                        <p:cTn id="31" dur="1" fill="hold">
                                          <p:stCondLst>
                                            <p:cond delay="0"/>
                                          </p:stCondLst>
                                        </p:cTn>
                                        <p:tgtEl>
                                          <p:spTgt spid="35">
                                            <p:txEl>
                                              <p:pRg st="0" end="0"/>
                                            </p:txEl>
                                          </p:spTgt>
                                        </p:tgtEl>
                                        <p:attrNameLst>
                                          <p:attrName>style.visibility</p:attrName>
                                        </p:attrNameLst>
                                      </p:cBhvr>
                                      <p:to>
                                        <p:strVal val="visible"/>
                                      </p:to>
                                    </p:set>
                                    <p:animEffect transition="in" filter="fade">
                                      <p:cBhvr>
                                        <p:cTn id="32" dur="500"/>
                                        <p:tgtEl>
                                          <p:spTgt spid="35">
                                            <p:txEl>
                                              <p:pRg st="0" end="0"/>
                                            </p:txEl>
                                          </p:spTgt>
                                        </p:tgtEl>
                                      </p:cBhvr>
                                    </p:animEffect>
                                  </p:childTnLst>
                                </p:cTn>
                              </p:par>
                            </p:childTnLst>
                          </p:cTn>
                        </p:par>
                        <p:par>
                          <p:cTn id="33" fill="hold">
                            <p:stCondLst>
                              <p:cond delay="2500"/>
                            </p:stCondLst>
                            <p:childTnLst>
                              <p:par>
                                <p:cTn id="34" presetID="2" presetClass="entr" presetSubtype="4" accel="50000" decel="50000" fill="hold" grpId="0" nodeType="afterEffect" nodePh="1">
                                  <p:stCondLst>
                                    <p:cond delay="0"/>
                                  </p:stCondLst>
                                  <p:endCondLst>
                                    <p:cond evt="begin" delay="0">
                                      <p:tn val="34"/>
                                    </p:cond>
                                  </p:endCondLst>
                                  <p:childTnLst>
                                    <p:set>
                                      <p:cBhvr>
                                        <p:cTn id="35" dur="1" fill="hold">
                                          <p:stCondLst>
                                            <p:cond delay="0"/>
                                          </p:stCondLst>
                                        </p:cTn>
                                        <p:tgtEl>
                                          <p:spTgt spid="36">
                                            <p:txEl>
                                              <p:pRg st="0" end="0"/>
                                            </p:txEl>
                                          </p:spTgt>
                                        </p:tgtEl>
                                        <p:attrNameLst>
                                          <p:attrName>style.visibility</p:attrName>
                                        </p:attrNameLst>
                                      </p:cBhvr>
                                      <p:to>
                                        <p:strVal val="visible"/>
                                      </p:to>
                                    </p:set>
                                    <p:anim calcmode="lin" valueType="num">
                                      <p:cBhvr additive="base">
                                        <p:cTn id="36"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6">
                                            <p:txEl>
                                              <p:pRg st="0" end="0"/>
                                            </p:txEl>
                                          </p:spTgt>
                                        </p:tgtEl>
                                        <p:attrNameLst>
                                          <p:attrName>ppt_y</p:attrName>
                                        </p:attrNameLst>
                                      </p:cBhvr>
                                      <p:tavLst>
                                        <p:tav tm="0">
                                          <p:val>
                                            <p:strVal val="1+#ppt_h/2"/>
                                          </p:val>
                                        </p:tav>
                                        <p:tav tm="100000">
                                          <p:val>
                                            <p:strVal val="#ppt_y"/>
                                          </p:val>
                                        </p:tav>
                                      </p:tavLst>
                                    </p:anim>
                                  </p:childTnLst>
                                </p:cTn>
                              </p:par>
                            </p:childTnLst>
                          </p:cTn>
                        </p:par>
                        <p:par>
                          <p:cTn id="38" fill="hold">
                            <p:stCondLst>
                              <p:cond delay="3000"/>
                            </p:stCondLst>
                            <p:childTnLst>
                              <p:par>
                                <p:cTn id="39" presetID="23" presetClass="entr" presetSubtype="16"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p:cTn id="41" dur="500" fill="hold"/>
                                        <p:tgtEl>
                                          <p:spTgt spid="38"/>
                                        </p:tgtEl>
                                        <p:attrNameLst>
                                          <p:attrName>ppt_w</p:attrName>
                                        </p:attrNameLst>
                                      </p:cBhvr>
                                      <p:tavLst>
                                        <p:tav tm="0">
                                          <p:val>
                                            <p:fltVal val="0"/>
                                          </p:val>
                                        </p:tav>
                                        <p:tav tm="100000">
                                          <p:val>
                                            <p:strVal val="#ppt_w"/>
                                          </p:val>
                                        </p:tav>
                                      </p:tavLst>
                                    </p:anim>
                                    <p:anim calcmode="lin" valueType="num">
                                      <p:cBhvr>
                                        <p:cTn id="42" dur="500" fill="hold"/>
                                        <p:tgtEl>
                                          <p:spTgt spid="38"/>
                                        </p:tgtEl>
                                        <p:attrNameLst>
                                          <p:attrName>ppt_h</p:attrName>
                                        </p:attrNameLst>
                                      </p:cBhvr>
                                      <p:tavLst>
                                        <p:tav tm="0">
                                          <p:val>
                                            <p:fltVal val="0"/>
                                          </p:val>
                                        </p:tav>
                                        <p:tav tm="100000">
                                          <p:val>
                                            <p:strVal val="#ppt_h"/>
                                          </p:val>
                                        </p:tav>
                                      </p:tavLst>
                                    </p:anim>
                                  </p:childTnLst>
                                </p:cTn>
                              </p:par>
                            </p:childTnLst>
                          </p:cTn>
                        </p:par>
                        <p:par>
                          <p:cTn id="43" fill="hold">
                            <p:stCondLst>
                              <p:cond delay="3500"/>
                            </p:stCondLst>
                            <p:childTnLst>
                              <p:par>
                                <p:cTn id="44" presetID="10" presetClass="entr" presetSubtype="0" fill="hold" grpId="0" nodeType="afterEffect" nodePh="1">
                                  <p:stCondLst>
                                    <p:cond delay="0"/>
                                  </p:stCondLst>
                                  <p:endCondLst>
                                    <p:cond evt="begin" delay="0">
                                      <p:tn val="44"/>
                                    </p:cond>
                                  </p:endCondLst>
                                  <p:childTnLst>
                                    <p:set>
                                      <p:cBhvr>
                                        <p:cTn id="45" dur="1" fill="hold">
                                          <p:stCondLst>
                                            <p:cond delay="0"/>
                                          </p:stCondLst>
                                        </p:cTn>
                                        <p:tgtEl>
                                          <p:spTgt spid="41">
                                            <p:txEl>
                                              <p:pRg st="0" end="0"/>
                                            </p:txEl>
                                          </p:spTgt>
                                        </p:tgtEl>
                                        <p:attrNameLst>
                                          <p:attrName>style.visibility</p:attrName>
                                        </p:attrNameLst>
                                      </p:cBhvr>
                                      <p:to>
                                        <p:strVal val="visible"/>
                                      </p:to>
                                    </p:set>
                                    <p:animEffect transition="in" filter="fade">
                                      <p:cBhvr>
                                        <p:cTn id="46" dur="500"/>
                                        <p:tgtEl>
                                          <p:spTgt spid="41">
                                            <p:txEl>
                                              <p:pRg st="0" end="0"/>
                                            </p:txEl>
                                          </p:spTgt>
                                        </p:tgtEl>
                                      </p:cBhvr>
                                    </p:animEffect>
                                  </p:childTnLst>
                                </p:cTn>
                              </p:par>
                              <p:par>
                                <p:cTn id="47" presetID="10" presetClass="entr" presetSubtype="0" fill="hold" grpId="0" nodeType="withEffect" nodePh="1">
                                  <p:stCondLst>
                                    <p:cond delay="0"/>
                                  </p:stCondLst>
                                  <p:endCondLst>
                                    <p:cond evt="begin" delay="0">
                                      <p:tn val="47"/>
                                    </p:cond>
                                  </p:endCondLst>
                                  <p:childTnLst>
                                    <p:set>
                                      <p:cBhvr>
                                        <p:cTn id="48" dur="1" fill="hold">
                                          <p:stCondLst>
                                            <p:cond delay="0"/>
                                          </p:stCondLst>
                                        </p:cTn>
                                        <p:tgtEl>
                                          <p:spTgt spid="39">
                                            <p:txEl>
                                              <p:pRg st="0" end="0"/>
                                            </p:txEl>
                                          </p:spTgt>
                                        </p:tgtEl>
                                        <p:attrNameLst>
                                          <p:attrName>style.visibility</p:attrName>
                                        </p:attrNameLst>
                                      </p:cBhvr>
                                      <p:to>
                                        <p:strVal val="visible"/>
                                      </p:to>
                                    </p:set>
                                    <p:animEffect transition="in" filter="fade">
                                      <p:cBhvr>
                                        <p:cTn id="49" dur="500"/>
                                        <p:tgtEl>
                                          <p:spTgt spid="39">
                                            <p:txEl>
                                              <p:pRg st="0" end="0"/>
                                            </p:txEl>
                                          </p:spTgt>
                                        </p:tgtEl>
                                      </p:cBhvr>
                                    </p:animEffect>
                                  </p:childTnLst>
                                </p:cTn>
                              </p:par>
                            </p:childTnLst>
                          </p:cTn>
                        </p:par>
                        <p:par>
                          <p:cTn id="50" fill="hold">
                            <p:stCondLst>
                              <p:cond delay="4000"/>
                            </p:stCondLst>
                            <p:childTnLst>
                              <p:par>
                                <p:cTn id="51" presetID="2" presetClass="entr" presetSubtype="4" accel="50000" decel="50000" fill="hold" grpId="0" nodeType="afterEffect" nodePh="1">
                                  <p:stCondLst>
                                    <p:cond delay="0"/>
                                  </p:stCondLst>
                                  <p:endCondLst>
                                    <p:cond evt="begin" delay="0">
                                      <p:tn val="51"/>
                                    </p:cond>
                                  </p:endCondLst>
                                  <p:childTnLst>
                                    <p:set>
                                      <p:cBhvr>
                                        <p:cTn id="52" dur="1" fill="hold">
                                          <p:stCondLst>
                                            <p:cond delay="0"/>
                                          </p:stCondLst>
                                        </p:cTn>
                                        <p:tgtEl>
                                          <p:spTgt spid="40">
                                            <p:txEl>
                                              <p:pRg st="0" end="0"/>
                                            </p:txEl>
                                          </p:spTgt>
                                        </p:tgtEl>
                                        <p:attrNameLst>
                                          <p:attrName>style.visibility</p:attrName>
                                        </p:attrNameLst>
                                      </p:cBhvr>
                                      <p:to>
                                        <p:strVal val="visible"/>
                                      </p:to>
                                    </p:set>
                                    <p:anim calcmode="lin" valueType="num">
                                      <p:cBhvr additive="base">
                                        <p:cTn id="53" dur="50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0">
                                            <p:txEl>
                                              <p:pRg st="0" end="0"/>
                                            </p:txEl>
                                          </p:spTgt>
                                        </p:tgtEl>
                                        <p:attrNameLst>
                                          <p:attrName>ppt_y</p:attrName>
                                        </p:attrNameLst>
                                      </p:cBhvr>
                                      <p:tavLst>
                                        <p:tav tm="0">
                                          <p:val>
                                            <p:strVal val="1+#ppt_h/2"/>
                                          </p:val>
                                        </p:tav>
                                        <p:tav tm="100000">
                                          <p:val>
                                            <p:strVal val="#ppt_y"/>
                                          </p:val>
                                        </p:tav>
                                      </p:tavLst>
                                    </p:anim>
                                  </p:childTnLst>
                                </p:cTn>
                              </p:par>
                            </p:childTnLst>
                          </p:cTn>
                        </p:par>
                        <p:par>
                          <p:cTn id="55" fill="hold">
                            <p:stCondLst>
                              <p:cond delay="4500"/>
                            </p:stCondLst>
                            <p:childTnLst>
                              <p:par>
                                <p:cTn id="56" presetID="23" presetClass="entr" presetSubtype="16" fill="hold" grpId="0" nodeType="afterEffect">
                                  <p:stCondLst>
                                    <p:cond delay="0"/>
                                  </p:stCondLst>
                                  <p:childTnLst>
                                    <p:set>
                                      <p:cBhvr>
                                        <p:cTn id="57" dur="1" fill="hold">
                                          <p:stCondLst>
                                            <p:cond delay="0"/>
                                          </p:stCondLst>
                                        </p:cTn>
                                        <p:tgtEl>
                                          <p:spTgt spid="42"/>
                                        </p:tgtEl>
                                        <p:attrNameLst>
                                          <p:attrName>style.visibility</p:attrName>
                                        </p:attrNameLst>
                                      </p:cBhvr>
                                      <p:to>
                                        <p:strVal val="visible"/>
                                      </p:to>
                                    </p:set>
                                    <p:anim calcmode="lin" valueType="num">
                                      <p:cBhvr>
                                        <p:cTn id="58" dur="500" fill="hold"/>
                                        <p:tgtEl>
                                          <p:spTgt spid="42"/>
                                        </p:tgtEl>
                                        <p:attrNameLst>
                                          <p:attrName>ppt_w</p:attrName>
                                        </p:attrNameLst>
                                      </p:cBhvr>
                                      <p:tavLst>
                                        <p:tav tm="0">
                                          <p:val>
                                            <p:fltVal val="0"/>
                                          </p:val>
                                        </p:tav>
                                        <p:tav tm="100000">
                                          <p:val>
                                            <p:strVal val="#ppt_w"/>
                                          </p:val>
                                        </p:tav>
                                      </p:tavLst>
                                    </p:anim>
                                    <p:anim calcmode="lin" valueType="num">
                                      <p:cBhvr>
                                        <p:cTn id="59" dur="500" fill="hold"/>
                                        <p:tgtEl>
                                          <p:spTgt spid="42"/>
                                        </p:tgtEl>
                                        <p:attrNameLst>
                                          <p:attrName>ppt_h</p:attrName>
                                        </p:attrNameLst>
                                      </p:cBhvr>
                                      <p:tavLst>
                                        <p:tav tm="0">
                                          <p:val>
                                            <p:fltVal val="0"/>
                                          </p:val>
                                        </p:tav>
                                        <p:tav tm="100000">
                                          <p:val>
                                            <p:strVal val="#ppt_h"/>
                                          </p:val>
                                        </p:tav>
                                      </p:tavLst>
                                    </p:anim>
                                  </p:childTnLst>
                                </p:cTn>
                              </p:par>
                            </p:childTnLst>
                          </p:cTn>
                        </p:par>
                        <p:par>
                          <p:cTn id="60" fill="hold">
                            <p:stCondLst>
                              <p:cond delay="5000"/>
                            </p:stCondLst>
                            <p:childTnLst>
                              <p:par>
                                <p:cTn id="61" presetID="10" presetClass="entr" presetSubtype="0" fill="hold" grpId="0" nodeType="afterEffect" nodePh="1">
                                  <p:stCondLst>
                                    <p:cond delay="0"/>
                                  </p:stCondLst>
                                  <p:endCondLst>
                                    <p:cond evt="begin" delay="0">
                                      <p:tn val="61"/>
                                    </p:cond>
                                  </p:end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fade">
                                      <p:cBhvr>
                                        <p:cTn id="63" dur="500"/>
                                        <p:tgtEl>
                                          <p:spTgt spid="45">
                                            <p:txEl>
                                              <p:pRg st="0" end="0"/>
                                            </p:txEl>
                                          </p:spTgt>
                                        </p:tgtEl>
                                      </p:cBhvr>
                                    </p:animEffect>
                                  </p:childTnLst>
                                </p:cTn>
                              </p:par>
                              <p:par>
                                <p:cTn id="64" presetID="10" presetClass="entr" presetSubtype="0" fill="hold" grpId="0" nodeType="withEffect" nodePh="1">
                                  <p:stCondLst>
                                    <p:cond delay="0"/>
                                  </p:stCondLst>
                                  <p:endCondLst>
                                    <p:cond evt="begin" delay="0">
                                      <p:tn val="64"/>
                                    </p:cond>
                                  </p:endCondLst>
                                  <p:childTnLst>
                                    <p:set>
                                      <p:cBhvr>
                                        <p:cTn id="65" dur="1" fill="hold">
                                          <p:stCondLst>
                                            <p:cond delay="0"/>
                                          </p:stCondLst>
                                        </p:cTn>
                                        <p:tgtEl>
                                          <p:spTgt spid="43">
                                            <p:txEl>
                                              <p:pRg st="0" end="0"/>
                                            </p:txEl>
                                          </p:spTgt>
                                        </p:tgtEl>
                                        <p:attrNameLst>
                                          <p:attrName>style.visibility</p:attrName>
                                        </p:attrNameLst>
                                      </p:cBhvr>
                                      <p:to>
                                        <p:strVal val="visible"/>
                                      </p:to>
                                    </p:set>
                                    <p:animEffect transition="in" filter="fade">
                                      <p:cBhvr>
                                        <p:cTn id="66" dur="500"/>
                                        <p:tgtEl>
                                          <p:spTgt spid="43">
                                            <p:txEl>
                                              <p:pRg st="0" end="0"/>
                                            </p:txEl>
                                          </p:spTgt>
                                        </p:tgtEl>
                                      </p:cBhvr>
                                    </p:animEffect>
                                  </p:childTnLst>
                                </p:cTn>
                              </p:par>
                            </p:childTnLst>
                          </p:cTn>
                        </p:par>
                        <p:par>
                          <p:cTn id="67" fill="hold">
                            <p:stCondLst>
                              <p:cond delay="5500"/>
                            </p:stCondLst>
                            <p:childTnLst>
                              <p:par>
                                <p:cTn id="68" presetID="2" presetClass="entr" presetSubtype="4" accel="50000" decel="50000" fill="hold" grpId="0" nodeType="afterEffect" nodePh="1">
                                  <p:stCondLst>
                                    <p:cond delay="0"/>
                                  </p:stCondLst>
                                  <p:endCondLst>
                                    <p:cond evt="begin" delay="0">
                                      <p:tn val="68"/>
                                    </p:cond>
                                  </p:endCondLst>
                                  <p:childTnLst>
                                    <p:set>
                                      <p:cBhvr>
                                        <p:cTn id="69" dur="1" fill="hold">
                                          <p:stCondLst>
                                            <p:cond delay="0"/>
                                          </p:stCondLst>
                                        </p:cTn>
                                        <p:tgtEl>
                                          <p:spTgt spid="44">
                                            <p:txEl>
                                              <p:pRg st="0" end="0"/>
                                            </p:txEl>
                                          </p:spTgt>
                                        </p:tgtEl>
                                        <p:attrNameLst>
                                          <p:attrName>style.visibility</p:attrName>
                                        </p:attrNameLst>
                                      </p:cBhvr>
                                      <p:to>
                                        <p:strVal val="visible"/>
                                      </p:to>
                                    </p:set>
                                    <p:anim calcmode="lin" valueType="num">
                                      <p:cBhvr additive="base">
                                        <p:cTn id="70" dur="5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4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31"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animBg="1"/>
      <p:bldP spid="35"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P spid="37"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animBg="1"/>
      <p:bldP spid="39"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ppt_x"/>
                          </p:val>
                        </p:tav>
                        <p:tav tm="100000">
                          <p:val>
                            <p:strVal val="#ppt_x"/>
                          </p:val>
                        </p:tav>
                      </p:tavLst>
                    </p:anim>
                    <p:anim calcmode="lin" valueType="num">
                      <p:cBhvr additive="base">
                        <p:cTn dur="500" fill="hold"/>
                        <p:tgtEl>
                          <p:spTgt spid="40"/>
                        </p:tgtEl>
                        <p:attrNameLst>
                          <p:attrName>ppt_y</p:attrName>
                        </p:attrNameLst>
                      </p:cBhvr>
                      <p:tavLst>
                        <p:tav tm="0">
                          <p:val>
                            <p:strVal val="1+#ppt_h/2"/>
                          </p:val>
                        </p:tav>
                        <p:tav tm="100000">
                          <p:val>
                            <p:strVal val="#ppt_y"/>
                          </p:val>
                        </p:tav>
                      </p:tavLst>
                    </p:anim>
                  </p:childTnLst>
                </p:cTn>
              </p:par>
            </p:tnLst>
          </p:tmpl>
        </p:tmplLst>
      </p:bldP>
      <p:bldP spid="41"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animBg="1"/>
      <p:bldP spid="43" grpId="0" build="p">
        <p:tmplLst>
          <p:tmpl lvl="1">
            <p:tnLst>
              <p:par>
                <p:cTn presetID="10" presetClass="entr" presetSubtype="0" fill="hold" nodeType="withEffect" nodePh="1">
                  <p:stCondLst>
                    <p:cond delay="0"/>
                  </p:stCondLst>
                  <p:endCondLst>
                    <p:cond evt="begin" delay="0"/>
                  </p:end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2" presetClass="entr" presetSubtype="4" accel="50000" decel="50000" fill="hold" nodeType="afterEffect" nodePh="1">
                  <p:stCondLst>
                    <p:cond delay="0"/>
                  </p:stCondLst>
                  <p:endCondLst>
                    <p:cond evt="begin" delay="0"/>
                  </p:end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ppt_x"/>
                          </p:val>
                        </p:tav>
                        <p:tav tm="100000">
                          <p:val>
                            <p:strVal val="#ppt_x"/>
                          </p:val>
                        </p:tav>
                      </p:tavLst>
                    </p:anim>
                    <p:anim calcmode="lin" valueType="num">
                      <p:cBhvr additive="base">
                        <p:cTn dur="500" fill="hold"/>
                        <p:tgtEl>
                          <p:spTgt spid="44"/>
                        </p:tgtEl>
                        <p:attrNameLst>
                          <p:attrName>ppt_y</p:attrName>
                        </p:attrNameLst>
                      </p:cBhvr>
                      <p:tavLst>
                        <p:tav tm="0">
                          <p:val>
                            <p:strVal val="1+#ppt_h/2"/>
                          </p:val>
                        </p:tav>
                        <p:tav tm="100000">
                          <p:val>
                            <p:strVal val="#ppt_y"/>
                          </p:val>
                        </p:tav>
                      </p:tavLst>
                    </p:anim>
                  </p:childTnLst>
                </p:cTn>
              </p:par>
            </p:tnLst>
          </p:tmpl>
        </p:tmplLst>
      </p:bldP>
      <p:bldP spid="45" grpId="0" build="p">
        <p:tmplLst>
          <p:tmpl lvl="1">
            <p:tnLst>
              <p:par>
                <p:cTn presetID="10" presetClass="entr" presetSubtype="0" fill="hold" nodeType="afterEffect" nodePh="1">
                  <p:stCondLst>
                    <p:cond delay="0"/>
                  </p:stCondLst>
                  <p:endCondLst>
                    <p:cond evt="begin" delay="0"/>
                  </p:end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7871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Image Layout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6048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eam.">
    <p:spTree>
      <p:nvGrpSpPr>
        <p:cNvPr id="1" name=""/>
        <p:cNvGrpSpPr/>
        <p:nvPr/>
      </p:nvGrpSpPr>
      <p:grpSpPr>
        <a:xfrm>
          <a:off x="0" y="0"/>
          <a:ext cx="0" cy="0"/>
          <a:chOff x="0" y="0"/>
          <a:chExt cx="0" cy="0"/>
        </a:xfrm>
      </p:grpSpPr>
      <p:sp>
        <p:nvSpPr>
          <p:cNvPr id="17" name="Rectangle 16"/>
          <p:cNvSpPr/>
          <p:nvPr userDrawn="1"/>
        </p:nvSpPr>
        <p:spPr bwMode="auto">
          <a:xfrm>
            <a:off x="4175" y="950558"/>
            <a:ext cx="9155430" cy="5569381"/>
          </a:xfrm>
          <a:prstGeom prst="rect">
            <a:avLst/>
          </a:prstGeom>
          <a:solidFill>
            <a:srgbClr val="2F5698">
              <a:alpha val="75000"/>
            </a:srgbClr>
          </a:solidFill>
          <a:ln w="63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17" name="Text Placeholder 3"/>
          <p:cNvSpPr>
            <a:spLocks noGrp="1"/>
          </p:cNvSpPr>
          <p:nvPr userDrawn="1">
            <p:ph type="body" sz="half" idx="51"/>
          </p:nvPr>
        </p:nvSpPr>
        <p:spPr>
          <a:xfrm>
            <a:off x="923925" y="1905653"/>
            <a:ext cx="1600200" cy="257040"/>
          </a:xfrm>
          <a:prstGeom prst="rect">
            <a:avLst/>
          </a:prstGeom>
        </p:spPr>
        <p:txBody>
          <a:bodyPr wrap="square" lIns="0" tIns="0" rIns="0" bIns="0" anchor="ctr">
            <a:noAutofit/>
          </a:bodyPr>
          <a:lstStyle>
            <a:lvl1pPr marL="0" indent="0" algn="r"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118" name="Text Placeholder 3"/>
          <p:cNvSpPr>
            <a:spLocks noGrp="1"/>
          </p:cNvSpPr>
          <p:nvPr userDrawn="1">
            <p:ph type="body" sz="half" idx="57"/>
          </p:nvPr>
        </p:nvSpPr>
        <p:spPr>
          <a:xfrm>
            <a:off x="6610350" y="1905653"/>
            <a:ext cx="1600200" cy="257040"/>
          </a:xfrm>
          <a:prstGeom prst="rect">
            <a:avLst/>
          </a:prstGeom>
        </p:spPr>
        <p:txBody>
          <a:bodyPr wrap="square" lIns="0" tIns="0" rIns="0" bIns="0" anchor="ctr">
            <a:noAutofit/>
          </a:bodyPr>
          <a:lstStyle>
            <a:lvl1pPr marL="0" indent="0" algn="l"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122" name="Picture Placeholder 7"/>
          <p:cNvSpPr>
            <a:spLocks noGrp="1"/>
          </p:cNvSpPr>
          <p:nvPr>
            <p:ph type="pic" sz="quarter" idx="53" hasCustomPrompt="1"/>
          </p:nvPr>
        </p:nvSpPr>
        <p:spPr>
          <a:xfrm>
            <a:off x="2797918" y="1648944"/>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123" name="Picture Placeholder 7"/>
          <p:cNvSpPr>
            <a:spLocks noGrp="1"/>
          </p:cNvSpPr>
          <p:nvPr>
            <p:ph type="pic" sz="quarter" idx="58" hasCustomPrompt="1"/>
          </p:nvPr>
        </p:nvSpPr>
        <p:spPr>
          <a:xfrm>
            <a:off x="4652918" y="1648944"/>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198" name="Text Placeholder 3"/>
          <p:cNvSpPr>
            <a:spLocks noGrp="1"/>
          </p:cNvSpPr>
          <p:nvPr>
            <p:ph type="body" sz="half" idx="59"/>
          </p:nvPr>
        </p:nvSpPr>
        <p:spPr>
          <a:xfrm>
            <a:off x="923925" y="4384863"/>
            <a:ext cx="1600200" cy="257040"/>
          </a:xfrm>
          <a:prstGeom prst="rect">
            <a:avLst/>
          </a:prstGeom>
        </p:spPr>
        <p:txBody>
          <a:bodyPr wrap="square" lIns="0" tIns="0" rIns="0" bIns="0" anchor="ctr">
            <a:noAutofit/>
          </a:bodyPr>
          <a:lstStyle>
            <a:lvl1pPr marL="0" indent="0" algn="r"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199" name="Text Placeholder 3"/>
          <p:cNvSpPr>
            <a:spLocks noGrp="1"/>
          </p:cNvSpPr>
          <p:nvPr>
            <p:ph type="body" sz="half" idx="60"/>
          </p:nvPr>
        </p:nvSpPr>
        <p:spPr>
          <a:xfrm>
            <a:off x="6610350" y="4384863"/>
            <a:ext cx="1600200" cy="257040"/>
          </a:xfrm>
          <a:prstGeom prst="rect">
            <a:avLst/>
          </a:prstGeom>
        </p:spPr>
        <p:txBody>
          <a:bodyPr wrap="square" lIns="0" tIns="0" rIns="0" bIns="0" anchor="ctr">
            <a:noAutofit/>
          </a:bodyPr>
          <a:lstStyle>
            <a:lvl1pPr marL="0" indent="0" algn="l" rtl="0">
              <a:buNone/>
              <a:defRPr sz="1400" b="1" baseline="0">
                <a:solidFill>
                  <a:schemeClr val="tx1">
                    <a:lumMod val="65000"/>
                    <a:lumOff val="35000"/>
                  </a:schemeClr>
                </a:solidFill>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endParaRPr lang="en-US" dirty="0"/>
          </a:p>
        </p:txBody>
      </p:sp>
      <p:sp>
        <p:nvSpPr>
          <p:cNvPr id="200" name="Picture Placeholder 7"/>
          <p:cNvSpPr>
            <a:spLocks noGrp="1"/>
          </p:cNvSpPr>
          <p:nvPr>
            <p:ph type="pic" sz="quarter" idx="61" hasCustomPrompt="1"/>
          </p:nvPr>
        </p:nvSpPr>
        <p:spPr>
          <a:xfrm>
            <a:off x="2797918" y="4128153"/>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
        <p:nvSpPr>
          <p:cNvPr id="201" name="Picture Placeholder 7"/>
          <p:cNvSpPr>
            <a:spLocks noGrp="1"/>
          </p:cNvSpPr>
          <p:nvPr>
            <p:ph type="pic" sz="quarter" idx="62" hasCustomPrompt="1"/>
          </p:nvPr>
        </p:nvSpPr>
        <p:spPr>
          <a:xfrm>
            <a:off x="4652918" y="4128153"/>
            <a:ext cx="1693164" cy="2257552"/>
          </a:xfrm>
          <a:prstGeom prst="ellipse">
            <a:avLst/>
          </a:prstGeom>
          <a:ln w="57150">
            <a:solidFill>
              <a:schemeClr val="bg1">
                <a:lumMod val="65000"/>
              </a:schemeClr>
            </a:solidFill>
          </a:ln>
          <a:effectLst>
            <a:innerShdw blurRad="114300">
              <a:prstClr val="black"/>
            </a:innerShdw>
          </a:effectLst>
        </p:spPr>
        <p:txBody>
          <a:bodyPr wrap="none" tIns="0" bIns="274320" anchor="b"/>
          <a:lstStyle>
            <a:lvl1pPr algn="ctr" rtl="0">
              <a:buNone/>
              <a:defRPr sz="1000" b="1" i="1" baseline="0">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86828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1000"/>
                                        <p:tgtEl>
                                          <p:spTgt spid="17"/>
                                        </p:tgtEl>
                                      </p:cBhvr>
                                    </p:animEffect>
                                  </p:childTnLst>
                                </p:cTn>
                              </p:par>
                            </p:childTnLst>
                          </p:cTn>
                        </p:par>
                        <p:par>
                          <p:cTn id="8" fill="hold">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122"/>
                                        </p:tgtEl>
                                        <p:attrNameLst>
                                          <p:attrName>style.visibility</p:attrName>
                                        </p:attrNameLst>
                                      </p:cBhvr>
                                      <p:to>
                                        <p:strVal val="visible"/>
                                      </p:to>
                                    </p:set>
                                    <p:anim calcmode="lin" valueType="num">
                                      <p:cBhvr>
                                        <p:cTn id="11" dur="1000" fill="hold"/>
                                        <p:tgtEl>
                                          <p:spTgt spid="122"/>
                                        </p:tgtEl>
                                        <p:attrNameLst>
                                          <p:attrName>ppt_w</p:attrName>
                                        </p:attrNameLst>
                                      </p:cBhvr>
                                      <p:tavLst>
                                        <p:tav tm="0">
                                          <p:val>
                                            <p:fltVal val="0"/>
                                          </p:val>
                                        </p:tav>
                                        <p:tav tm="100000">
                                          <p:val>
                                            <p:strVal val="#ppt_w"/>
                                          </p:val>
                                        </p:tav>
                                      </p:tavLst>
                                    </p:anim>
                                    <p:anim calcmode="lin" valueType="num">
                                      <p:cBhvr>
                                        <p:cTn id="12" dur="1000" fill="hold"/>
                                        <p:tgtEl>
                                          <p:spTgt spid="122"/>
                                        </p:tgtEl>
                                        <p:attrNameLst>
                                          <p:attrName>ppt_h</p:attrName>
                                        </p:attrNameLst>
                                      </p:cBhvr>
                                      <p:tavLst>
                                        <p:tav tm="0">
                                          <p:val>
                                            <p:fltVal val="0"/>
                                          </p:val>
                                        </p:tav>
                                        <p:tav tm="100000">
                                          <p:val>
                                            <p:strVal val="#ppt_h"/>
                                          </p:val>
                                        </p:tav>
                                      </p:tavLst>
                                    </p:anim>
                                    <p:anim calcmode="lin" valueType="num">
                                      <p:cBhvr>
                                        <p:cTn id="13" dur="1000" fill="hold"/>
                                        <p:tgtEl>
                                          <p:spTgt spid="122"/>
                                        </p:tgtEl>
                                        <p:attrNameLst>
                                          <p:attrName>style.rotation</p:attrName>
                                        </p:attrNameLst>
                                      </p:cBhvr>
                                      <p:tavLst>
                                        <p:tav tm="0">
                                          <p:val>
                                            <p:fltVal val="90"/>
                                          </p:val>
                                        </p:tav>
                                        <p:tav tm="100000">
                                          <p:val>
                                            <p:fltVal val="0"/>
                                          </p:val>
                                        </p:tav>
                                      </p:tavLst>
                                    </p:anim>
                                    <p:animEffect transition="in" filter="fade">
                                      <p:cBhvr>
                                        <p:cTn id="14" dur="1000"/>
                                        <p:tgtEl>
                                          <p:spTgt spid="122"/>
                                        </p:tgtEl>
                                      </p:cBhvr>
                                    </p:animEffect>
                                  </p:childTnLst>
                                </p:cTn>
                              </p:par>
                            </p:childTnLst>
                          </p:cTn>
                        </p:par>
                        <p:par>
                          <p:cTn id="15" fill="hold">
                            <p:stCondLst>
                              <p:cond delay="2000"/>
                            </p:stCondLst>
                            <p:childTnLst>
                              <p:par>
                                <p:cTn id="16" presetID="31" presetClass="entr" presetSubtype="0" fill="hold" grpId="0" nodeType="afterEffect">
                                  <p:stCondLst>
                                    <p:cond delay="0"/>
                                  </p:stCondLst>
                                  <p:childTnLst>
                                    <p:set>
                                      <p:cBhvr>
                                        <p:cTn id="17" dur="1" fill="hold">
                                          <p:stCondLst>
                                            <p:cond delay="0"/>
                                          </p:stCondLst>
                                        </p:cTn>
                                        <p:tgtEl>
                                          <p:spTgt spid="123"/>
                                        </p:tgtEl>
                                        <p:attrNameLst>
                                          <p:attrName>style.visibility</p:attrName>
                                        </p:attrNameLst>
                                      </p:cBhvr>
                                      <p:to>
                                        <p:strVal val="visible"/>
                                      </p:to>
                                    </p:set>
                                    <p:anim calcmode="lin" valueType="num">
                                      <p:cBhvr>
                                        <p:cTn id="18" dur="1000" fill="hold"/>
                                        <p:tgtEl>
                                          <p:spTgt spid="123"/>
                                        </p:tgtEl>
                                        <p:attrNameLst>
                                          <p:attrName>ppt_w</p:attrName>
                                        </p:attrNameLst>
                                      </p:cBhvr>
                                      <p:tavLst>
                                        <p:tav tm="0">
                                          <p:val>
                                            <p:fltVal val="0"/>
                                          </p:val>
                                        </p:tav>
                                        <p:tav tm="100000">
                                          <p:val>
                                            <p:strVal val="#ppt_w"/>
                                          </p:val>
                                        </p:tav>
                                      </p:tavLst>
                                    </p:anim>
                                    <p:anim calcmode="lin" valueType="num">
                                      <p:cBhvr>
                                        <p:cTn id="19" dur="1000" fill="hold"/>
                                        <p:tgtEl>
                                          <p:spTgt spid="123"/>
                                        </p:tgtEl>
                                        <p:attrNameLst>
                                          <p:attrName>ppt_h</p:attrName>
                                        </p:attrNameLst>
                                      </p:cBhvr>
                                      <p:tavLst>
                                        <p:tav tm="0">
                                          <p:val>
                                            <p:fltVal val="0"/>
                                          </p:val>
                                        </p:tav>
                                        <p:tav tm="100000">
                                          <p:val>
                                            <p:strVal val="#ppt_h"/>
                                          </p:val>
                                        </p:tav>
                                      </p:tavLst>
                                    </p:anim>
                                    <p:anim calcmode="lin" valueType="num">
                                      <p:cBhvr>
                                        <p:cTn id="20" dur="1000" fill="hold"/>
                                        <p:tgtEl>
                                          <p:spTgt spid="123"/>
                                        </p:tgtEl>
                                        <p:attrNameLst>
                                          <p:attrName>style.rotation</p:attrName>
                                        </p:attrNameLst>
                                      </p:cBhvr>
                                      <p:tavLst>
                                        <p:tav tm="0">
                                          <p:val>
                                            <p:fltVal val="90"/>
                                          </p:val>
                                        </p:tav>
                                        <p:tav tm="100000">
                                          <p:val>
                                            <p:fltVal val="0"/>
                                          </p:val>
                                        </p:tav>
                                      </p:tavLst>
                                    </p:anim>
                                    <p:animEffect transition="in" filter="fade">
                                      <p:cBhvr>
                                        <p:cTn id="21" dur="1000"/>
                                        <p:tgtEl>
                                          <p:spTgt spid="123"/>
                                        </p:tgtEl>
                                      </p:cBhvr>
                                    </p:animEffect>
                                  </p:childTnLst>
                                </p:cTn>
                              </p:par>
                            </p:childTnLst>
                          </p:cTn>
                        </p:par>
                        <p:par>
                          <p:cTn id="22" fill="hold">
                            <p:stCondLst>
                              <p:cond delay="3000"/>
                            </p:stCondLst>
                            <p:childTnLst>
                              <p:par>
                                <p:cTn id="23" presetID="31" presetClass="entr" presetSubtype="0" fill="hold" grpId="0" nodeType="afterEffect">
                                  <p:stCondLst>
                                    <p:cond delay="0"/>
                                  </p:stCondLst>
                                  <p:childTnLst>
                                    <p:set>
                                      <p:cBhvr>
                                        <p:cTn id="24" dur="1" fill="hold">
                                          <p:stCondLst>
                                            <p:cond delay="0"/>
                                          </p:stCondLst>
                                        </p:cTn>
                                        <p:tgtEl>
                                          <p:spTgt spid="200"/>
                                        </p:tgtEl>
                                        <p:attrNameLst>
                                          <p:attrName>style.visibility</p:attrName>
                                        </p:attrNameLst>
                                      </p:cBhvr>
                                      <p:to>
                                        <p:strVal val="visible"/>
                                      </p:to>
                                    </p:set>
                                    <p:anim calcmode="lin" valueType="num">
                                      <p:cBhvr>
                                        <p:cTn id="25" dur="1000" fill="hold"/>
                                        <p:tgtEl>
                                          <p:spTgt spid="200"/>
                                        </p:tgtEl>
                                        <p:attrNameLst>
                                          <p:attrName>ppt_w</p:attrName>
                                        </p:attrNameLst>
                                      </p:cBhvr>
                                      <p:tavLst>
                                        <p:tav tm="0">
                                          <p:val>
                                            <p:fltVal val="0"/>
                                          </p:val>
                                        </p:tav>
                                        <p:tav tm="100000">
                                          <p:val>
                                            <p:strVal val="#ppt_w"/>
                                          </p:val>
                                        </p:tav>
                                      </p:tavLst>
                                    </p:anim>
                                    <p:anim calcmode="lin" valueType="num">
                                      <p:cBhvr>
                                        <p:cTn id="26" dur="1000" fill="hold"/>
                                        <p:tgtEl>
                                          <p:spTgt spid="200"/>
                                        </p:tgtEl>
                                        <p:attrNameLst>
                                          <p:attrName>ppt_h</p:attrName>
                                        </p:attrNameLst>
                                      </p:cBhvr>
                                      <p:tavLst>
                                        <p:tav tm="0">
                                          <p:val>
                                            <p:fltVal val="0"/>
                                          </p:val>
                                        </p:tav>
                                        <p:tav tm="100000">
                                          <p:val>
                                            <p:strVal val="#ppt_h"/>
                                          </p:val>
                                        </p:tav>
                                      </p:tavLst>
                                    </p:anim>
                                    <p:anim calcmode="lin" valueType="num">
                                      <p:cBhvr>
                                        <p:cTn id="27" dur="1000" fill="hold"/>
                                        <p:tgtEl>
                                          <p:spTgt spid="200"/>
                                        </p:tgtEl>
                                        <p:attrNameLst>
                                          <p:attrName>style.rotation</p:attrName>
                                        </p:attrNameLst>
                                      </p:cBhvr>
                                      <p:tavLst>
                                        <p:tav tm="0">
                                          <p:val>
                                            <p:fltVal val="90"/>
                                          </p:val>
                                        </p:tav>
                                        <p:tav tm="100000">
                                          <p:val>
                                            <p:fltVal val="0"/>
                                          </p:val>
                                        </p:tav>
                                      </p:tavLst>
                                    </p:anim>
                                    <p:animEffect transition="in" filter="fade">
                                      <p:cBhvr>
                                        <p:cTn id="28" dur="1000"/>
                                        <p:tgtEl>
                                          <p:spTgt spid="200"/>
                                        </p:tgtEl>
                                      </p:cBhvr>
                                    </p:animEffect>
                                  </p:childTnLst>
                                </p:cTn>
                              </p:par>
                            </p:childTnLst>
                          </p:cTn>
                        </p:par>
                        <p:par>
                          <p:cTn id="29" fill="hold">
                            <p:stCondLst>
                              <p:cond delay="4000"/>
                            </p:stCondLst>
                            <p:childTnLst>
                              <p:par>
                                <p:cTn id="30" presetID="31" presetClass="entr" presetSubtype="0" fill="hold" grpId="0" nodeType="afterEffect">
                                  <p:stCondLst>
                                    <p:cond delay="0"/>
                                  </p:stCondLst>
                                  <p:childTnLst>
                                    <p:set>
                                      <p:cBhvr>
                                        <p:cTn id="31" dur="1" fill="hold">
                                          <p:stCondLst>
                                            <p:cond delay="0"/>
                                          </p:stCondLst>
                                        </p:cTn>
                                        <p:tgtEl>
                                          <p:spTgt spid="201"/>
                                        </p:tgtEl>
                                        <p:attrNameLst>
                                          <p:attrName>style.visibility</p:attrName>
                                        </p:attrNameLst>
                                      </p:cBhvr>
                                      <p:to>
                                        <p:strVal val="visible"/>
                                      </p:to>
                                    </p:set>
                                    <p:anim calcmode="lin" valueType="num">
                                      <p:cBhvr>
                                        <p:cTn id="32" dur="1000" fill="hold"/>
                                        <p:tgtEl>
                                          <p:spTgt spid="201"/>
                                        </p:tgtEl>
                                        <p:attrNameLst>
                                          <p:attrName>ppt_w</p:attrName>
                                        </p:attrNameLst>
                                      </p:cBhvr>
                                      <p:tavLst>
                                        <p:tav tm="0">
                                          <p:val>
                                            <p:fltVal val="0"/>
                                          </p:val>
                                        </p:tav>
                                        <p:tav tm="100000">
                                          <p:val>
                                            <p:strVal val="#ppt_w"/>
                                          </p:val>
                                        </p:tav>
                                      </p:tavLst>
                                    </p:anim>
                                    <p:anim calcmode="lin" valueType="num">
                                      <p:cBhvr>
                                        <p:cTn id="33" dur="1000" fill="hold"/>
                                        <p:tgtEl>
                                          <p:spTgt spid="201"/>
                                        </p:tgtEl>
                                        <p:attrNameLst>
                                          <p:attrName>ppt_h</p:attrName>
                                        </p:attrNameLst>
                                      </p:cBhvr>
                                      <p:tavLst>
                                        <p:tav tm="0">
                                          <p:val>
                                            <p:fltVal val="0"/>
                                          </p:val>
                                        </p:tav>
                                        <p:tav tm="100000">
                                          <p:val>
                                            <p:strVal val="#ppt_h"/>
                                          </p:val>
                                        </p:tav>
                                      </p:tavLst>
                                    </p:anim>
                                    <p:anim calcmode="lin" valueType="num">
                                      <p:cBhvr>
                                        <p:cTn id="34" dur="1000" fill="hold"/>
                                        <p:tgtEl>
                                          <p:spTgt spid="201"/>
                                        </p:tgtEl>
                                        <p:attrNameLst>
                                          <p:attrName>style.rotation</p:attrName>
                                        </p:attrNameLst>
                                      </p:cBhvr>
                                      <p:tavLst>
                                        <p:tav tm="0">
                                          <p:val>
                                            <p:fltVal val="90"/>
                                          </p:val>
                                        </p:tav>
                                        <p:tav tm="100000">
                                          <p:val>
                                            <p:fltVal val="0"/>
                                          </p:val>
                                        </p:tav>
                                      </p:tavLst>
                                    </p:anim>
                                    <p:animEffect transition="in" filter="fade">
                                      <p:cBhvr>
                                        <p:cTn id="35" dur="10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22" grpId="0" animBg="1"/>
      <p:bldP spid="123" grpId="0" animBg="1"/>
      <p:bldP spid="200" grpId="0" animBg="1"/>
      <p:bldP spid="201"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
    <p:spTree>
      <p:nvGrpSpPr>
        <p:cNvPr id="1" name=""/>
        <p:cNvGrpSpPr/>
        <p:nvPr/>
      </p:nvGrpSpPr>
      <p:grpSpPr>
        <a:xfrm>
          <a:off x="0" y="0"/>
          <a:ext cx="0" cy="0"/>
          <a:chOff x="0" y="0"/>
          <a:chExt cx="0" cy="0"/>
        </a:xfrm>
      </p:grpSpPr>
      <p:sp>
        <p:nvSpPr>
          <p:cNvPr id="6" name="Номер слайда 5"/>
          <p:cNvSpPr>
            <a:spLocks noGrp="1"/>
          </p:cNvSpPr>
          <p:nvPr>
            <p:ph type="sldNum" sz="quarter" idx="12"/>
          </p:nvPr>
        </p:nvSpPr>
        <p:spPr>
          <a:xfrm>
            <a:off x="8102112" y="6286016"/>
            <a:ext cx="413239" cy="365125"/>
          </a:xfrm>
          <a:prstGeom prst="rect">
            <a:avLst/>
          </a:prstGeom>
        </p:spPr>
        <p:txBody>
          <a:bodyPr/>
          <a:lstStyle/>
          <a:p>
            <a:fld id="{C73A5C34-6B76-4AF1-BC39-A0EE85CE817B}" type="slidenum">
              <a:rPr lang="ru-RU" smtClean="0"/>
              <a:t>‹#›</a:t>
            </a:fld>
            <a:endParaRPr lang="ru-RU"/>
          </a:p>
        </p:txBody>
      </p:sp>
      <p:sp>
        <p:nvSpPr>
          <p:cNvPr id="11" name="Рисунок 3"/>
          <p:cNvSpPr>
            <a:spLocks noGrp="1"/>
          </p:cNvSpPr>
          <p:nvPr>
            <p:ph type="pic" sz="quarter" idx="16"/>
          </p:nvPr>
        </p:nvSpPr>
        <p:spPr>
          <a:xfrm>
            <a:off x="6659165" y="1721785"/>
            <a:ext cx="1856184" cy="2473325"/>
          </a:xfrm>
          <a:prstGeom prst="rect">
            <a:avLst/>
          </a:prstGeom>
        </p:spPr>
        <p:txBody>
          <a:bodyPr/>
          <a:lstStyle/>
          <a:p>
            <a:endParaRPr lang="ru-RU"/>
          </a:p>
        </p:txBody>
      </p:sp>
      <p:sp>
        <p:nvSpPr>
          <p:cNvPr id="4" name="Рисунок 3"/>
          <p:cNvSpPr>
            <a:spLocks noGrp="1"/>
          </p:cNvSpPr>
          <p:nvPr>
            <p:ph type="pic" sz="quarter" idx="13"/>
          </p:nvPr>
        </p:nvSpPr>
        <p:spPr>
          <a:xfrm>
            <a:off x="715566" y="1721786"/>
            <a:ext cx="1856184" cy="2473325"/>
          </a:xfrm>
          <a:prstGeom prst="rect">
            <a:avLst/>
          </a:prstGeom>
        </p:spPr>
        <p:txBody>
          <a:bodyPr/>
          <a:lstStyle/>
          <a:p>
            <a:endParaRPr lang="ru-RU"/>
          </a:p>
        </p:txBody>
      </p:sp>
      <p:sp>
        <p:nvSpPr>
          <p:cNvPr id="9" name="Рисунок 3"/>
          <p:cNvSpPr>
            <a:spLocks noGrp="1"/>
          </p:cNvSpPr>
          <p:nvPr>
            <p:ph type="pic" sz="quarter" idx="14"/>
          </p:nvPr>
        </p:nvSpPr>
        <p:spPr>
          <a:xfrm>
            <a:off x="2696767" y="1721785"/>
            <a:ext cx="1856184" cy="2473325"/>
          </a:xfrm>
          <a:prstGeom prst="rect">
            <a:avLst/>
          </a:prstGeom>
        </p:spPr>
        <p:txBody>
          <a:bodyPr/>
          <a:lstStyle/>
          <a:p>
            <a:endParaRPr lang="ru-RU"/>
          </a:p>
        </p:txBody>
      </p:sp>
      <p:sp>
        <p:nvSpPr>
          <p:cNvPr id="10" name="Рисунок 3"/>
          <p:cNvSpPr>
            <a:spLocks noGrp="1"/>
          </p:cNvSpPr>
          <p:nvPr>
            <p:ph type="pic" sz="quarter" idx="15"/>
          </p:nvPr>
        </p:nvSpPr>
        <p:spPr>
          <a:xfrm>
            <a:off x="4677967" y="1721786"/>
            <a:ext cx="1856184" cy="2473325"/>
          </a:xfrm>
          <a:prstGeom prst="rect">
            <a:avLst/>
          </a:prstGeom>
        </p:spPr>
        <p:txBody>
          <a:bodyPr/>
          <a:lstStyle/>
          <a:p>
            <a:endParaRPr lang="ru-RU"/>
          </a:p>
        </p:txBody>
      </p:sp>
    </p:spTree>
    <p:extLst>
      <p:ext uri="{BB962C8B-B14F-4D97-AF65-F5344CB8AC3E}">
        <p14:creationId xmlns:p14="http://schemas.microsoft.com/office/powerpoint/2010/main" val="3479882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hree Pictures">
    <p:spTree>
      <p:nvGrpSpPr>
        <p:cNvPr id="1" name=""/>
        <p:cNvGrpSpPr/>
        <p:nvPr/>
      </p:nvGrpSpPr>
      <p:grpSpPr>
        <a:xfrm>
          <a:off x="0" y="0"/>
          <a:ext cx="0" cy="0"/>
          <a:chOff x="0" y="0"/>
          <a:chExt cx="0" cy="0"/>
        </a:xfrm>
      </p:grpSpPr>
      <p:sp>
        <p:nvSpPr>
          <p:cNvPr id="14" name="Picture Placeholder 6"/>
          <p:cNvSpPr>
            <a:spLocks noGrp="1"/>
          </p:cNvSpPr>
          <p:nvPr>
            <p:ph type="pic" sz="quarter" idx="10" hasCustomPrompt="1"/>
          </p:nvPr>
        </p:nvSpPr>
        <p:spPr>
          <a:xfrm>
            <a:off x="1097281" y="1758206"/>
            <a:ext cx="2437794" cy="4270188"/>
          </a:xfrm>
          <a:prstGeom prst="rect">
            <a:avLst/>
          </a:prstGeom>
          <a:solidFill>
            <a:schemeClr val="bg1">
              <a:lumMod val="95000"/>
            </a:schemeClr>
          </a:solidFill>
        </p:spPr>
        <p:txBody>
          <a:bodyPr anchor="t"/>
          <a:lstStyle>
            <a:lvl1pPr algn="ctr">
              <a:buNone/>
              <a:defRPr sz="1200" baseline="0">
                <a:solidFill>
                  <a:schemeClr val="tx1">
                    <a:lumMod val="75000"/>
                    <a:lumOff val="25000"/>
                  </a:schemeClr>
                </a:solidFill>
              </a:defRPr>
            </a:lvl1pPr>
          </a:lstStyle>
          <a:p>
            <a:r>
              <a:rPr lang="en-US" dirty="0"/>
              <a:t>Click to insert your image here !</a:t>
            </a:r>
          </a:p>
        </p:txBody>
      </p:sp>
      <p:sp>
        <p:nvSpPr>
          <p:cNvPr id="15" name="Picture Placeholder 6"/>
          <p:cNvSpPr>
            <a:spLocks noGrp="1"/>
          </p:cNvSpPr>
          <p:nvPr>
            <p:ph type="pic" sz="quarter" idx="11" hasCustomPrompt="1"/>
          </p:nvPr>
        </p:nvSpPr>
        <p:spPr>
          <a:xfrm>
            <a:off x="5608927" y="1758206"/>
            <a:ext cx="2437794" cy="4270188"/>
          </a:xfrm>
          <a:prstGeom prst="rect">
            <a:avLst/>
          </a:prstGeom>
          <a:solidFill>
            <a:schemeClr val="bg1">
              <a:lumMod val="95000"/>
            </a:schemeClr>
          </a:solidFill>
        </p:spPr>
        <p:txBody>
          <a:bodyPr anchor="t"/>
          <a:lstStyle>
            <a:lvl1pPr algn="ctr" rtl="0">
              <a:buNone/>
              <a:defRPr sz="1200" baseline="0">
                <a:solidFill>
                  <a:schemeClr val="tx1">
                    <a:lumMod val="75000"/>
                    <a:lumOff val="25000"/>
                  </a:schemeClr>
                </a:solidFill>
              </a:defRPr>
            </a:lvl1pPr>
          </a:lstStyle>
          <a:p>
            <a:r>
              <a:rPr lang="en-US" dirty="0"/>
              <a:t>Click to insert your image here !</a:t>
            </a:r>
          </a:p>
        </p:txBody>
      </p:sp>
      <p:sp>
        <p:nvSpPr>
          <p:cNvPr id="16" name="Picture Placeholder 6"/>
          <p:cNvSpPr>
            <a:spLocks noGrp="1"/>
          </p:cNvSpPr>
          <p:nvPr>
            <p:ph type="pic" sz="quarter" idx="12" hasCustomPrompt="1"/>
          </p:nvPr>
        </p:nvSpPr>
        <p:spPr>
          <a:xfrm>
            <a:off x="3258582" y="1438847"/>
            <a:ext cx="2735941" cy="4908909"/>
          </a:xfrm>
          <a:prstGeom prst="rect">
            <a:avLst/>
          </a:prstGeom>
          <a:solidFill>
            <a:schemeClr val="bg1">
              <a:lumMod val="95000"/>
            </a:schemeClr>
          </a:solidFill>
        </p:spPr>
        <p:txBody>
          <a:bodyPr anchor="t"/>
          <a:lstStyle>
            <a:lvl1pPr algn="ctr" rtl="0">
              <a:buNone/>
              <a:defRPr sz="1200" baseline="0">
                <a:solidFill>
                  <a:schemeClr val="tx1">
                    <a:lumMod val="75000"/>
                    <a:lumOff val="25000"/>
                  </a:schemeClr>
                </a:solidFill>
              </a:defRPr>
            </a:lvl1pPr>
          </a:lstStyle>
          <a:p>
            <a:r>
              <a:rPr lang="en-US" dirty="0"/>
              <a:t>Click to insert your image here !</a:t>
            </a:r>
          </a:p>
        </p:txBody>
      </p:sp>
      <p:sp>
        <p:nvSpPr>
          <p:cNvPr id="9"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354863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Free Blank With Footer">
    <p:spTree>
      <p:nvGrpSpPr>
        <p:cNvPr id="1" name=""/>
        <p:cNvGrpSpPr/>
        <p:nvPr/>
      </p:nvGrpSpPr>
      <p:grpSpPr>
        <a:xfrm>
          <a:off x="0" y="0"/>
          <a:ext cx="0" cy="0"/>
          <a:chOff x="0" y="0"/>
          <a:chExt cx="0" cy="0"/>
        </a:xfrm>
      </p:grpSpPr>
      <p:sp>
        <p:nvSpPr>
          <p:cNvPr id="10" name="Picture Placeholder 6"/>
          <p:cNvSpPr>
            <a:spLocks noGrp="1"/>
          </p:cNvSpPr>
          <p:nvPr>
            <p:ph type="pic" sz="quarter" idx="10" hasCustomPrompt="1"/>
          </p:nvPr>
        </p:nvSpPr>
        <p:spPr>
          <a:xfrm>
            <a:off x="654060" y="1680135"/>
            <a:ext cx="1887010" cy="4390199"/>
          </a:xfrm>
          <a:prstGeom prst="downArrowCallout">
            <a:avLst>
              <a:gd name="adj1" fmla="val 15820"/>
              <a:gd name="adj2" fmla="val 7910"/>
              <a:gd name="adj3" fmla="val 7060"/>
              <a:gd name="adj4" fmla="val 95221"/>
            </a:avLst>
          </a:prstGeom>
          <a:solidFill>
            <a:schemeClr val="bg1">
              <a:lumMod val="95000"/>
            </a:schemeClr>
          </a:solidFill>
        </p:spPr>
        <p:txBody>
          <a:bodyPr anchor="b"/>
          <a:lstStyle>
            <a:lvl1pPr algn="ctr">
              <a:buNone/>
              <a:defRPr sz="1000" baseline="0">
                <a:solidFill>
                  <a:schemeClr val="tx1">
                    <a:lumMod val="75000"/>
                    <a:lumOff val="25000"/>
                  </a:schemeClr>
                </a:solidFill>
              </a:defRPr>
            </a:lvl1pPr>
          </a:lstStyle>
          <a:p>
            <a:r>
              <a:rPr lang="en-US" dirty="0"/>
              <a:t>Click to insert your image</a:t>
            </a:r>
          </a:p>
        </p:txBody>
      </p:sp>
      <p:sp>
        <p:nvSpPr>
          <p:cNvPr id="11"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2"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39205101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am Slide 04">
    <p:spTree>
      <p:nvGrpSpPr>
        <p:cNvPr id="1" name=""/>
        <p:cNvGrpSpPr/>
        <p:nvPr/>
      </p:nvGrpSpPr>
      <p:grpSpPr>
        <a:xfrm>
          <a:off x="0" y="0"/>
          <a:ext cx="0" cy="0"/>
          <a:chOff x="0" y="0"/>
          <a:chExt cx="0" cy="0"/>
        </a:xfrm>
      </p:grpSpPr>
      <p:sp>
        <p:nvSpPr>
          <p:cNvPr id="12" name="Picture Placeholder 6"/>
          <p:cNvSpPr>
            <a:spLocks noGrp="1"/>
          </p:cNvSpPr>
          <p:nvPr>
            <p:ph type="pic" sz="quarter" idx="14"/>
          </p:nvPr>
        </p:nvSpPr>
        <p:spPr>
          <a:xfrm>
            <a:off x="374536" y="1488611"/>
            <a:ext cx="1354706" cy="1805853"/>
          </a:xfrm>
          <a:prstGeom prst="roundRect">
            <a:avLst>
              <a:gd name="adj" fmla="val 11041"/>
            </a:avLst>
          </a:prstGeom>
          <a:ln w="28575">
            <a:solidFill>
              <a:schemeClr val="accent1"/>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13" name="Picture Placeholder 6"/>
          <p:cNvSpPr>
            <a:spLocks noGrp="1"/>
          </p:cNvSpPr>
          <p:nvPr>
            <p:ph type="pic" sz="quarter" idx="15"/>
          </p:nvPr>
        </p:nvSpPr>
        <p:spPr>
          <a:xfrm>
            <a:off x="1917859" y="1488611"/>
            <a:ext cx="1354706" cy="1805853"/>
          </a:xfrm>
          <a:prstGeom prst="roundRect">
            <a:avLst>
              <a:gd name="adj" fmla="val 13151"/>
            </a:avLst>
          </a:prstGeom>
          <a:ln w="28575">
            <a:solidFill>
              <a:schemeClr val="accent2"/>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14" name="Picture Placeholder 6"/>
          <p:cNvSpPr>
            <a:spLocks noGrp="1"/>
          </p:cNvSpPr>
          <p:nvPr>
            <p:ph type="pic" sz="quarter" idx="16"/>
          </p:nvPr>
        </p:nvSpPr>
        <p:spPr>
          <a:xfrm>
            <a:off x="3461182" y="1488611"/>
            <a:ext cx="1354706" cy="1805853"/>
          </a:xfrm>
          <a:prstGeom prst="roundRect">
            <a:avLst>
              <a:gd name="adj" fmla="val 11744"/>
            </a:avLst>
          </a:prstGeom>
          <a:ln w="28575">
            <a:solidFill>
              <a:schemeClr val="accent3"/>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21" name="Picture Placeholder 6"/>
          <p:cNvSpPr>
            <a:spLocks noGrp="1"/>
          </p:cNvSpPr>
          <p:nvPr>
            <p:ph type="pic" sz="quarter" idx="17"/>
          </p:nvPr>
        </p:nvSpPr>
        <p:spPr>
          <a:xfrm>
            <a:off x="5006193" y="1488611"/>
            <a:ext cx="1354706" cy="1805853"/>
          </a:xfrm>
          <a:prstGeom prst="roundRect">
            <a:avLst>
              <a:gd name="adj" fmla="val 7524"/>
            </a:avLst>
          </a:prstGeom>
          <a:ln w="28575">
            <a:solidFill>
              <a:schemeClr val="accent4"/>
            </a:solidFill>
          </a:ln>
        </p:spPr>
        <p:txBody>
          <a:bodyPr anchor="b"/>
          <a:lstStyle>
            <a:lvl1pPr algn="ctr">
              <a:buNone/>
              <a:defRPr sz="1000" baseline="0">
                <a:solidFill>
                  <a:schemeClr val="tx1">
                    <a:lumMod val="75000"/>
                    <a:lumOff val="25000"/>
                  </a:schemeClr>
                </a:solidFill>
              </a:defRPr>
            </a:lvl1pPr>
          </a:lstStyle>
          <a:p>
            <a:endParaRPr lang="en-US" dirty="0"/>
          </a:p>
        </p:txBody>
      </p:sp>
      <p:sp>
        <p:nvSpPr>
          <p:cNvPr id="10"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2373726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7_pic">
    <p:spTree>
      <p:nvGrpSpPr>
        <p:cNvPr id="1" name=""/>
        <p:cNvGrpSpPr/>
        <p:nvPr/>
      </p:nvGrpSpPr>
      <p:grpSpPr>
        <a:xfrm>
          <a:off x="0" y="0"/>
          <a:ext cx="0" cy="0"/>
          <a:chOff x="0" y="0"/>
          <a:chExt cx="0" cy="0"/>
        </a:xfrm>
      </p:grpSpPr>
      <p:sp>
        <p:nvSpPr>
          <p:cNvPr id="10" name="Rectangle 9"/>
          <p:cNvSpPr/>
          <p:nvPr userDrawn="1"/>
        </p:nvSpPr>
        <p:spPr bwMode="auto">
          <a:xfrm>
            <a:off x="0" y="1223493"/>
            <a:ext cx="9144000" cy="5634507"/>
          </a:xfrm>
          <a:prstGeom prst="rect">
            <a:avLst/>
          </a:prstGeom>
          <a:solidFill>
            <a:srgbClr val="2F5698">
              <a:alpha val="75000"/>
            </a:srgbClr>
          </a:solidFill>
          <a:ln w="63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3" name="Picture Placeholder 7"/>
          <p:cNvSpPr>
            <a:spLocks noGrp="1"/>
          </p:cNvSpPr>
          <p:nvPr>
            <p:ph type="pic" sz="quarter" idx="16" hasCustomPrompt="1"/>
          </p:nvPr>
        </p:nvSpPr>
        <p:spPr>
          <a:xfrm>
            <a:off x="622167" y="1420306"/>
            <a:ext cx="7899668" cy="3293099"/>
          </a:xfrm>
          <a:prstGeom prst="rect">
            <a:avLst/>
          </a:prstGeom>
          <a:ln w="76200" cap="sq">
            <a:solidFill>
              <a:schemeClr val="bg1">
                <a:lumMod val="85000"/>
              </a:schemeClr>
            </a:solidFill>
            <a:miter lim="800000"/>
          </a:ln>
          <a:effectLst/>
          <a:scene3d>
            <a:camera prst="orthographicFront"/>
            <a:lightRig rig="threePt" dir="t"/>
          </a:scene3d>
          <a:sp3d extrusionH="171450">
            <a:extrusionClr>
              <a:schemeClr val="tx1">
                <a:lumMod val="65000"/>
                <a:lumOff val="35000"/>
              </a:schemeClr>
            </a:extrusionClr>
          </a:sp3d>
        </p:spPr>
        <p:txBody>
          <a:bodyPr bIns="731520" anchor="b"/>
          <a:lstStyle>
            <a:lvl1pPr algn="ctr">
              <a:buNone/>
              <a:defRPr sz="1600">
                <a:solidFill>
                  <a:schemeClr val="tx1">
                    <a:lumMod val="50000"/>
                    <a:lumOff val="50000"/>
                  </a:schemeClr>
                </a:solidFill>
              </a:defRPr>
            </a:lvl1pPr>
          </a:lstStyle>
          <a:p>
            <a:r>
              <a:rPr lang="en-US" dirty="0"/>
              <a:t>Click Icon To Add Image</a:t>
            </a:r>
          </a:p>
        </p:txBody>
      </p:sp>
      <p:sp>
        <p:nvSpPr>
          <p:cNvPr id="17" name="Picture Placeholder 7"/>
          <p:cNvSpPr>
            <a:spLocks noGrp="1"/>
          </p:cNvSpPr>
          <p:nvPr>
            <p:ph type="pic" sz="quarter" idx="17" hasCustomPrompt="1"/>
          </p:nvPr>
        </p:nvSpPr>
        <p:spPr>
          <a:xfrm>
            <a:off x="1579136" y="3494984"/>
            <a:ext cx="1755594" cy="2344787"/>
          </a:xfrm>
          <a:prstGeom prst="ellipse">
            <a:avLst/>
          </a:prstGeom>
          <a:ln w="76200" cap="sq">
            <a:solidFill>
              <a:schemeClr val="bg1">
                <a:lumMod val="85000"/>
              </a:schemeClr>
            </a:solidFill>
            <a:miter lim="800000"/>
          </a:ln>
          <a:effectLst>
            <a:innerShdw blurRad="114300">
              <a:schemeClr val="bg1"/>
            </a:innerShdw>
            <a:reflection blurRad="6350" stA="52000" endA="300" endPos="35000" dir="5400000" sy="-100000" algn="bl" rotWithShape="0"/>
          </a:effectLst>
          <a:scene3d>
            <a:camera prst="orthographicFront"/>
            <a:lightRig rig="threePt" dir="t"/>
          </a:scene3d>
          <a:sp3d extrusionH="165100"/>
        </p:spPr>
        <p:txBody>
          <a:bodyPr wrap="none" bIns="274320" anchor="b"/>
          <a:lstStyle>
            <a:lvl1pPr algn="ctr" rtl="0">
              <a:buNone/>
              <a:defRPr sz="1000" b="1">
                <a:solidFill>
                  <a:schemeClr val="tx1">
                    <a:lumMod val="50000"/>
                    <a:lumOff val="50000"/>
                  </a:schemeClr>
                </a:solidFill>
              </a:defRPr>
            </a:lvl1pPr>
          </a:lstStyle>
          <a:p>
            <a:r>
              <a:rPr lang="en-US" dirty="0"/>
              <a:t>Click Icon To Add Image</a:t>
            </a:r>
          </a:p>
        </p:txBody>
      </p:sp>
      <p:sp>
        <p:nvSpPr>
          <p:cNvPr id="18" name="Picture Placeholder 7"/>
          <p:cNvSpPr>
            <a:spLocks noGrp="1"/>
          </p:cNvSpPr>
          <p:nvPr>
            <p:ph type="pic" sz="quarter" idx="18" hasCustomPrompt="1"/>
          </p:nvPr>
        </p:nvSpPr>
        <p:spPr>
          <a:xfrm>
            <a:off x="3674636" y="3494984"/>
            <a:ext cx="1755594" cy="2344787"/>
          </a:xfrm>
          <a:prstGeom prst="ellipse">
            <a:avLst/>
          </a:prstGeom>
          <a:ln w="76200" cap="sq">
            <a:solidFill>
              <a:schemeClr val="bg1">
                <a:lumMod val="85000"/>
              </a:schemeClr>
            </a:solidFill>
            <a:miter lim="800000"/>
          </a:ln>
          <a:effectLst>
            <a:innerShdw blurRad="114300">
              <a:schemeClr val="bg1"/>
            </a:innerShdw>
            <a:reflection blurRad="6350" stA="52000" endA="300" endPos="35000" dir="5400000" sy="-100000" algn="bl" rotWithShape="0"/>
          </a:effectLst>
          <a:scene3d>
            <a:camera prst="orthographicFront"/>
            <a:lightRig rig="threePt" dir="t"/>
          </a:scene3d>
          <a:sp3d extrusionH="165100"/>
        </p:spPr>
        <p:txBody>
          <a:bodyPr wrap="none" bIns="274320" anchor="b"/>
          <a:lstStyle>
            <a:lvl1pPr algn="ctr" rtl="0">
              <a:buNone/>
              <a:defRPr sz="1000" b="1">
                <a:solidFill>
                  <a:schemeClr val="tx1">
                    <a:lumMod val="50000"/>
                    <a:lumOff val="50000"/>
                  </a:schemeClr>
                </a:solidFill>
              </a:defRPr>
            </a:lvl1pPr>
          </a:lstStyle>
          <a:p>
            <a:r>
              <a:rPr lang="en-US" dirty="0"/>
              <a:t>Click Icon To Add Image</a:t>
            </a:r>
          </a:p>
        </p:txBody>
      </p:sp>
      <p:sp>
        <p:nvSpPr>
          <p:cNvPr id="19" name="Picture Placeholder 7"/>
          <p:cNvSpPr>
            <a:spLocks noGrp="1"/>
          </p:cNvSpPr>
          <p:nvPr>
            <p:ph type="pic" sz="quarter" idx="19" hasCustomPrompt="1"/>
          </p:nvPr>
        </p:nvSpPr>
        <p:spPr>
          <a:xfrm>
            <a:off x="5770136" y="3494984"/>
            <a:ext cx="1755594" cy="2344787"/>
          </a:xfrm>
          <a:prstGeom prst="ellipse">
            <a:avLst/>
          </a:prstGeom>
          <a:ln w="76200" cap="sq">
            <a:solidFill>
              <a:schemeClr val="bg1">
                <a:lumMod val="85000"/>
              </a:schemeClr>
            </a:solidFill>
            <a:miter lim="800000"/>
          </a:ln>
          <a:effectLst>
            <a:innerShdw blurRad="114300">
              <a:schemeClr val="bg1"/>
            </a:innerShdw>
            <a:reflection blurRad="6350" stA="52000" endA="300" endPos="35000" dir="5400000" sy="-100000" algn="bl" rotWithShape="0"/>
          </a:effectLst>
          <a:scene3d>
            <a:camera prst="orthographicFront"/>
            <a:lightRig rig="threePt" dir="t"/>
          </a:scene3d>
          <a:sp3d extrusionH="165100"/>
        </p:spPr>
        <p:txBody>
          <a:bodyPr wrap="none" bIns="274320" anchor="b"/>
          <a:lstStyle>
            <a:lvl1pPr algn="ctr" rtl="0">
              <a:buNone/>
              <a:defRPr sz="1000" b="1">
                <a:solidFill>
                  <a:schemeClr val="tx1">
                    <a:lumMod val="50000"/>
                    <a:lumOff val="50000"/>
                  </a:schemeClr>
                </a:solidFill>
              </a:defRPr>
            </a:lvl1pPr>
          </a:lstStyle>
          <a:p>
            <a:r>
              <a:rPr lang="en-US" dirty="0"/>
              <a:t>Click Icon To Add Image</a:t>
            </a:r>
          </a:p>
        </p:txBody>
      </p:sp>
    </p:spTree>
    <p:extLst>
      <p:ext uri="{BB962C8B-B14F-4D97-AF65-F5344CB8AC3E}">
        <p14:creationId xmlns:p14="http://schemas.microsoft.com/office/powerpoint/2010/main" val="104089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16" presetClass="entr" presetSubtype="37"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outVertical)">
                                      <p:cBhvr>
                                        <p:cTn id="11" dur="500"/>
                                        <p:tgtEl>
                                          <p:spTgt spid="13"/>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7" grpId="0" animBg="1"/>
      <p:bldP spid="18" grpId="0" animBg="1"/>
      <p:bldP spid="19"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1BBFFC7-5AFF-4374-B478-E246B74FFF84}" type="datetimeFigureOut">
              <a:rPr lang="en-US" smtClean="0"/>
              <a:t>5/4/2022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2A403D9-1EF9-4D83-8F99-27C64A2CC18F}" type="slidenum">
              <a:rPr lang="en-US" smtClean="0"/>
              <a:t>‹#›</a:t>
            </a:fld>
            <a:endParaRPr lang="en-US"/>
          </a:p>
        </p:txBody>
      </p:sp>
    </p:spTree>
    <p:extLst>
      <p:ext uri="{BB962C8B-B14F-4D97-AF65-F5344CB8AC3E}">
        <p14:creationId xmlns:p14="http://schemas.microsoft.com/office/powerpoint/2010/main" val="199060669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_team.">
    <p:spTree>
      <p:nvGrpSpPr>
        <p:cNvPr id="1" name=""/>
        <p:cNvGrpSpPr/>
        <p:nvPr/>
      </p:nvGrpSpPr>
      <p:grpSpPr>
        <a:xfrm>
          <a:off x="0" y="0"/>
          <a:ext cx="0" cy="0"/>
          <a:chOff x="0" y="0"/>
          <a:chExt cx="0" cy="0"/>
        </a:xfrm>
      </p:grpSpPr>
      <p:sp>
        <p:nvSpPr>
          <p:cNvPr id="29" name="Title 1"/>
          <p:cNvSpPr>
            <a:spLocks noGrp="1"/>
          </p:cNvSpPr>
          <p:nvPr>
            <p:ph type="title" hasCustomPrompt="1"/>
          </p:nvPr>
        </p:nvSpPr>
        <p:spPr>
          <a:xfrm>
            <a:off x="2350353" y="377481"/>
            <a:ext cx="4443296" cy="413483"/>
          </a:xfrm>
          <a:prstGeom prst="rect">
            <a:avLst/>
          </a:prstGeom>
        </p:spPr>
        <p:txBody>
          <a:bodyPr wrap="none" lIns="0" tIns="0" rIns="0" bIns="0" anchor="ctr">
            <a:noAutofit/>
          </a:bodyPr>
          <a:lstStyle>
            <a:lvl1pPr algn="ctr">
              <a:defRPr sz="2400" b="1" i="0" baseline="0">
                <a:solidFill>
                  <a:schemeClr val="tx1">
                    <a:lumMod val="50000"/>
                    <a:lumOff val="50000"/>
                  </a:schemeClr>
                </a:solidFill>
                <a:latin typeface="+mn-lt"/>
              </a:defRPr>
            </a:lvl1pPr>
          </a:lstStyle>
          <a:p>
            <a:r>
              <a:rPr lang="en-US" dirty="0"/>
              <a:t>Click To Edit Master Title Style</a:t>
            </a:r>
          </a:p>
        </p:txBody>
      </p:sp>
      <p:sp>
        <p:nvSpPr>
          <p:cNvPr id="30" name="Text Placeholder 3"/>
          <p:cNvSpPr>
            <a:spLocks noGrp="1"/>
          </p:cNvSpPr>
          <p:nvPr>
            <p:ph type="body" sz="half" idx="2" hasCustomPrompt="1"/>
          </p:nvPr>
        </p:nvSpPr>
        <p:spPr>
          <a:xfrm>
            <a:off x="3271838" y="837240"/>
            <a:ext cx="2600325" cy="267661"/>
          </a:xfrm>
          <a:prstGeom prst="rect">
            <a:avLst/>
          </a:prstGeom>
        </p:spPr>
        <p:txBody>
          <a:bodyPr wrap="square" lIns="0" tIns="0" rIns="0" bIns="0" anchor="ctr">
            <a:noAutofit/>
          </a:bodyPr>
          <a:lstStyle>
            <a:lvl1pPr marL="0" indent="0" algn="ctr">
              <a:buNone/>
              <a:defRPr sz="1600" b="1" i="0" baseline="0">
                <a:solidFill>
                  <a:schemeClr val="tx1">
                    <a:lumMod val="50000"/>
                    <a:lumOff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
        <p:nvSpPr>
          <p:cNvPr id="11" name="Picture Placeholder 7"/>
          <p:cNvSpPr>
            <a:spLocks noGrp="1"/>
          </p:cNvSpPr>
          <p:nvPr>
            <p:ph type="pic" sz="quarter" idx="44" hasCustomPrompt="1"/>
          </p:nvPr>
        </p:nvSpPr>
        <p:spPr>
          <a:xfrm>
            <a:off x="665034" y="1696827"/>
            <a:ext cx="2020948" cy="2694597"/>
          </a:xfrm>
          <a:prstGeom prst="roundRect">
            <a:avLst>
              <a:gd name="adj" fmla="val 12935"/>
            </a:avLst>
          </a:prstGeom>
          <a:ln w="3175">
            <a:solidFill>
              <a:schemeClr val="bg1">
                <a:lumMod val="85000"/>
              </a:schemeClr>
            </a:solidFill>
          </a:ln>
        </p:spPr>
        <p:txBody>
          <a:bodyPr wrap="none" tIns="0" bIns="274320" anchor="b"/>
          <a:lstStyle>
            <a:lvl1pPr algn="ctr" rtl="0">
              <a:buNone/>
              <a:defRPr sz="1400" b="1">
                <a:solidFill>
                  <a:schemeClr val="tx1">
                    <a:lumMod val="50000"/>
                    <a:lumOff val="50000"/>
                  </a:schemeClr>
                </a:solidFill>
              </a:defRPr>
            </a:lvl1pPr>
          </a:lstStyle>
          <a:p>
            <a:r>
              <a:rPr lang="en-US" dirty="0"/>
              <a:t>Click Icon To Add Image </a:t>
            </a:r>
          </a:p>
        </p:txBody>
      </p:sp>
    </p:spTree>
    <p:extLst>
      <p:ext uri="{BB962C8B-B14F-4D97-AF65-F5344CB8AC3E}">
        <p14:creationId xmlns:p14="http://schemas.microsoft.com/office/powerpoint/2010/main" val="247771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3_empty_plank">
    <p:spTree>
      <p:nvGrpSpPr>
        <p:cNvPr id="1" name=""/>
        <p:cNvGrpSpPr/>
        <p:nvPr/>
      </p:nvGrpSpPr>
      <p:grpSpPr>
        <a:xfrm>
          <a:off x="0" y="0"/>
          <a:ext cx="0" cy="0"/>
          <a:chOff x="0" y="0"/>
          <a:chExt cx="0" cy="0"/>
        </a:xfrm>
      </p:grpSpPr>
      <p:sp>
        <p:nvSpPr>
          <p:cNvPr id="29" name="Title 1"/>
          <p:cNvSpPr>
            <a:spLocks noGrp="1"/>
          </p:cNvSpPr>
          <p:nvPr>
            <p:ph type="title" hasCustomPrompt="1"/>
          </p:nvPr>
        </p:nvSpPr>
        <p:spPr>
          <a:xfrm>
            <a:off x="2190750" y="266701"/>
            <a:ext cx="4762500" cy="558843"/>
          </a:xfrm>
          <a:prstGeom prst="rect">
            <a:avLst/>
          </a:prstGeom>
        </p:spPr>
        <p:txBody>
          <a:bodyPr wrap="none" lIns="0" tIns="0" rIns="0" bIns="0" anchor="ctr">
            <a:noAutofit/>
          </a:bodyPr>
          <a:lstStyle>
            <a:lvl1pPr algn="ctr">
              <a:defRPr sz="2800" b="1" i="0" baseline="0">
                <a:solidFill>
                  <a:schemeClr val="tx1">
                    <a:lumMod val="50000"/>
                    <a:lumOff val="50000"/>
                  </a:schemeClr>
                </a:solidFill>
                <a:latin typeface="+mn-lt"/>
              </a:defRPr>
            </a:lvl1pPr>
          </a:lstStyle>
          <a:p>
            <a:r>
              <a:rPr lang="en-US" dirty="0"/>
              <a:t>Click To Edit Master Title Style</a:t>
            </a:r>
          </a:p>
        </p:txBody>
      </p:sp>
      <p:sp>
        <p:nvSpPr>
          <p:cNvPr id="30" name="Text Placeholder 3"/>
          <p:cNvSpPr>
            <a:spLocks noGrp="1"/>
          </p:cNvSpPr>
          <p:nvPr>
            <p:ph type="body" sz="half" idx="2" hasCustomPrompt="1"/>
          </p:nvPr>
        </p:nvSpPr>
        <p:spPr>
          <a:xfrm>
            <a:off x="3271838" y="837240"/>
            <a:ext cx="2600325" cy="267661"/>
          </a:xfrm>
          <a:prstGeom prst="rect">
            <a:avLst/>
          </a:prstGeom>
        </p:spPr>
        <p:txBody>
          <a:bodyPr wrap="square" lIns="0" tIns="0" rIns="0" bIns="0" anchor="ctr">
            <a:noAutofit/>
          </a:bodyPr>
          <a:lstStyle>
            <a:lvl1pPr marL="0" indent="0" algn="ctr">
              <a:buNone/>
              <a:defRPr sz="1600" b="1" i="0" baseline="0">
                <a:solidFill>
                  <a:schemeClr val="tx1">
                    <a:lumMod val="50000"/>
                    <a:lumOff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Tree>
    <p:extLst>
      <p:ext uri="{BB962C8B-B14F-4D97-AF65-F5344CB8AC3E}">
        <p14:creationId xmlns:p14="http://schemas.microsoft.com/office/powerpoint/2010/main" val="33171105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Free Blank With Footer">
    <p:spTree>
      <p:nvGrpSpPr>
        <p:cNvPr id="1" name=""/>
        <p:cNvGrpSpPr/>
        <p:nvPr/>
      </p:nvGrpSpPr>
      <p:grpSpPr>
        <a:xfrm>
          <a:off x="0" y="0"/>
          <a:ext cx="0" cy="0"/>
          <a:chOff x="0" y="0"/>
          <a:chExt cx="0" cy="0"/>
        </a:xfrm>
      </p:grpSpPr>
      <p:sp>
        <p:nvSpPr>
          <p:cNvPr id="42" name="Title 1"/>
          <p:cNvSpPr>
            <a:spLocks noGrp="1"/>
          </p:cNvSpPr>
          <p:nvPr>
            <p:ph type="title" hasCustomPrompt="1"/>
          </p:nvPr>
        </p:nvSpPr>
        <p:spPr>
          <a:xfrm>
            <a:off x="250257" y="356629"/>
            <a:ext cx="8643486" cy="471365"/>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43" name="Text Placeholder 3"/>
          <p:cNvSpPr>
            <a:spLocks noGrp="1"/>
          </p:cNvSpPr>
          <p:nvPr>
            <p:ph type="body" sz="half" idx="2" hasCustomPrompt="1"/>
          </p:nvPr>
        </p:nvSpPr>
        <p:spPr>
          <a:xfrm>
            <a:off x="250258" y="825951"/>
            <a:ext cx="8643485" cy="267661"/>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189" indent="0">
              <a:buNone/>
              <a:defRPr sz="1200"/>
            </a:lvl2pPr>
            <a:lvl3pPr marL="914378" indent="0">
              <a:buNone/>
              <a:defRPr sz="1000"/>
            </a:lvl3pPr>
            <a:lvl4pPr marL="1371566" indent="0">
              <a:buNone/>
              <a:defRPr sz="900"/>
            </a:lvl4pPr>
            <a:lvl5pPr marL="1828754" indent="0">
              <a:buNone/>
              <a:defRPr sz="900"/>
            </a:lvl5pPr>
            <a:lvl6pPr marL="2285943" indent="0">
              <a:buNone/>
              <a:defRPr sz="900"/>
            </a:lvl6pPr>
            <a:lvl7pPr marL="2743132" indent="0">
              <a:buNone/>
              <a:defRPr sz="900"/>
            </a:lvl7pPr>
            <a:lvl8pPr marL="3200320" indent="0">
              <a:buNone/>
              <a:defRPr sz="900"/>
            </a:lvl8pPr>
            <a:lvl9pPr marL="3657509" indent="0">
              <a:buNone/>
              <a:defRPr sz="900"/>
            </a:lvl9pPr>
          </a:lstStyle>
          <a:p>
            <a:pPr lvl="0"/>
            <a:r>
              <a:rPr lang="en-US" dirty="0"/>
              <a:t>Subtext Goes Here</a:t>
            </a:r>
          </a:p>
        </p:txBody>
      </p:sp>
      <p:sp>
        <p:nvSpPr>
          <p:cNvPr id="4" name="日期占位符 1"/>
          <p:cNvSpPr>
            <a:spLocks noGrp="1"/>
          </p:cNvSpPr>
          <p:nvPr>
            <p:ph type="dt" sz="half" idx="10"/>
          </p:nvPr>
        </p:nvSpPr>
        <p:spPr>
          <a:xfrm>
            <a:off x="457200" y="6356350"/>
            <a:ext cx="2133600" cy="365125"/>
          </a:xfrm>
          <a:prstGeom prst="rect">
            <a:avLst/>
          </a:prstGeom>
        </p:spPr>
        <p:txBody>
          <a:bodyPr/>
          <a:lstStyle/>
          <a:p>
            <a:fld id="{6E1110FA-B156-4C31-970E-7208C13D1E37}" type="datetimeFigureOut">
              <a:rPr lang="en-GB" smtClean="0"/>
              <a:t>04/05/2022</a:t>
            </a:fld>
            <a:endParaRPr lang="en-GB"/>
          </a:p>
        </p:txBody>
      </p:sp>
      <p:sp>
        <p:nvSpPr>
          <p:cNvPr id="5" name="页脚占位符 2"/>
          <p:cNvSpPr>
            <a:spLocks noGrp="1"/>
          </p:cNvSpPr>
          <p:nvPr>
            <p:ph type="ftr" sz="quarter" idx="11"/>
          </p:nvPr>
        </p:nvSpPr>
        <p:spPr>
          <a:xfrm>
            <a:off x="3124200" y="6356350"/>
            <a:ext cx="2895600" cy="365125"/>
          </a:xfrm>
        </p:spPr>
        <p:txBody>
          <a:bodyPr/>
          <a:lstStyle/>
          <a:p>
            <a:endParaRPr lang="en-GB"/>
          </a:p>
        </p:txBody>
      </p:sp>
      <p:sp>
        <p:nvSpPr>
          <p:cNvPr id="6" name="灯片编号占位符 3"/>
          <p:cNvSpPr>
            <a:spLocks noGrp="1"/>
          </p:cNvSpPr>
          <p:nvPr>
            <p:ph type="sldNum" sz="quarter" idx="12"/>
          </p:nvPr>
        </p:nvSpPr>
        <p:spPr>
          <a:xfrm>
            <a:off x="6553200" y="6356350"/>
            <a:ext cx="2133600" cy="365125"/>
          </a:xfrm>
          <a:prstGeom prst="rect">
            <a:avLst/>
          </a:prstGeom>
        </p:spPr>
        <p:txBody>
          <a:bodyPr/>
          <a:lstStyle/>
          <a:p>
            <a:fld id="{D5A944BC-61D4-48B0-97A0-07CFCBEAA196}" type="slidenum">
              <a:rPr lang="en-GB" smtClean="0"/>
              <a:t>‹#›</a:t>
            </a:fld>
            <a:endParaRPr lang="en-GB"/>
          </a:p>
        </p:txBody>
      </p:sp>
      <p:pic>
        <p:nvPicPr>
          <p:cNvPr id="7" name="Picture 2" descr="Image result for building constructi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90465" y="404664"/>
            <a:ext cx="7596335" cy="5222480"/>
          </a:xfrm>
          <a:prstGeom prst="rect">
            <a:avLst/>
          </a:prstGeom>
        </p:spPr>
      </p:pic>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3650"/>
          <a:stretch/>
        </p:blipFill>
        <p:spPr>
          <a:xfrm>
            <a:off x="0" y="4365104"/>
            <a:ext cx="9143999" cy="2492896"/>
          </a:xfrm>
          <a:prstGeom prst="rect">
            <a:avLst/>
          </a:prstGeom>
        </p:spPr>
      </p:pic>
      <p:sp>
        <p:nvSpPr>
          <p:cNvPr id="2" name="Rectangle 1"/>
          <p:cNvSpPr/>
          <p:nvPr userDrawn="1"/>
        </p:nvSpPr>
        <p:spPr>
          <a:xfrm>
            <a:off x="0" y="0"/>
            <a:ext cx="9144000" cy="5627144"/>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102625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9">
    <p:spTree>
      <p:nvGrpSpPr>
        <p:cNvPr id="1" name=""/>
        <p:cNvGrpSpPr/>
        <p:nvPr/>
      </p:nvGrpSpPr>
      <p:grpSpPr>
        <a:xfrm>
          <a:off x="0" y="0"/>
          <a:ext cx="0" cy="0"/>
          <a:chOff x="0" y="0"/>
          <a:chExt cx="0" cy="0"/>
        </a:xfrm>
      </p:grpSpPr>
      <p:sp>
        <p:nvSpPr>
          <p:cNvPr id="2" name="Заголовок 1"/>
          <p:cNvSpPr>
            <a:spLocks noGrp="1"/>
          </p:cNvSpPr>
          <p:nvPr>
            <p:ph type="title" hasCustomPrompt="1"/>
          </p:nvPr>
        </p:nvSpPr>
        <p:spPr>
          <a:xfrm>
            <a:off x="457200" y="274638"/>
            <a:ext cx="8229600" cy="1143000"/>
          </a:xfrm>
          <a:prstGeom prst="rect">
            <a:avLst/>
          </a:prstGeom>
        </p:spPr>
        <p:txBody>
          <a:bodyPr/>
          <a:lstStyle/>
          <a:p>
            <a:r>
              <a:rPr lang="en-US" dirty="0"/>
              <a:t>Click To Edit Master Title Style</a:t>
            </a:r>
            <a:endParaRPr lang="ru-RU" dirty="0"/>
          </a:p>
        </p:txBody>
      </p:sp>
      <p:sp>
        <p:nvSpPr>
          <p:cNvPr id="9" name="Рисунок 8"/>
          <p:cNvSpPr>
            <a:spLocks noGrp="1"/>
          </p:cNvSpPr>
          <p:nvPr>
            <p:ph type="pic" sz="quarter" idx="13"/>
          </p:nvPr>
        </p:nvSpPr>
        <p:spPr>
          <a:xfrm>
            <a:off x="771525" y="1485902"/>
            <a:ext cx="1866900" cy="2576848"/>
          </a:xfrm>
          <a:prstGeom prst="ellipse">
            <a:avLst/>
          </a:prstGeom>
        </p:spPr>
        <p:txBody>
          <a:bodyPr/>
          <a:lstStyle/>
          <a:p>
            <a:endParaRPr lang="ru-RU"/>
          </a:p>
        </p:txBody>
      </p:sp>
      <p:sp>
        <p:nvSpPr>
          <p:cNvPr id="15" name="Рисунок 8"/>
          <p:cNvSpPr>
            <a:spLocks noGrp="1"/>
          </p:cNvSpPr>
          <p:nvPr>
            <p:ph type="pic" sz="quarter" idx="14"/>
          </p:nvPr>
        </p:nvSpPr>
        <p:spPr>
          <a:xfrm>
            <a:off x="2705101" y="1485902"/>
            <a:ext cx="1866900" cy="2576848"/>
          </a:xfrm>
          <a:prstGeom prst="ellipse">
            <a:avLst/>
          </a:prstGeom>
        </p:spPr>
        <p:txBody>
          <a:bodyPr/>
          <a:lstStyle/>
          <a:p>
            <a:endParaRPr lang="ru-RU"/>
          </a:p>
        </p:txBody>
      </p:sp>
      <p:sp>
        <p:nvSpPr>
          <p:cNvPr id="16" name="Рисунок 8"/>
          <p:cNvSpPr>
            <a:spLocks noGrp="1"/>
          </p:cNvSpPr>
          <p:nvPr>
            <p:ph type="pic" sz="quarter" idx="15"/>
          </p:nvPr>
        </p:nvSpPr>
        <p:spPr>
          <a:xfrm>
            <a:off x="4638676" y="1485902"/>
            <a:ext cx="1866900" cy="2576848"/>
          </a:xfrm>
          <a:prstGeom prst="ellipse">
            <a:avLst/>
          </a:prstGeom>
        </p:spPr>
        <p:txBody>
          <a:bodyPr/>
          <a:lstStyle/>
          <a:p>
            <a:endParaRPr lang="ru-RU"/>
          </a:p>
        </p:txBody>
      </p:sp>
      <p:sp>
        <p:nvSpPr>
          <p:cNvPr id="17" name="Рисунок 8"/>
          <p:cNvSpPr>
            <a:spLocks noGrp="1"/>
          </p:cNvSpPr>
          <p:nvPr>
            <p:ph type="pic" sz="quarter" idx="16"/>
          </p:nvPr>
        </p:nvSpPr>
        <p:spPr>
          <a:xfrm>
            <a:off x="6572250" y="1485902"/>
            <a:ext cx="1866900" cy="2576848"/>
          </a:xfrm>
          <a:prstGeom prst="ellipse">
            <a:avLst/>
          </a:prstGeom>
        </p:spPr>
        <p:txBody>
          <a:bodyPr/>
          <a:lstStyle/>
          <a:p>
            <a:endParaRPr lang="ru-RU"/>
          </a:p>
        </p:txBody>
      </p:sp>
    </p:spTree>
    <p:extLst>
      <p:ext uri="{BB962C8B-B14F-4D97-AF65-F5344CB8AC3E}">
        <p14:creationId xmlns:p14="http://schemas.microsoft.com/office/powerpoint/2010/main" val="3044594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026" name="Picture 2" descr="Image result for architecture"/>
          <p:cNvPicPr>
            <a:picLocks noChangeAspect="1" noChangeArrowheads="1"/>
          </p:cNvPicPr>
          <p:nvPr userDrawn="1"/>
        </p:nvPicPr>
        <p:blipFill rotWithShape="1">
          <a:blip r:embed="rId31">
            <a:extLst>
              <a:ext uri="{28A0092B-C50C-407E-A947-70E740481C1C}">
                <a14:useLocalDpi xmlns:a14="http://schemas.microsoft.com/office/drawing/2010/main" val="0"/>
              </a:ext>
            </a:extLst>
          </a:blip>
          <a:srcRect l="8347" t="1127" r="9667" b="138"/>
          <a:stretch/>
        </p:blipFill>
        <p:spPr bwMode="auto">
          <a:xfrm>
            <a:off x="-31702" y="0"/>
            <a:ext cx="9175702" cy="6093296"/>
          </a:xfrm>
          <a:prstGeom prst="rect">
            <a:avLst/>
          </a:prstGeom>
          <a:noFill/>
          <a:extLst>
            <a:ext uri="{909E8E84-426E-40DD-AFC4-6F175D3DCCD1}">
              <a14:hiddenFill xmlns:a14="http://schemas.microsoft.com/office/drawing/2010/main">
                <a:solidFill>
                  <a:srgbClr val="FFFFFF"/>
                </a:solidFill>
              </a14:hiddenFill>
            </a:ext>
          </a:extLst>
        </p:spPr>
      </p:pic>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Rectangle 18">
            <a:extLst>
              <a:ext uri="{FF2B5EF4-FFF2-40B4-BE49-F238E27FC236}">
                <a16:creationId xmlns:a16="http://schemas.microsoft.com/office/drawing/2014/main" id="{106848BF-9DF0-E1C8-041A-4D017EEFE2C9}"/>
              </a:ext>
            </a:extLst>
          </p:cNvPr>
          <p:cNvSpPr/>
          <p:nvPr userDrawn="1"/>
        </p:nvSpPr>
        <p:spPr>
          <a:xfrm>
            <a:off x="-31702" y="0"/>
            <a:ext cx="9175702" cy="6858000"/>
          </a:xfrm>
          <a:prstGeom prst="rect">
            <a:avLst/>
          </a:prstGeom>
          <a:solidFill>
            <a:srgbClr val="FFFFFF">
              <a:alpha val="8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8" name="Picture 17"/>
          <p:cNvPicPr>
            <a:picLocks noChangeAspect="1"/>
          </p:cNvPicPr>
          <p:nvPr userDrawn="1"/>
        </p:nvPicPr>
        <p:blipFill rotWithShape="1">
          <a:blip r:embed="rId32" cstate="print">
            <a:extLst>
              <a:ext uri="{28A0092B-C50C-407E-A947-70E740481C1C}">
                <a14:useLocalDpi xmlns:a14="http://schemas.microsoft.com/office/drawing/2010/main" val="0"/>
              </a:ext>
            </a:extLst>
          </a:blip>
          <a:srcRect t="65961" b="4290"/>
          <a:stretch/>
        </p:blipFill>
        <p:spPr>
          <a:xfrm>
            <a:off x="-31702" y="5042231"/>
            <a:ext cx="9175702" cy="1807345"/>
          </a:xfrm>
          <a:prstGeom prst="rect">
            <a:avLst/>
          </a:prstGeom>
        </p:spPr>
      </p:pic>
    </p:spTree>
    <p:extLst>
      <p:ext uri="{BB962C8B-B14F-4D97-AF65-F5344CB8AC3E}">
        <p14:creationId xmlns:p14="http://schemas.microsoft.com/office/powerpoint/2010/main" val="816361169"/>
      </p:ext>
    </p:extLst>
  </p:cSld>
  <p:clrMap bg1="lt1" tx1="dk1" bg2="lt2" tx2="dk2" accent1="accent1" accent2="accent2" accent3="accent3" accent4="accent4" accent5="accent5" accent6="accent6" hlink="hlink" folHlink="folHlink"/>
  <p:sldLayoutIdLst>
    <p:sldLayoutId id="2147483649" r:id="rId1"/>
    <p:sldLayoutId id="2147483702"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78" r:id="rId13"/>
    <p:sldLayoutId id="2147483680" r:id="rId14"/>
    <p:sldLayoutId id="2147483683" r:id="rId15"/>
    <p:sldLayoutId id="2147483689" r:id="rId16"/>
    <p:sldLayoutId id="2147483691" r:id="rId17"/>
    <p:sldLayoutId id="2147483692" r:id="rId18"/>
    <p:sldLayoutId id="2147483695" r:id="rId19"/>
    <p:sldLayoutId id="2147483696" r:id="rId20"/>
    <p:sldLayoutId id="2147483698" r:id="rId21"/>
    <p:sldLayoutId id="2147483699" r:id="rId22"/>
    <p:sldLayoutId id="2147483700" r:id="rId23"/>
    <p:sldLayoutId id="2147483701" r:id="rId24"/>
    <p:sldLayoutId id="2147483672" r:id="rId25"/>
    <p:sldLayoutId id="2147483673" r:id="rId26"/>
    <p:sldLayoutId id="2147483674" r:id="rId27"/>
    <p:sldLayoutId id="2147483675" r:id="rId28"/>
    <p:sldLayoutId id="2147483676" r:id="rId2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1268760"/>
            <a:ext cx="7772400" cy="1470025"/>
          </a:xfrm>
        </p:spPr>
        <p:txBody>
          <a:bodyPr/>
          <a:lstStyle/>
          <a:p>
            <a:r>
              <a:rPr lang="en-AU" dirty="0"/>
              <a:t>NBD1100 Built Environment Communication and Skills</a:t>
            </a:r>
          </a:p>
        </p:txBody>
      </p:sp>
      <p:sp>
        <p:nvSpPr>
          <p:cNvPr id="4" name="Subtitle 3"/>
          <p:cNvSpPr>
            <a:spLocks noGrp="1"/>
          </p:cNvSpPr>
          <p:nvPr>
            <p:ph type="subTitle" idx="1"/>
          </p:nvPr>
        </p:nvSpPr>
        <p:spPr>
          <a:xfrm>
            <a:off x="1475656" y="3212976"/>
            <a:ext cx="6400800" cy="1752600"/>
          </a:xfrm>
        </p:spPr>
        <p:txBody>
          <a:bodyPr/>
          <a:lstStyle/>
          <a:p>
            <a:pPr algn="l"/>
            <a:endParaRPr lang="en-AU" sz="4000" dirty="0">
              <a:solidFill>
                <a:schemeClr val="tx1"/>
              </a:solidFill>
            </a:endParaRPr>
          </a:p>
        </p:txBody>
      </p:sp>
    </p:spTree>
    <p:extLst>
      <p:ext uri="{BB962C8B-B14F-4D97-AF65-F5344CB8AC3E}">
        <p14:creationId xmlns:p14="http://schemas.microsoft.com/office/powerpoint/2010/main" val="1415999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9B5DA-ECED-7844-D7C0-9EDA9085EE24}"/>
              </a:ext>
            </a:extLst>
          </p:cNvPr>
          <p:cNvSpPr>
            <a:spLocks noGrp="1"/>
          </p:cNvSpPr>
          <p:nvPr>
            <p:ph type="title"/>
          </p:nvPr>
        </p:nvSpPr>
        <p:spPr/>
        <p:txBody>
          <a:bodyPr/>
          <a:lstStyle/>
          <a:p>
            <a:endParaRPr lang="zh-CN" altLang="en-US"/>
          </a:p>
        </p:txBody>
      </p:sp>
      <p:sp>
        <p:nvSpPr>
          <p:cNvPr id="3" name="竖排文字占位符 2">
            <a:extLst>
              <a:ext uri="{FF2B5EF4-FFF2-40B4-BE49-F238E27FC236}">
                <a16:creationId xmlns:a16="http://schemas.microsoft.com/office/drawing/2014/main" id="{EAA7DE15-7A22-A765-BCD9-8E0E43D04E82}"/>
              </a:ext>
            </a:extLst>
          </p:cNvPr>
          <p:cNvSpPr>
            <a:spLocks noGrp="1"/>
          </p:cNvSpPr>
          <p:nvPr>
            <p:ph type="body" orient="vert" idx="1"/>
          </p:nvPr>
        </p:nvSpPr>
        <p:spPr/>
        <p:txBody>
          <a:bodyPr/>
          <a:lstStyle/>
          <a:p>
            <a:r>
              <a:rPr lang="en-AU" altLang="zh-CN" b="1" i="0" dirty="0">
                <a:solidFill>
                  <a:srgbClr val="747474"/>
                </a:solidFill>
                <a:effectLst/>
                <a:latin typeface="Mulish"/>
              </a:rPr>
              <a:t>Why do clashes occur?</a:t>
            </a:r>
          </a:p>
          <a:p>
            <a:endParaRPr lang="en-AU" altLang="zh-CN" b="1" dirty="0">
              <a:solidFill>
                <a:srgbClr val="747474"/>
              </a:solidFill>
              <a:latin typeface="Mulish"/>
            </a:endParaRPr>
          </a:p>
          <a:p>
            <a:pPr algn="l">
              <a:buFont typeface="Arial" panose="020B0604020202020204" pitchFamily="34" charset="0"/>
              <a:buChar char="•"/>
            </a:pPr>
            <a:r>
              <a:rPr lang="en-US" altLang="zh-CN" b="0" i="0" dirty="0">
                <a:solidFill>
                  <a:srgbClr val="747474"/>
                </a:solidFill>
                <a:effectLst/>
                <a:latin typeface="Mulish"/>
              </a:rPr>
              <a:t>Architecture</a:t>
            </a:r>
          </a:p>
          <a:p>
            <a:pPr algn="l">
              <a:buFont typeface="Arial" panose="020B0604020202020204" pitchFamily="34" charset="0"/>
              <a:buChar char="•"/>
            </a:pPr>
            <a:r>
              <a:rPr lang="en-US" altLang="zh-CN" b="0" i="0" dirty="0">
                <a:solidFill>
                  <a:srgbClr val="747474"/>
                </a:solidFill>
                <a:effectLst/>
                <a:latin typeface="Mulish"/>
              </a:rPr>
              <a:t>Construction</a:t>
            </a:r>
          </a:p>
          <a:p>
            <a:pPr algn="l">
              <a:buFont typeface="Arial" panose="020B0604020202020204" pitchFamily="34" charset="0"/>
              <a:buChar char="•"/>
            </a:pPr>
            <a:r>
              <a:rPr lang="en-US" altLang="zh-CN" b="0" i="0" dirty="0">
                <a:solidFill>
                  <a:srgbClr val="747474"/>
                </a:solidFill>
                <a:effectLst/>
                <a:latin typeface="Mulish"/>
              </a:rPr>
              <a:t>Mechanical</a:t>
            </a:r>
          </a:p>
          <a:p>
            <a:pPr algn="l">
              <a:buFont typeface="Arial" panose="020B0604020202020204" pitchFamily="34" charset="0"/>
              <a:buChar char="•"/>
            </a:pPr>
            <a:r>
              <a:rPr lang="en-US" altLang="zh-CN" b="0" i="0" dirty="0">
                <a:solidFill>
                  <a:srgbClr val="747474"/>
                </a:solidFill>
                <a:effectLst/>
                <a:latin typeface="Mulish"/>
              </a:rPr>
              <a:t>Electrical Plumbing</a:t>
            </a:r>
            <a:endParaRPr lang="zh-CN" altLang="en-US" dirty="0"/>
          </a:p>
        </p:txBody>
      </p:sp>
      <p:pic>
        <p:nvPicPr>
          <p:cNvPr id="1026" name="Picture 2" descr="BIM Clash Detection Services">
            <a:extLst>
              <a:ext uri="{FF2B5EF4-FFF2-40B4-BE49-F238E27FC236}">
                <a16:creationId xmlns:a16="http://schemas.microsoft.com/office/drawing/2014/main" id="{674D19D1-FB66-6C66-A544-DFE5217708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4251" y="2420888"/>
            <a:ext cx="3851920" cy="216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410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093B6-B586-EB2F-63C1-F860F241A5EF}"/>
              </a:ext>
            </a:extLst>
          </p:cNvPr>
          <p:cNvSpPr>
            <a:spLocks noGrp="1"/>
          </p:cNvSpPr>
          <p:nvPr>
            <p:ph type="title"/>
          </p:nvPr>
        </p:nvSpPr>
        <p:spPr/>
        <p:txBody>
          <a:bodyPr/>
          <a:lstStyle/>
          <a:p>
            <a:endParaRPr lang="zh-CN" altLang="en-US" dirty="0"/>
          </a:p>
        </p:txBody>
      </p:sp>
      <p:sp>
        <p:nvSpPr>
          <p:cNvPr id="3" name="竖排文字占位符 2">
            <a:extLst>
              <a:ext uri="{FF2B5EF4-FFF2-40B4-BE49-F238E27FC236}">
                <a16:creationId xmlns:a16="http://schemas.microsoft.com/office/drawing/2014/main" id="{F842FA8A-5FD1-055C-371E-27E015E63B28}"/>
              </a:ext>
            </a:extLst>
          </p:cNvPr>
          <p:cNvSpPr>
            <a:spLocks noGrp="1"/>
          </p:cNvSpPr>
          <p:nvPr>
            <p:ph type="body" orient="vert" idx="1"/>
          </p:nvPr>
        </p:nvSpPr>
        <p:spPr/>
        <p:txBody>
          <a:bodyPr/>
          <a:lstStyle/>
          <a:p>
            <a:r>
              <a:rPr lang="en-AU" altLang="zh-CN" b="0" i="0" dirty="0">
                <a:solidFill>
                  <a:srgbClr val="747474"/>
                </a:solidFill>
                <a:effectLst/>
                <a:latin typeface="Mulish"/>
              </a:rPr>
              <a:t>Types of clashes</a:t>
            </a:r>
          </a:p>
          <a:p>
            <a:pPr algn="l">
              <a:buFont typeface="Arial" panose="020B0604020202020204" pitchFamily="34" charset="0"/>
              <a:buChar char="•"/>
            </a:pPr>
            <a:r>
              <a:rPr lang="en-US" altLang="zh-CN" sz="2400" b="1" i="0" dirty="0">
                <a:solidFill>
                  <a:srgbClr val="747474"/>
                </a:solidFill>
                <a:effectLst/>
                <a:latin typeface="Mulish"/>
              </a:rPr>
              <a:t>Hard clash </a:t>
            </a:r>
          </a:p>
          <a:p>
            <a:pPr algn="l">
              <a:buFont typeface="Arial" panose="020B0604020202020204" pitchFamily="34" charset="0"/>
              <a:buChar char="•"/>
            </a:pPr>
            <a:r>
              <a:rPr lang="en-US" altLang="zh-CN" sz="2400" b="1" i="0" dirty="0">
                <a:solidFill>
                  <a:srgbClr val="747474"/>
                </a:solidFill>
                <a:effectLst/>
                <a:latin typeface="Mulish"/>
              </a:rPr>
              <a:t>Soft clash</a:t>
            </a:r>
            <a:endParaRPr lang="en-US" altLang="zh-CN" sz="2400" b="0" i="0" dirty="0">
              <a:solidFill>
                <a:srgbClr val="747474"/>
              </a:solidFill>
              <a:effectLst/>
              <a:latin typeface="Mulish"/>
            </a:endParaRPr>
          </a:p>
          <a:p>
            <a:pPr algn="l">
              <a:buFont typeface="Arial" panose="020B0604020202020204" pitchFamily="34" charset="0"/>
              <a:buChar char="•"/>
            </a:pPr>
            <a:r>
              <a:rPr lang="en-US" altLang="zh-CN" sz="2400" b="1" i="0" dirty="0">
                <a:solidFill>
                  <a:srgbClr val="747474"/>
                </a:solidFill>
                <a:effectLst/>
                <a:latin typeface="Mulish"/>
              </a:rPr>
              <a:t>Workflow or 4D clash</a:t>
            </a:r>
            <a:endParaRPr lang="zh-CN" altLang="en-US" dirty="0"/>
          </a:p>
        </p:txBody>
      </p:sp>
      <p:pic>
        <p:nvPicPr>
          <p:cNvPr id="2050" name="Picture 2" descr="Clash Detection in Building Information Modeling - ImsInfo">
            <a:extLst>
              <a:ext uri="{FF2B5EF4-FFF2-40B4-BE49-F238E27FC236}">
                <a16:creationId xmlns:a16="http://schemas.microsoft.com/office/drawing/2014/main" id="{F059C351-60A9-E10C-955B-D08FF61BB76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864" t="8001" r="8058" b="10671"/>
          <a:stretch/>
        </p:blipFill>
        <p:spPr bwMode="auto">
          <a:xfrm>
            <a:off x="1010728" y="3824524"/>
            <a:ext cx="2304256" cy="21247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M Clash Detection | Process, Benefits &amp; Types Explained in 2022">
            <a:extLst>
              <a:ext uri="{FF2B5EF4-FFF2-40B4-BE49-F238E27FC236}">
                <a16:creationId xmlns:a16="http://schemas.microsoft.com/office/drawing/2014/main" id="{F6C74DB6-371E-EDC0-74D9-3303E40B79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4984" y="908720"/>
            <a:ext cx="5371816" cy="4137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898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093B6-B586-EB2F-63C1-F860F241A5EF}"/>
              </a:ext>
            </a:extLst>
          </p:cNvPr>
          <p:cNvSpPr>
            <a:spLocks noGrp="1"/>
          </p:cNvSpPr>
          <p:nvPr>
            <p:ph type="title"/>
          </p:nvPr>
        </p:nvSpPr>
        <p:spPr/>
        <p:txBody>
          <a:bodyPr/>
          <a:lstStyle/>
          <a:p>
            <a:endParaRPr lang="zh-CN" altLang="en-US" dirty="0"/>
          </a:p>
        </p:txBody>
      </p:sp>
      <p:sp>
        <p:nvSpPr>
          <p:cNvPr id="3" name="竖排文字占位符 2">
            <a:extLst>
              <a:ext uri="{FF2B5EF4-FFF2-40B4-BE49-F238E27FC236}">
                <a16:creationId xmlns:a16="http://schemas.microsoft.com/office/drawing/2014/main" id="{F842FA8A-5FD1-055C-371E-27E015E63B28}"/>
              </a:ext>
            </a:extLst>
          </p:cNvPr>
          <p:cNvSpPr>
            <a:spLocks noGrp="1"/>
          </p:cNvSpPr>
          <p:nvPr>
            <p:ph type="body" orient="vert" idx="1"/>
          </p:nvPr>
        </p:nvSpPr>
        <p:spPr/>
        <p:txBody>
          <a:bodyPr/>
          <a:lstStyle/>
          <a:p>
            <a:r>
              <a:rPr lang="en-AU" altLang="zh-CN" b="0" i="0" dirty="0">
                <a:solidFill>
                  <a:srgbClr val="747474"/>
                </a:solidFill>
                <a:effectLst/>
                <a:latin typeface="Mulish"/>
              </a:rPr>
              <a:t>Types of clashes</a:t>
            </a:r>
          </a:p>
          <a:p>
            <a:pPr algn="l">
              <a:buFont typeface="Arial" panose="020B0604020202020204" pitchFamily="34" charset="0"/>
              <a:buChar char="•"/>
            </a:pPr>
            <a:r>
              <a:rPr lang="en-US" altLang="zh-CN" sz="2400" b="1" i="0" dirty="0">
                <a:solidFill>
                  <a:srgbClr val="747474"/>
                </a:solidFill>
                <a:effectLst/>
                <a:latin typeface="Mulish"/>
              </a:rPr>
              <a:t>Hard clash </a:t>
            </a:r>
            <a:r>
              <a:rPr lang="en-US" altLang="zh-CN" sz="2400" b="0" i="0" dirty="0">
                <a:solidFill>
                  <a:srgbClr val="747474"/>
                </a:solidFill>
                <a:effectLst/>
                <a:latin typeface="Mulish"/>
              </a:rPr>
              <a:t>– where two components are occupying the same space, such as a pipe running through a steel beam. If this kind of clash isn’t detected until on site, then it can be costly and time-consuming to correct.</a:t>
            </a:r>
          </a:p>
          <a:p>
            <a:pPr algn="l">
              <a:buFont typeface="Arial" panose="020B0604020202020204" pitchFamily="34" charset="0"/>
              <a:buChar char="•"/>
            </a:pPr>
            <a:r>
              <a:rPr lang="en-US" altLang="zh-CN" sz="2400" b="1" i="0" dirty="0">
                <a:solidFill>
                  <a:srgbClr val="747474"/>
                </a:solidFill>
                <a:effectLst/>
                <a:latin typeface="Mulish"/>
              </a:rPr>
              <a:t>Soft clash</a:t>
            </a:r>
            <a:r>
              <a:rPr lang="en-US" altLang="zh-CN" sz="2400" b="0" i="0" dirty="0">
                <a:solidFill>
                  <a:srgbClr val="747474"/>
                </a:solidFill>
                <a:effectLst/>
                <a:latin typeface="Mulish"/>
              </a:rPr>
              <a:t> – when the buffer zone of an element is breached, or it isn’t given the spatial tolerances it requires for maintenance access or safety.</a:t>
            </a:r>
          </a:p>
          <a:p>
            <a:pPr algn="l">
              <a:buFont typeface="Arial" panose="020B0604020202020204" pitchFamily="34" charset="0"/>
              <a:buChar char="•"/>
            </a:pPr>
            <a:r>
              <a:rPr lang="en-US" altLang="zh-CN" sz="2400" b="1" i="0" dirty="0">
                <a:solidFill>
                  <a:srgbClr val="747474"/>
                </a:solidFill>
                <a:effectLst/>
                <a:latin typeface="Mulish"/>
              </a:rPr>
              <a:t>Workflow or 4D clash</a:t>
            </a:r>
            <a:r>
              <a:rPr lang="en-US" altLang="zh-CN" sz="2400" b="0" i="0" dirty="0">
                <a:solidFill>
                  <a:srgbClr val="747474"/>
                </a:solidFill>
                <a:effectLst/>
                <a:latin typeface="Mulish"/>
              </a:rPr>
              <a:t> – general time conflicts such as the delivery of equipment and materials, or the scheduling of contractors.</a:t>
            </a:r>
          </a:p>
          <a:p>
            <a:endParaRPr lang="zh-CN" altLang="en-US" dirty="0"/>
          </a:p>
        </p:txBody>
      </p:sp>
    </p:spTree>
    <p:extLst>
      <p:ext uri="{BB962C8B-B14F-4D97-AF65-F5344CB8AC3E}">
        <p14:creationId xmlns:p14="http://schemas.microsoft.com/office/powerpoint/2010/main" val="3331939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54BF29-DCB5-2023-F651-8F009582FDF7}"/>
              </a:ext>
            </a:extLst>
          </p:cNvPr>
          <p:cNvSpPr>
            <a:spLocks noGrp="1"/>
          </p:cNvSpPr>
          <p:nvPr>
            <p:ph type="title"/>
          </p:nvPr>
        </p:nvSpPr>
        <p:spPr/>
        <p:txBody>
          <a:bodyPr/>
          <a:lstStyle/>
          <a:p>
            <a:endParaRPr lang="zh-CN" altLang="en-US"/>
          </a:p>
        </p:txBody>
      </p:sp>
      <p:sp>
        <p:nvSpPr>
          <p:cNvPr id="3" name="竖排文字占位符 2">
            <a:extLst>
              <a:ext uri="{FF2B5EF4-FFF2-40B4-BE49-F238E27FC236}">
                <a16:creationId xmlns:a16="http://schemas.microsoft.com/office/drawing/2014/main" id="{53D8CB81-66FC-16EA-6901-33663D3C6E44}"/>
              </a:ext>
            </a:extLst>
          </p:cNvPr>
          <p:cNvSpPr>
            <a:spLocks noGrp="1"/>
          </p:cNvSpPr>
          <p:nvPr>
            <p:ph type="body" orient="vert" idx="1"/>
          </p:nvPr>
        </p:nvSpPr>
        <p:spPr>
          <a:xfrm>
            <a:off x="457200" y="274638"/>
            <a:ext cx="8229600" cy="5851525"/>
          </a:xfrm>
        </p:spPr>
        <p:txBody>
          <a:bodyPr/>
          <a:lstStyle/>
          <a:p>
            <a:pPr marL="0" indent="0">
              <a:buNone/>
            </a:pPr>
            <a:r>
              <a:rPr lang="en-AU" altLang="zh-CN" sz="2000" dirty="0">
                <a:solidFill>
                  <a:srgbClr val="3D3D3D"/>
                </a:solidFill>
                <a:latin typeface="Roboto" panose="02000000000000000000" pitchFamily="2" charset="0"/>
              </a:rPr>
              <a:t>Need to analyse between two models</a:t>
            </a: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r>
              <a:rPr lang="en-US" altLang="zh-CN" sz="2000" dirty="0">
                <a:solidFill>
                  <a:srgbClr val="3D3D3D"/>
                </a:solidFill>
                <a:latin typeface="Roboto" panose="02000000000000000000" pitchFamily="2" charset="0"/>
              </a:rPr>
              <a:t>Load the second model and merge the two models</a:t>
            </a:r>
          </a:p>
          <a:p>
            <a:pPr marL="0" indent="0">
              <a:buNone/>
            </a:pPr>
            <a:endParaRPr lang="en-AU" altLang="zh-CN" sz="2000" dirty="0"/>
          </a:p>
        </p:txBody>
      </p:sp>
      <p:pic>
        <p:nvPicPr>
          <p:cNvPr id="3074" name="Picture 2" descr="Step-1 Clash Detection Report Generation Process">
            <a:extLst>
              <a:ext uri="{FF2B5EF4-FFF2-40B4-BE49-F238E27FC236}">
                <a16:creationId xmlns:a16="http://schemas.microsoft.com/office/drawing/2014/main" id="{FC24E3DD-6AFB-A8A6-8FE1-BE5B46F0AC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647" y="766312"/>
            <a:ext cx="4627079" cy="2650931"/>
          </a:xfrm>
          <a:prstGeom prst="rect">
            <a:avLst/>
          </a:prstGeom>
          <a:noFill/>
          <a:extLst>
            <a:ext uri="{909E8E84-426E-40DD-AFC4-6F175D3DCCD1}">
              <a14:hiddenFill xmlns:a14="http://schemas.microsoft.com/office/drawing/2010/main">
                <a:solidFill>
                  <a:srgbClr val="FFFFFF"/>
                </a:solidFill>
              </a14:hiddenFill>
            </a:ext>
          </a:extLst>
        </p:spPr>
      </p:pic>
      <p:sp>
        <p:nvSpPr>
          <p:cNvPr id="7" name="Vertical Text Placeholder 2">
            <a:extLst>
              <a:ext uri="{FF2B5EF4-FFF2-40B4-BE49-F238E27FC236}">
                <a16:creationId xmlns:a16="http://schemas.microsoft.com/office/drawing/2014/main" id="{CF94FEFF-CB97-FF21-FB67-DACF23DFBCD3}"/>
              </a:ext>
            </a:extLst>
          </p:cNvPr>
          <p:cNvSpPr txBox="1">
            <a:spLocks/>
          </p:cNvSpPr>
          <p:nvPr/>
        </p:nvSpPr>
        <p:spPr>
          <a:xfrm>
            <a:off x="302840" y="4440680"/>
            <a:ext cx="8229600" cy="4525963"/>
          </a:xfrm>
          <a:prstGeom prst="rect">
            <a:avLst/>
          </a:prstGeom>
        </p:spPr>
        <p:txBody>
          <a:bodyPr vert="horz"/>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b="1" dirty="0">
              <a:solidFill>
                <a:srgbClr val="3D3D3D"/>
              </a:solidFill>
              <a:latin typeface="Roboto" panose="02000000000000000000" pitchFamily="2" charset="0"/>
            </a:endParaRPr>
          </a:p>
          <a:p>
            <a:endParaRPr lang="en-AU" dirty="0"/>
          </a:p>
        </p:txBody>
      </p:sp>
      <p:pic>
        <p:nvPicPr>
          <p:cNvPr id="8" name="Picture 2" descr="Step-2 Clash Detection Report Generation Process">
            <a:extLst>
              <a:ext uri="{FF2B5EF4-FFF2-40B4-BE49-F238E27FC236}">
                <a16:creationId xmlns:a16="http://schemas.microsoft.com/office/drawing/2014/main" id="{E6C42397-14B5-B6D7-5623-6BC797CD70E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199" y="4149080"/>
            <a:ext cx="4728297" cy="2708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601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53D8CB81-66FC-16EA-6901-33663D3C6E44}"/>
              </a:ext>
            </a:extLst>
          </p:cNvPr>
          <p:cNvSpPr>
            <a:spLocks noGrp="1"/>
          </p:cNvSpPr>
          <p:nvPr>
            <p:ph type="body" orient="vert" idx="1"/>
          </p:nvPr>
        </p:nvSpPr>
        <p:spPr>
          <a:xfrm>
            <a:off x="457200" y="274638"/>
            <a:ext cx="8229600" cy="5851525"/>
          </a:xfrm>
        </p:spPr>
        <p:txBody>
          <a:bodyPr/>
          <a:lstStyle/>
          <a:p>
            <a:pPr marL="0" indent="0">
              <a:buNone/>
            </a:pPr>
            <a:r>
              <a:rPr lang="en-AU" altLang="zh-CN" sz="2000" dirty="0">
                <a:solidFill>
                  <a:srgbClr val="3D3D3D"/>
                </a:solidFill>
                <a:latin typeface="Roboto" panose="02000000000000000000" pitchFamily="2" charset="0"/>
              </a:rPr>
              <a:t>Clash detection</a:t>
            </a: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r>
              <a:rPr lang="en-US" altLang="zh-CN" sz="2000" dirty="0">
                <a:solidFill>
                  <a:srgbClr val="3D3D3D"/>
                </a:solidFill>
                <a:latin typeface="Roboto" panose="02000000000000000000" pitchFamily="2" charset="0"/>
              </a:rPr>
              <a:t>Load the second model and merge the two models</a:t>
            </a:r>
          </a:p>
          <a:p>
            <a:pPr marL="0" indent="0">
              <a:buNone/>
            </a:pPr>
            <a:endParaRPr lang="en-AU" altLang="zh-CN" sz="2000" dirty="0"/>
          </a:p>
        </p:txBody>
      </p:sp>
      <p:sp>
        <p:nvSpPr>
          <p:cNvPr id="7" name="Vertical Text Placeholder 2">
            <a:extLst>
              <a:ext uri="{FF2B5EF4-FFF2-40B4-BE49-F238E27FC236}">
                <a16:creationId xmlns:a16="http://schemas.microsoft.com/office/drawing/2014/main" id="{CF94FEFF-CB97-FF21-FB67-DACF23DFBCD3}"/>
              </a:ext>
            </a:extLst>
          </p:cNvPr>
          <p:cNvSpPr txBox="1">
            <a:spLocks/>
          </p:cNvSpPr>
          <p:nvPr/>
        </p:nvSpPr>
        <p:spPr>
          <a:xfrm>
            <a:off x="302840" y="4440680"/>
            <a:ext cx="8229600" cy="4525963"/>
          </a:xfrm>
          <a:prstGeom prst="rect">
            <a:avLst/>
          </a:prstGeom>
        </p:spPr>
        <p:txBody>
          <a:bodyPr vert="horz"/>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b="1" dirty="0">
              <a:solidFill>
                <a:srgbClr val="3D3D3D"/>
              </a:solidFill>
              <a:latin typeface="Roboto" panose="02000000000000000000" pitchFamily="2" charset="0"/>
            </a:endParaRPr>
          </a:p>
          <a:p>
            <a:endParaRPr lang="en-AU" dirty="0"/>
          </a:p>
        </p:txBody>
      </p:sp>
      <p:pic>
        <p:nvPicPr>
          <p:cNvPr id="1026" name="Picture 2" descr="Step-3 Clash Detection Report Generation Process">
            <a:extLst>
              <a:ext uri="{FF2B5EF4-FFF2-40B4-BE49-F238E27FC236}">
                <a16:creationId xmlns:a16="http://schemas.microsoft.com/office/drawing/2014/main" id="{5252EE5E-8E8A-5245-E397-FBBF2CD02B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6829" y="739331"/>
            <a:ext cx="4728297" cy="2708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ep-4 Clash Detection Report Generation Process">
            <a:extLst>
              <a:ext uri="{FF2B5EF4-FFF2-40B4-BE49-F238E27FC236}">
                <a16:creationId xmlns:a16="http://schemas.microsoft.com/office/drawing/2014/main" id="{626DC346-33DC-ABC7-1024-45375CC1D9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830" y="4149080"/>
            <a:ext cx="4728296" cy="2708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8742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53D8CB81-66FC-16EA-6901-33663D3C6E44}"/>
              </a:ext>
            </a:extLst>
          </p:cNvPr>
          <p:cNvSpPr>
            <a:spLocks noGrp="1"/>
          </p:cNvSpPr>
          <p:nvPr>
            <p:ph type="body" orient="vert" idx="1"/>
          </p:nvPr>
        </p:nvSpPr>
        <p:spPr>
          <a:xfrm>
            <a:off x="457200" y="274638"/>
            <a:ext cx="8229600" cy="5851525"/>
          </a:xfrm>
        </p:spPr>
        <p:txBody>
          <a:bodyPr/>
          <a:lstStyle/>
          <a:p>
            <a:pPr marL="0" indent="0">
              <a:buNone/>
            </a:pPr>
            <a:r>
              <a:rPr lang="en-AU" altLang="zh-CN" sz="2000" dirty="0">
                <a:solidFill>
                  <a:srgbClr val="3D3D3D"/>
                </a:solidFill>
                <a:latin typeface="Roboto" panose="02000000000000000000" pitchFamily="2" charset="0"/>
              </a:rPr>
              <a:t>Generate clash a report</a:t>
            </a: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p>
        </p:txBody>
      </p:sp>
      <p:sp>
        <p:nvSpPr>
          <p:cNvPr id="7" name="Vertical Text Placeholder 2">
            <a:extLst>
              <a:ext uri="{FF2B5EF4-FFF2-40B4-BE49-F238E27FC236}">
                <a16:creationId xmlns:a16="http://schemas.microsoft.com/office/drawing/2014/main" id="{CF94FEFF-CB97-FF21-FB67-DACF23DFBCD3}"/>
              </a:ext>
            </a:extLst>
          </p:cNvPr>
          <p:cNvSpPr txBox="1">
            <a:spLocks/>
          </p:cNvSpPr>
          <p:nvPr/>
        </p:nvSpPr>
        <p:spPr>
          <a:xfrm>
            <a:off x="302840" y="4440680"/>
            <a:ext cx="8229600" cy="4525963"/>
          </a:xfrm>
          <a:prstGeom prst="rect">
            <a:avLst/>
          </a:prstGeom>
        </p:spPr>
        <p:txBody>
          <a:bodyPr vert="horz"/>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b="1" dirty="0">
              <a:solidFill>
                <a:srgbClr val="3D3D3D"/>
              </a:solidFill>
              <a:latin typeface="Roboto" panose="02000000000000000000" pitchFamily="2" charset="0"/>
            </a:endParaRPr>
          </a:p>
          <a:p>
            <a:endParaRPr lang="en-AU" dirty="0"/>
          </a:p>
        </p:txBody>
      </p:sp>
      <p:pic>
        <p:nvPicPr>
          <p:cNvPr id="2050" name="Picture 2" descr="Step-5 Clash Detection Report Generation Process">
            <a:extLst>
              <a:ext uri="{FF2B5EF4-FFF2-40B4-BE49-F238E27FC236}">
                <a16:creationId xmlns:a16="http://schemas.microsoft.com/office/drawing/2014/main" id="{8084D1FB-1837-269C-1706-37751EC82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11" y="940593"/>
            <a:ext cx="8686800" cy="4976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060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1268760"/>
            <a:ext cx="7772400" cy="1470025"/>
          </a:xfrm>
        </p:spPr>
        <p:txBody>
          <a:bodyPr/>
          <a:lstStyle/>
          <a:p>
            <a:r>
              <a:rPr lang="en-AU" dirty="0"/>
              <a:t>NBD1100 Built Environment Communication and Skills</a:t>
            </a:r>
          </a:p>
        </p:txBody>
      </p:sp>
      <p:sp>
        <p:nvSpPr>
          <p:cNvPr id="4" name="Subtitle 3"/>
          <p:cNvSpPr>
            <a:spLocks noGrp="1"/>
          </p:cNvSpPr>
          <p:nvPr>
            <p:ph type="subTitle" idx="1"/>
          </p:nvPr>
        </p:nvSpPr>
        <p:spPr>
          <a:xfrm>
            <a:off x="1475656" y="3212976"/>
            <a:ext cx="6400800" cy="1752600"/>
          </a:xfrm>
        </p:spPr>
        <p:txBody>
          <a:bodyPr/>
          <a:lstStyle/>
          <a:p>
            <a:pPr algn="l"/>
            <a:endParaRPr lang="en-AU" sz="4000" dirty="0">
              <a:solidFill>
                <a:schemeClr val="tx1"/>
              </a:solidFill>
            </a:endParaRPr>
          </a:p>
        </p:txBody>
      </p:sp>
    </p:spTree>
    <p:extLst>
      <p:ext uri="{BB962C8B-B14F-4D97-AF65-F5344CB8AC3E}">
        <p14:creationId xmlns:p14="http://schemas.microsoft.com/office/powerpoint/2010/main" val="2206112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9B5DA-ECED-7844-D7C0-9EDA9085EE24}"/>
              </a:ext>
            </a:extLst>
          </p:cNvPr>
          <p:cNvSpPr>
            <a:spLocks noGrp="1"/>
          </p:cNvSpPr>
          <p:nvPr>
            <p:ph type="title"/>
          </p:nvPr>
        </p:nvSpPr>
        <p:spPr/>
        <p:txBody>
          <a:bodyPr/>
          <a:lstStyle/>
          <a:p>
            <a:endParaRPr lang="zh-CN" altLang="en-US"/>
          </a:p>
        </p:txBody>
      </p:sp>
      <p:sp>
        <p:nvSpPr>
          <p:cNvPr id="3" name="竖排文字占位符 2">
            <a:extLst>
              <a:ext uri="{FF2B5EF4-FFF2-40B4-BE49-F238E27FC236}">
                <a16:creationId xmlns:a16="http://schemas.microsoft.com/office/drawing/2014/main" id="{EAA7DE15-7A22-A765-BCD9-8E0E43D04E82}"/>
              </a:ext>
            </a:extLst>
          </p:cNvPr>
          <p:cNvSpPr>
            <a:spLocks noGrp="1"/>
          </p:cNvSpPr>
          <p:nvPr>
            <p:ph type="body" orient="vert" idx="1"/>
          </p:nvPr>
        </p:nvSpPr>
        <p:spPr/>
        <p:txBody>
          <a:bodyPr/>
          <a:lstStyle/>
          <a:p>
            <a:r>
              <a:rPr lang="en-AU" altLang="zh-CN" b="1" i="0" dirty="0">
                <a:solidFill>
                  <a:srgbClr val="747474"/>
                </a:solidFill>
                <a:effectLst/>
                <a:latin typeface="Mulish"/>
              </a:rPr>
              <a:t>Why do clashes occur?</a:t>
            </a:r>
          </a:p>
          <a:p>
            <a:endParaRPr lang="en-AU" altLang="zh-CN" b="1" dirty="0">
              <a:solidFill>
                <a:srgbClr val="747474"/>
              </a:solidFill>
              <a:latin typeface="Mulish"/>
            </a:endParaRPr>
          </a:p>
          <a:p>
            <a:pPr algn="l">
              <a:buFont typeface="Arial" panose="020B0604020202020204" pitchFamily="34" charset="0"/>
              <a:buChar char="•"/>
            </a:pPr>
            <a:r>
              <a:rPr lang="en-US" altLang="zh-CN" b="0" i="0" dirty="0">
                <a:solidFill>
                  <a:srgbClr val="747474"/>
                </a:solidFill>
                <a:effectLst/>
                <a:latin typeface="Mulish"/>
              </a:rPr>
              <a:t>Architecture</a:t>
            </a:r>
          </a:p>
          <a:p>
            <a:pPr algn="l">
              <a:buFont typeface="Arial" panose="020B0604020202020204" pitchFamily="34" charset="0"/>
              <a:buChar char="•"/>
            </a:pPr>
            <a:r>
              <a:rPr lang="en-US" altLang="zh-CN" b="0" i="0" dirty="0">
                <a:solidFill>
                  <a:srgbClr val="747474"/>
                </a:solidFill>
                <a:effectLst/>
                <a:latin typeface="Mulish"/>
              </a:rPr>
              <a:t>Construction</a:t>
            </a:r>
          </a:p>
          <a:p>
            <a:pPr algn="l">
              <a:buFont typeface="Arial" panose="020B0604020202020204" pitchFamily="34" charset="0"/>
              <a:buChar char="•"/>
            </a:pPr>
            <a:r>
              <a:rPr lang="en-US" altLang="zh-CN" b="0" i="0" dirty="0">
                <a:solidFill>
                  <a:srgbClr val="747474"/>
                </a:solidFill>
                <a:effectLst/>
                <a:latin typeface="Mulish"/>
              </a:rPr>
              <a:t>Mechanical</a:t>
            </a:r>
          </a:p>
          <a:p>
            <a:pPr algn="l">
              <a:buFont typeface="Arial" panose="020B0604020202020204" pitchFamily="34" charset="0"/>
              <a:buChar char="•"/>
            </a:pPr>
            <a:r>
              <a:rPr lang="en-US" altLang="zh-CN" b="0" i="0" dirty="0">
                <a:solidFill>
                  <a:srgbClr val="747474"/>
                </a:solidFill>
                <a:effectLst/>
                <a:latin typeface="Mulish"/>
              </a:rPr>
              <a:t>Electrical Plumbing</a:t>
            </a:r>
            <a:endParaRPr lang="zh-CN" altLang="en-US" dirty="0"/>
          </a:p>
        </p:txBody>
      </p:sp>
      <p:pic>
        <p:nvPicPr>
          <p:cNvPr id="1026" name="Picture 2" descr="BIM Clash Detection Services">
            <a:extLst>
              <a:ext uri="{FF2B5EF4-FFF2-40B4-BE49-F238E27FC236}">
                <a16:creationId xmlns:a16="http://schemas.microsoft.com/office/drawing/2014/main" id="{674D19D1-FB66-6C66-A544-DFE5217708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4251" y="2420888"/>
            <a:ext cx="3851920" cy="216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016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093B6-B586-EB2F-63C1-F860F241A5EF}"/>
              </a:ext>
            </a:extLst>
          </p:cNvPr>
          <p:cNvSpPr>
            <a:spLocks noGrp="1"/>
          </p:cNvSpPr>
          <p:nvPr>
            <p:ph type="title"/>
          </p:nvPr>
        </p:nvSpPr>
        <p:spPr/>
        <p:txBody>
          <a:bodyPr/>
          <a:lstStyle/>
          <a:p>
            <a:endParaRPr lang="zh-CN" altLang="en-US" dirty="0"/>
          </a:p>
        </p:txBody>
      </p:sp>
      <p:sp>
        <p:nvSpPr>
          <p:cNvPr id="3" name="竖排文字占位符 2">
            <a:extLst>
              <a:ext uri="{FF2B5EF4-FFF2-40B4-BE49-F238E27FC236}">
                <a16:creationId xmlns:a16="http://schemas.microsoft.com/office/drawing/2014/main" id="{F842FA8A-5FD1-055C-371E-27E015E63B28}"/>
              </a:ext>
            </a:extLst>
          </p:cNvPr>
          <p:cNvSpPr>
            <a:spLocks noGrp="1"/>
          </p:cNvSpPr>
          <p:nvPr>
            <p:ph type="body" orient="vert" idx="1"/>
          </p:nvPr>
        </p:nvSpPr>
        <p:spPr/>
        <p:txBody>
          <a:bodyPr/>
          <a:lstStyle/>
          <a:p>
            <a:r>
              <a:rPr lang="en-AU" altLang="zh-CN" b="0" i="0" dirty="0">
                <a:solidFill>
                  <a:srgbClr val="747474"/>
                </a:solidFill>
                <a:effectLst/>
                <a:latin typeface="Mulish"/>
              </a:rPr>
              <a:t>Types of clashes</a:t>
            </a:r>
          </a:p>
          <a:p>
            <a:pPr algn="l">
              <a:buFont typeface="Arial" panose="020B0604020202020204" pitchFamily="34" charset="0"/>
              <a:buChar char="•"/>
            </a:pPr>
            <a:r>
              <a:rPr lang="en-US" altLang="zh-CN" sz="2400" b="1" i="0" dirty="0">
                <a:solidFill>
                  <a:srgbClr val="747474"/>
                </a:solidFill>
                <a:effectLst/>
                <a:latin typeface="Mulish"/>
              </a:rPr>
              <a:t>Hard clash </a:t>
            </a:r>
          </a:p>
          <a:p>
            <a:pPr algn="l">
              <a:buFont typeface="Arial" panose="020B0604020202020204" pitchFamily="34" charset="0"/>
              <a:buChar char="•"/>
            </a:pPr>
            <a:r>
              <a:rPr lang="en-US" altLang="zh-CN" sz="2400" b="1" i="0" dirty="0">
                <a:solidFill>
                  <a:srgbClr val="747474"/>
                </a:solidFill>
                <a:effectLst/>
                <a:latin typeface="Mulish"/>
              </a:rPr>
              <a:t>Soft clash</a:t>
            </a:r>
            <a:endParaRPr lang="en-US" altLang="zh-CN" sz="2400" b="0" i="0" dirty="0">
              <a:solidFill>
                <a:srgbClr val="747474"/>
              </a:solidFill>
              <a:effectLst/>
              <a:latin typeface="Mulish"/>
            </a:endParaRPr>
          </a:p>
          <a:p>
            <a:pPr algn="l">
              <a:buFont typeface="Arial" panose="020B0604020202020204" pitchFamily="34" charset="0"/>
              <a:buChar char="•"/>
            </a:pPr>
            <a:r>
              <a:rPr lang="en-US" altLang="zh-CN" sz="2400" b="1" i="0" dirty="0">
                <a:solidFill>
                  <a:srgbClr val="747474"/>
                </a:solidFill>
                <a:effectLst/>
                <a:latin typeface="Mulish"/>
              </a:rPr>
              <a:t>Workflow or 4D clash</a:t>
            </a:r>
            <a:endParaRPr lang="zh-CN" altLang="en-US" dirty="0"/>
          </a:p>
        </p:txBody>
      </p:sp>
      <p:pic>
        <p:nvPicPr>
          <p:cNvPr id="2050" name="Picture 2" descr="Clash Detection in Building Information Modeling - ImsInfo">
            <a:extLst>
              <a:ext uri="{FF2B5EF4-FFF2-40B4-BE49-F238E27FC236}">
                <a16:creationId xmlns:a16="http://schemas.microsoft.com/office/drawing/2014/main" id="{F059C351-60A9-E10C-955B-D08FF61BB76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864" t="8001" r="8058" b="10671"/>
          <a:stretch/>
        </p:blipFill>
        <p:spPr bwMode="auto">
          <a:xfrm>
            <a:off x="1010728" y="3824524"/>
            <a:ext cx="2304256" cy="21247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M Clash Detection | Process, Benefits &amp; Types Explained in 2022">
            <a:extLst>
              <a:ext uri="{FF2B5EF4-FFF2-40B4-BE49-F238E27FC236}">
                <a16:creationId xmlns:a16="http://schemas.microsoft.com/office/drawing/2014/main" id="{F6C74DB6-371E-EDC0-74D9-3303E40B79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4984" y="908720"/>
            <a:ext cx="5371816" cy="4137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93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093B6-B586-EB2F-63C1-F860F241A5EF}"/>
              </a:ext>
            </a:extLst>
          </p:cNvPr>
          <p:cNvSpPr>
            <a:spLocks noGrp="1"/>
          </p:cNvSpPr>
          <p:nvPr>
            <p:ph type="title"/>
          </p:nvPr>
        </p:nvSpPr>
        <p:spPr/>
        <p:txBody>
          <a:bodyPr/>
          <a:lstStyle/>
          <a:p>
            <a:endParaRPr lang="zh-CN" altLang="en-US" dirty="0"/>
          </a:p>
        </p:txBody>
      </p:sp>
      <p:sp>
        <p:nvSpPr>
          <p:cNvPr id="3" name="竖排文字占位符 2">
            <a:extLst>
              <a:ext uri="{FF2B5EF4-FFF2-40B4-BE49-F238E27FC236}">
                <a16:creationId xmlns:a16="http://schemas.microsoft.com/office/drawing/2014/main" id="{F842FA8A-5FD1-055C-371E-27E015E63B28}"/>
              </a:ext>
            </a:extLst>
          </p:cNvPr>
          <p:cNvSpPr>
            <a:spLocks noGrp="1"/>
          </p:cNvSpPr>
          <p:nvPr>
            <p:ph type="body" orient="vert" idx="1"/>
          </p:nvPr>
        </p:nvSpPr>
        <p:spPr/>
        <p:txBody>
          <a:bodyPr/>
          <a:lstStyle/>
          <a:p>
            <a:r>
              <a:rPr lang="en-AU" altLang="zh-CN" b="0" i="0" dirty="0">
                <a:solidFill>
                  <a:srgbClr val="747474"/>
                </a:solidFill>
                <a:effectLst/>
                <a:latin typeface="Mulish"/>
              </a:rPr>
              <a:t>Types of clashes</a:t>
            </a:r>
          </a:p>
          <a:p>
            <a:pPr algn="l">
              <a:buFont typeface="Arial" panose="020B0604020202020204" pitchFamily="34" charset="0"/>
              <a:buChar char="•"/>
            </a:pPr>
            <a:r>
              <a:rPr lang="en-US" altLang="zh-CN" sz="2400" b="1" i="0" dirty="0">
                <a:solidFill>
                  <a:srgbClr val="747474"/>
                </a:solidFill>
                <a:effectLst/>
                <a:latin typeface="Mulish"/>
              </a:rPr>
              <a:t>Hard clash </a:t>
            </a:r>
            <a:r>
              <a:rPr lang="en-US" altLang="zh-CN" sz="2400" b="0" i="0" dirty="0">
                <a:solidFill>
                  <a:srgbClr val="747474"/>
                </a:solidFill>
                <a:effectLst/>
                <a:latin typeface="Mulish"/>
              </a:rPr>
              <a:t>– where two components are occupying the same space, such as a pipe running through a steel beam. If this kind of clash isn’t detected until on site, then it can be costly and time-consuming to correct.</a:t>
            </a:r>
          </a:p>
          <a:p>
            <a:pPr algn="l">
              <a:buFont typeface="Arial" panose="020B0604020202020204" pitchFamily="34" charset="0"/>
              <a:buChar char="•"/>
            </a:pPr>
            <a:r>
              <a:rPr lang="en-US" altLang="zh-CN" sz="2400" b="1" i="0" dirty="0">
                <a:solidFill>
                  <a:srgbClr val="747474"/>
                </a:solidFill>
                <a:effectLst/>
                <a:latin typeface="Mulish"/>
              </a:rPr>
              <a:t>Soft clash</a:t>
            </a:r>
            <a:r>
              <a:rPr lang="en-US" altLang="zh-CN" sz="2400" b="0" i="0" dirty="0">
                <a:solidFill>
                  <a:srgbClr val="747474"/>
                </a:solidFill>
                <a:effectLst/>
                <a:latin typeface="Mulish"/>
              </a:rPr>
              <a:t> – when the buffer zone of an element is breached, or it isn’t given the spatial tolerances it requires for maintenance access or safety.</a:t>
            </a:r>
          </a:p>
          <a:p>
            <a:pPr algn="l">
              <a:buFont typeface="Arial" panose="020B0604020202020204" pitchFamily="34" charset="0"/>
              <a:buChar char="•"/>
            </a:pPr>
            <a:r>
              <a:rPr lang="en-US" altLang="zh-CN" sz="2400" b="1" i="0" dirty="0">
                <a:solidFill>
                  <a:srgbClr val="747474"/>
                </a:solidFill>
                <a:effectLst/>
                <a:latin typeface="Mulish"/>
              </a:rPr>
              <a:t>Workflow or 4D clash</a:t>
            </a:r>
            <a:r>
              <a:rPr lang="en-US" altLang="zh-CN" sz="2400" b="0" i="0" dirty="0">
                <a:solidFill>
                  <a:srgbClr val="747474"/>
                </a:solidFill>
                <a:effectLst/>
                <a:latin typeface="Mulish"/>
              </a:rPr>
              <a:t> – general time conflicts such as the delivery of equipment and materials, or the scheduling of contractors.</a:t>
            </a:r>
          </a:p>
          <a:p>
            <a:endParaRPr lang="zh-CN" altLang="en-US" dirty="0"/>
          </a:p>
        </p:txBody>
      </p:sp>
    </p:spTree>
    <p:extLst>
      <p:ext uri="{BB962C8B-B14F-4D97-AF65-F5344CB8AC3E}">
        <p14:creationId xmlns:p14="http://schemas.microsoft.com/office/powerpoint/2010/main" val="144295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54BF29-DCB5-2023-F651-8F009582FDF7}"/>
              </a:ext>
            </a:extLst>
          </p:cNvPr>
          <p:cNvSpPr>
            <a:spLocks noGrp="1"/>
          </p:cNvSpPr>
          <p:nvPr>
            <p:ph type="title"/>
          </p:nvPr>
        </p:nvSpPr>
        <p:spPr/>
        <p:txBody>
          <a:bodyPr/>
          <a:lstStyle/>
          <a:p>
            <a:endParaRPr lang="zh-CN" altLang="en-US"/>
          </a:p>
        </p:txBody>
      </p:sp>
      <p:sp>
        <p:nvSpPr>
          <p:cNvPr id="3" name="竖排文字占位符 2">
            <a:extLst>
              <a:ext uri="{FF2B5EF4-FFF2-40B4-BE49-F238E27FC236}">
                <a16:creationId xmlns:a16="http://schemas.microsoft.com/office/drawing/2014/main" id="{53D8CB81-66FC-16EA-6901-33663D3C6E44}"/>
              </a:ext>
            </a:extLst>
          </p:cNvPr>
          <p:cNvSpPr>
            <a:spLocks noGrp="1"/>
          </p:cNvSpPr>
          <p:nvPr>
            <p:ph type="body" orient="vert" idx="1"/>
          </p:nvPr>
        </p:nvSpPr>
        <p:spPr>
          <a:xfrm>
            <a:off x="457200" y="274638"/>
            <a:ext cx="8229600" cy="5851525"/>
          </a:xfrm>
        </p:spPr>
        <p:txBody>
          <a:bodyPr/>
          <a:lstStyle/>
          <a:p>
            <a:pPr marL="0" indent="0">
              <a:buNone/>
            </a:pPr>
            <a:r>
              <a:rPr lang="en-AU" altLang="zh-CN" sz="2000" dirty="0">
                <a:solidFill>
                  <a:srgbClr val="3D3D3D"/>
                </a:solidFill>
                <a:latin typeface="Roboto" panose="02000000000000000000" pitchFamily="2" charset="0"/>
              </a:rPr>
              <a:t>Need to analyse between two models</a:t>
            </a: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r>
              <a:rPr lang="en-US" altLang="zh-CN" sz="2000" dirty="0">
                <a:solidFill>
                  <a:srgbClr val="3D3D3D"/>
                </a:solidFill>
                <a:latin typeface="Roboto" panose="02000000000000000000" pitchFamily="2" charset="0"/>
              </a:rPr>
              <a:t>Load the second model and merge the two models</a:t>
            </a:r>
          </a:p>
          <a:p>
            <a:pPr marL="0" indent="0">
              <a:buNone/>
            </a:pPr>
            <a:endParaRPr lang="en-AU" altLang="zh-CN" sz="2000" dirty="0"/>
          </a:p>
        </p:txBody>
      </p:sp>
      <p:pic>
        <p:nvPicPr>
          <p:cNvPr id="3074" name="Picture 2" descr="Step-1 Clash Detection Report Generation Process">
            <a:extLst>
              <a:ext uri="{FF2B5EF4-FFF2-40B4-BE49-F238E27FC236}">
                <a16:creationId xmlns:a16="http://schemas.microsoft.com/office/drawing/2014/main" id="{FC24E3DD-6AFB-A8A6-8FE1-BE5B46F0AC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647" y="766312"/>
            <a:ext cx="4627079" cy="2650931"/>
          </a:xfrm>
          <a:prstGeom prst="rect">
            <a:avLst/>
          </a:prstGeom>
          <a:noFill/>
          <a:extLst>
            <a:ext uri="{909E8E84-426E-40DD-AFC4-6F175D3DCCD1}">
              <a14:hiddenFill xmlns:a14="http://schemas.microsoft.com/office/drawing/2010/main">
                <a:solidFill>
                  <a:srgbClr val="FFFFFF"/>
                </a:solidFill>
              </a14:hiddenFill>
            </a:ext>
          </a:extLst>
        </p:spPr>
      </p:pic>
      <p:sp>
        <p:nvSpPr>
          <p:cNvPr id="7" name="Vertical Text Placeholder 2">
            <a:extLst>
              <a:ext uri="{FF2B5EF4-FFF2-40B4-BE49-F238E27FC236}">
                <a16:creationId xmlns:a16="http://schemas.microsoft.com/office/drawing/2014/main" id="{CF94FEFF-CB97-FF21-FB67-DACF23DFBCD3}"/>
              </a:ext>
            </a:extLst>
          </p:cNvPr>
          <p:cNvSpPr txBox="1">
            <a:spLocks/>
          </p:cNvSpPr>
          <p:nvPr/>
        </p:nvSpPr>
        <p:spPr>
          <a:xfrm>
            <a:off x="302840" y="4440680"/>
            <a:ext cx="8229600" cy="4525963"/>
          </a:xfrm>
          <a:prstGeom prst="rect">
            <a:avLst/>
          </a:prstGeom>
        </p:spPr>
        <p:txBody>
          <a:bodyPr vert="horz"/>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b="1" dirty="0">
              <a:solidFill>
                <a:srgbClr val="3D3D3D"/>
              </a:solidFill>
              <a:latin typeface="Roboto" panose="02000000000000000000" pitchFamily="2" charset="0"/>
            </a:endParaRPr>
          </a:p>
          <a:p>
            <a:endParaRPr lang="en-AU" dirty="0"/>
          </a:p>
        </p:txBody>
      </p:sp>
      <p:pic>
        <p:nvPicPr>
          <p:cNvPr id="8" name="Picture 2" descr="Step-2 Clash Detection Report Generation Process">
            <a:extLst>
              <a:ext uri="{FF2B5EF4-FFF2-40B4-BE49-F238E27FC236}">
                <a16:creationId xmlns:a16="http://schemas.microsoft.com/office/drawing/2014/main" id="{E6C42397-14B5-B6D7-5623-6BC797CD70E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199" y="4149080"/>
            <a:ext cx="4728297" cy="2708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5368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53D8CB81-66FC-16EA-6901-33663D3C6E44}"/>
              </a:ext>
            </a:extLst>
          </p:cNvPr>
          <p:cNvSpPr>
            <a:spLocks noGrp="1"/>
          </p:cNvSpPr>
          <p:nvPr>
            <p:ph type="body" orient="vert" idx="1"/>
          </p:nvPr>
        </p:nvSpPr>
        <p:spPr>
          <a:xfrm>
            <a:off x="457200" y="274638"/>
            <a:ext cx="8229600" cy="5851525"/>
          </a:xfrm>
        </p:spPr>
        <p:txBody>
          <a:bodyPr/>
          <a:lstStyle/>
          <a:p>
            <a:pPr marL="0" indent="0">
              <a:buNone/>
            </a:pPr>
            <a:r>
              <a:rPr lang="en-AU" altLang="zh-CN" sz="2000" dirty="0">
                <a:solidFill>
                  <a:srgbClr val="3D3D3D"/>
                </a:solidFill>
                <a:latin typeface="Roboto" panose="02000000000000000000" pitchFamily="2" charset="0"/>
              </a:rPr>
              <a:t>Clash detection</a:t>
            </a: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r>
              <a:rPr lang="en-US" altLang="zh-CN" sz="2000" dirty="0">
                <a:solidFill>
                  <a:srgbClr val="3D3D3D"/>
                </a:solidFill>
                <a:latin typeface="Roboto" panose="02000000000000000000" pitchFamily="2" charset="0"/>
              </a:rPr>
              <a:t>Load the second model and merge the two models</a:t>
            </a:r>
          </a:p>
          <a:p>
            <a:pPr marL="0" indent="0">
              <a:buNone/>
            </a:pPr>
            <a:endParaRPr lang="en-AU" altLang="zh-CN" sz="2000" dirty="0"/>
          </a:p>
        </p:txBody>
      </p:sp>
      <p:sp>
        <p:nvSpPr>
          <p:cNvPr id="7" name="Vertical Text Placeholder 2">
            <a:extLst>
              <a:ext uri="{FF2B5EF4-FFF2-40B4-BE49-F238E27FC236}">
                <a16:creationId xmlns:a16="http://schemas.microsoft.com/office/drawing/2014/main" id="{CF94FEFF-CB97-FF21-FB67-DACF23DFBCD3}"/>
              </a:ext>
            </a:extLst>
          </p:cNvPr>
          <p:cNvSpPr txBox="1">
            <a:spLocks/>
          </p:cNvSpPr>
          <p:nvPr/>
        </p:nvSpPr>
        <p:spPr>
          <a:xfrm>
            <a:off x="302840" y="4440680"/>
            <a:ext cx="8229600" cy="4525963"/>
          </a:xfrm>
          <a:prstGeom prst="rect">
            <a:avLst/>
          </a:prstGeom>
        </p:spPr>
        <p:txBody>
          <a:bodyPr vert="horz"/>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b="1" dirty="0">
              <a:solidFill>
                <a:srgbClr val="3D3D3D"/>
              </a:solidFill>
              <a:latin typeface="Roboto" panose="02000000000000000000" pitchFamily="2" charset="0"/>
            </a:endParaRPr>
          </a:p>
          <a:p>
            <a:endParaRPr lang="en-AU" dirty="0"/>
          </a:p>
        </p:txBody>
      </p:sp>
      <p:pic>
        <p:nvPicPr>
          <p:cNvPr id="1026" name="Picture 2" descr="Step-3 Clash Detection Report Generation Process">
            <a:extLst>
              <a:ext uri="{FF2B5EF4-FFF2-40B4-BE49-F238E27FC236}">
                <a16:creationId xmlns:a16="http://schemas.microsoft.com/office/drawing/2014/main" id="{5252EE5E-8E8A-5245-E397-FBBF2CD02B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6829" y="739331"/>
            <a:ext cx="4728297" cy="2708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ep-4 Clash Detection Report Generation Process">
            <a:extLst>
              <a:ext uri="{FF2B5EF4-FFF2-40B4-BE49-F238E27FC236}">
                <a16:creationId xmlns:a16="http://schemas.microsoft.com/office/drawing/2014/main" id="{626DC346-33DC-ABC7-1024-45375CC1D9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830" y="4149080"/>
            <a:ext cx="4728296" cy="2708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405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53D8CB81-66FC-16EA-6901-33663D3C6E44}"/>
              </a:ext>
            </a:extLst>
          </p:cNvPr>
          <p:cNvSpPr>
            <a:spLocks noGrp="1"/>
          </p:cNvSpPr>
          <p:nvPr>
            <p:ph type="body" orient="vert" idx="1"/>
          </p:nvPr>
        </p:nvSpPr>
        <p:spPr>
          <a:xfrm>
            <a:off x="457200" y="274638"/>
            <a:ext cx="8229600" cy="5851525"/>
          </a:xfrm>
        </p:spPr>
        <p:txBody>
          <a:bodyPr/>
          <a:lstStyle/>
          <a:p>
            <a:pPr marL="0" indent="0">
              <a:buNone/>
            </a:pPr>
            <a:r>
              <a:rPr lang="en-AU" altLang="zh-CN" sz="2000" dirty="0">
                <a:solidFill>
                  <a:srgbClr val="3D3D3D"/>
                </a:solidFill>
                <a:latin typeface="Roboto" panose="02000000000000000000" pitchFamily="2" charset="0"/>
              </a:rPr>
              <a:t>Generate clash a report</a:t>
            </a: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solidFill>
                <a:srgbClr val="3D3D3D"/>
              </a:solidFill>
              <a:latin typeface="Roboto" panose="02000000000000000000" pitchFamily="2" charset="0"/>
            </a:endParaRPr>
          </a:p>
          <a:p>
            <a:pPr marL="0" indent="0">
              <a:buNone/>
            </a:pPr>
            <a:endParaRPr lang="en-AU" altLang="zh-CN" sz="2000" dirty="0"/>
          </a:p>
        </p:txBody>
      </p:sp>
      <p:sp>
        <p:nvSpPr>
          <p:cNvPr id="7" name="Vertical Text Placeholder 2">
            <a:extLst>
              <a:ext uri="{FF2B5EF4-FFF2-40B4-BE49-F238E27FC236}">
                <a16:creationId xmlns:a16="http://schemas.microsoft.com/office/drawing/2014/main" id="{CF94FEFF-CB97-FF21-FB67-DACF23DFBCD3}"/>
              </a:ext>
            </a:extLst>
          </p:cNvPr>
          <p:cNvSpPr txBox="1">
            <a:spLocks/>
          </p:cNvSpPr>
          <p:nvPr/>
        </p:nvSpPr>
        <p:spPr>
          <a:xfrm>
            <a:off x="302840" y="4440680"/>
            <a:ext cx="8229600" cy="4525963"/>
          </a:xfrm>
          <a:prstGeom prst="rect">
            <a:avLst/>
          </a:prstGeom>
        </p:spPr>
        <p:txBody>
          <a:bodyPr vert="horz"/>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b="1" dirty="0">
              <a:solidFill>
                <a:srgbClr val="3D3D3D"/>
              </a:solidFill>
              <a:latin typeface="Roboto" panose="02000000000000000000" pitchFamily="2" charset="0"/>
            </a:endParaRPr>
          </a:p>
          <a:p>
            <a:endParaRPr lang="en-AU" dirty="0"/>
          </a:p>
        </p:txBody>
      </p:sp>
      <p:pic>
        <p:nvPicPr>
          <p:cNvPr id="2050" name="Picture 2" descr="Step-5 Clash Detection Report Generation Process">
            <a:extLst>
              <a:ext uri="{FF2B5EF4-FFF2-40B4-BE49-F238E27FC236}">
                <a16:creationId xmlns:a16="http://schemas.microsoft.com/office/drawing/2014/main" id="{8084D1FB-1837-269C-1706-37751EC82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11" y="940593"/>
            <a:ext cx="8686800" cy="4976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1048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11391</TotalTime>
  <Words>980</Words>
  <Application>Microsoft Office PowerPoint</Application>
  <PresentationFormat>全屏显示(4:3)</PresentationFormat>
  <Paragraphs>111</Paragraphs>
  <Slides>14</Slides>
  <Notes>12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Mulish</vt:lpstr>
      <vt:lpstr>arial</vt:lpstr>
      <vt:lpstr>arial</vt:lpstr>
      <vt:lpstr>Calibri</vt:lpstr>
      <vt:lpstr>Roboto</vt:lpstr>
      <vt:lpstr>Office 主题​​</vt:lpstr>
      <vt:lpstr>NBD1100 Built Environment Communication and Skills</vt:lpstr>
      <vt:lpstr>PowerPoint 演示文稿</vt:lpstr>
      <vt:lpstr>PowerPoint 演示文稿</vt:lpstr>
      <vt:lpstr>PowerPoint 演示文稿</vt:lpstr>
      <vt:lpstr>PowerPoint 演示文稿</vt:lpstr>
      <vt:lpstr>PowerPoint 演示文稿</vt:lpstr>
      <vt:lpstr>PowerPoint 演示文稿</vt:lpstr>
      <vt:lpstr>NBD1100 Built Environment Communication and Skills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Computer</dc:creator>
  <cp:lastModifiedBy>Mengbi Li</cp:lastModifiedBy>
  <cp:revision>461</cp:revision>
  <cp:lastPrinted>2018-02-05T02:46:48Z</cp:lastPrinted>
  <dcterms:created xsi:type="dcterms:W3CDTF">2017-11-07T01:05:33Z</dcterms:created>
  <dcterms:modified xsi:type="dcterms:W3CDTF">2022-05-04T00:31:51Z</dcterms:modified>
</cp:coreProperties>
</file>