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7" r:id="rId5"/>
    <p:sldId id="263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35"/>
  </p:normalViewPr>
  <p:slideViewPr>
    <p:cSldViewPr>
      <p:cViewPr varScale="1">
        <p:scale>
          <a:sx n="70" d="100"/>
          <a:sy n="70" d="100"/>
        </p:scale>
        <p:origin x="2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AA87B-E52F-4839-9051-0A298C7CE3C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28B91-AAA4-4C6F-9037-6EFE50C59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5823EC4-E58C-4C5C-9C51-798389CFBBA7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D78E-A726-4CCB-9EF6-1688AA3147D9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C6E84-CC8A-244E-95A0-206B2BDC6B9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37848" y="6391656"/>
            <a:ext cx="3494314" cy="3337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857EC-A19D-4685-8A14-683981B597E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2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06" y="216426"/>
            <a:ext cx="4064673" cy="393495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846320"/>
            <a:ext cx="4035999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F4D84-5521-EF06-6F21-FF39CFD2A81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882480" y="6378213"/>
            <a:ext cx="138471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716FDB-D397-4AF7-BCC4-9C923BF7084B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1953364-E558-970A-5425-4AFF617AEA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1" y="265176"/>
            <a:ext cx="7010400" cy="6327648"/>
          </a:xfrm>
          <a:custGeom>
            <a:avLst/>
            <a:gdLst>
              <a:gd name="connsiteX0" fmla="*/ 302565 w 7010400"/>
              <a:gd name="connsiteY0" fmla="*/ 0 h 6316602"/>
              <a:gd name="connsiteX1" fmla="*/ 6707835 w 7010400"/>
              <a:gd name="connsiteY1" fmla="*/ 0 h 6316602"/>
              <a:gd name="connsiteX2" fmla="*/ 7010400 w 7010400"/>
              <a:gd name="connsiteY2" fmla="*/ 302565 h 6316602"/>
              <a:gd name="connsiteX3" fmla="*/ 7010400 w 7010400"/>
              <a:gd name="connsiteY3" fmla="*/ 6014037 h 6316602"/>
              <a:gd name="connsiteX4" fmla="*/ 6707835 w 7010400"/>
              <a:gd name="connsiteY4" fmla="*/ 6316602 h 6316602"/>
              <a:gd name="connsiteX5" fmla="*/ 302565 w 7010400"/>
              <a:gd name="connsiteY5" fmla="*/ 6316602 h 6316602"/>
              <a:gd name="connsiteX6" fmla="*/ 0 w 7010400"/>
              <a:gd name="connsiteY6" fmla="*/ 6014037 h 6316602"/>
              <a:gd name="connsiteX7" fmla="*/ 0 w 7010400"/>
              <a:gd name="connsiteY7" fmla="*/ 302565 h 6316602"/>
              <a:gd name="connsiteX8" fmla="*/ 302565 w 7010400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10400" h="6316602">
                <a:moveTo>
                  <a:pt x="302565" y="0"/>
                </a:moveTo>
                <a:lnTo>
                  <a:pt x="6707835" y="0"/>
                </a:lnTo>
                <a:cubicBezTo>
                  <a:pt x="6874937" y="0"/>
                  <a:pt x="7010400" y="135463"/>
                  <a:pt x="7010400" y="302565"/>
                </a:cubicBezTo>
                <a:lnTo>
                  <a:pt x="7010400" y="6014037"/>
                </a:lnTo>
                <a:cubicBezTo>
                  <a:pt x="7010400" y="6181139"/>
                  <a:pt x="6874937" y="6316602"/>
                  <a:pt x="6707835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6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116" y="1043184"/>
            <a:ext cx="3459903" cy="29066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17" y="4692866"/>
            <a:ext cx="3361935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8B118F-C188-2019-1C9E-6A452890C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4624 w 12192000"/>
              <a:gd name="connsiteY0" fmla="*/ 808189 h 6858000"/>
              <a:gd name="connsiteX1" fmla="*/ 811206 w 12192000"/>
              <a:gd name="connsiteY1" fmla="*/ 1121607 h 6858000"/>
              <a:gd name="connsiteX2" fmla="*/ 811206 w 12192000"/>
              <a:gd name="connsiteY2" fmla="*/ 5736392 h 6858000"/>
              <a:gd name="connsiteX3" fmla="*/ 1124624 w 12192000"/>
              <a:gd name="connsiteY3" fmla="*/ 6049810 h 6858000"/>
              <a:gd name="connsiteX4" fmla="*/ 4372882 w 12192000"/>
              <a:gd name="connsiteY4" fmla="*/ 6049810 h 6858000"/>
              <a:gd name="connsiteX5" fmla="*/ 4686301 w 12192000"/>
              <a:gd name="connsiteY5" fmla="*/ 5736392 h 6858000"/>
              <a:gd name="connsiteX6" fmla="*/ 4686301 w 12192000"/>
              <a:gd name="connsiteY6" fmla="*/ 1121607 h 6858000"/>
              <a:gd name="connsiteX7" fmla="*/ 4372882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124624" y="808189"/>
                </a:moveTo>
                <a:cubicBezTo>
                  <a:pt x="951528" y="808189"/>
                  <a:pt x="811206" y="948511"/>
                  <a:pt x="811206" y="1121607"/>
                </a:cubicBezTo>
                <a:lnTo>
                  <a:pt x="811206" y="5736392"/>
                </a:lnTo>
                <a:cubicBezTo>
                  <a:pt x="811206" y="5909488"/>
                  <a:pt x="951528" y="6049810"/>
                  <a:pt x="1124624" y="6049810"/>
                </a:cubicBezTo>
                <a:lnTo>
                  <a:pt x="4372882" y="6049810"/>
                </a:lnTo>
                <a:cubicBezTo>
                  <a:pt x="4545978" y="6049810"/>
                  <a:pt x="4686301" y="5909488"/>
                  <a:pt x="4686301" y="5736392"/>
                </a:cubicBezTo>
                <a:lnTo>
                  <a:pt x="4686301" y="1121607"/>
                </a:lnTo>
                <a:cubicBezTo>
                  <a:pt x="4686301" y="948511"/>
                  <a:pt x="4545978" y="808189"/>
                  <a:pt x="4372882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223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C414-30D0-86AA-C3C7-AB85722C2C5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71800" y="6387128"/>
            <a:ext cx="1295401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8A62344-A08B-4AB3-9605-42A4E1DCD2A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86519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21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7480" y="1043185"/>
            <a:ext cx="3459903" cy="2607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481" y="4692866"/>
            <a:ext cx="3459902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3E65DC-EA13-A100-8BB0-C29D33F16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09944 w 12192000"/>
              <a:gd name="connsiteY0" fmla="*/ 820064 h 6858000"/>
              <a:gd name="connsiteX1" fmla="*/ 7496526 w 12192000"/>
              <a:gd name="connsiteY1" fmla="*/ 1133482 h 6858000"/>
              <a:gd name="connsiteX2" fmla="*/ 7496526 w 12192000"/>
              <a:gd name="connsiteY2" fmla="*/ 5748267 h 6858000"/>
              <a:gd name="connsiteX3" fmla="*/ 7809944 w 12192000"/>
              <a:gd name="connsiteY3" fmla="*/ 6061685 h 6858000"/>
              <a:gd name="connsiteX4" fmla="*/ 11058202 w 12192000"/>
              <a:gd name="connsiteY4" fmla="*/ 6061685 h 6858000"/>
              <a:gd name="connsiteX5" fmla="*/ 11371620 w 12192000"/>
              <a:gd name="connsiteY5" fmla="*/ 5748267 h 6858000"/>
              <a:gd name="connsiteX6" fmla="*/ 11371620 w 12192000"/>
              <a:gd name="connsiteY6" fmla="*/ 1133482 h 6858000"/>
              <a:gd name="connsiteX7" fmla="*/ 11058202 w 12192000"/>
              <a:gd name="connsiteY7" fmla="*/ 820064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809944" y="820064"/>
                </a:moveTo>
                <a:cubicBezTo>
                  <a:pt x="7636848" y="820064"/>
                  <a:pt x="7496526" y="960386"/>
                  <a:pt x="7496526" y="1133482"/>
                </a:cubicBezTo>
                <a:lnTo>
                  <a:pt x="7496526" y="5748267"/>
                </a:lnTo>
                <a:cubicBezTo>
                  <a:pt x="7496526" y="5921363"/>
                  <a:pt x="7636848" y="6061685"/>
                  <a:pt x="7809944" y="6061685"/>
                </a:cubicBezTo>
                <a:lnTo>
                  <a:pt x="11058202" y="6061685"/>
                </a:lnTo>
                <a:cubicBezTo>
                  <a:pt x="11231298" y="6061685"/>
                  <a:pt x="11371620" y="5921363"/>
                  <a:pt x="11371620" y="5748267"/>
                </a:cubicBezTo>
                <a:lnTo>
                  <a:pt x="11371620" y="1133482"/>
                </a:lnTo>
                <a:cubicBezTo>
                  <a:pt x="11371620" y="960386"/>
                  <a:pt x="11231298" y="820064"/>
                  <a:pt x="11058202" y="8200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6694D-0EA3-D3C7-ECF4-BBF1269CF6A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46060" y="6387128"/>
            <a:ext cx="134174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7ABEDB0-76AF-40FA-83E3-D1FF3CA76787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7809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3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05" y="208156"/>
            <a:ext cx="5729095" cy="31354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46320"/>
            <a:ext cx="446234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2911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C8992BB-90F0-4112-9B1F-7693B76967FF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4995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560C4-8760-7FBD-159D-6CA9346253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14371" y="266700"/>
            <a:ext cx="4410930" cy="6324600"/>
          </a:xfrm>
          <a:custGeom>
            <a:avLst/>
            <a:gdLst>
              <a:gd name="connsiteX0" fmla="*/ 275374 w 4410930"/>
              <a:gd name="connsiteY0" fmla="*/ 0 h 6324600"/>
              <a:gd name="connsiteX1" fmla="*/ 4135556 w 4410930"/>
              <a:gd name="connsiteY1" fmla="*/ 0 h 6324600"/>
              <a:gd name="connsiteX2" fmla="*/ 4410930 w 4410930"/>
              <a:gd name="connsiteY2" fmla="*/ 275374 h 6324600"/>
              <a:gd name="connsiteX3" fmla="*/ 4410930 w 4410930"/>
              <a:gd name="connsiteY3" fmla="*/ 6049226 h 6324600"/>
              <a:gd name="connsiteX4" fmla="*/ 4135556 w 4410930"/>
              <a:gd name="connsiteY4" fmla="*/ 6324600 h 6324600"/>
              <a:gd name="connsiteX5" fmla="*/ 275374 w 4410930"/>
              <a:gd name="connsiteY5" fmla="*/ 6324600 h 6324600"/>
              <a:gd name="connsiteX6" fmla="*/ 0 w 4410930"/>
              <a:gd name="connsiteY6" fmla="*/ 6049226 h 6324600"/>
              <a:gd name="connsiteX7" fmla="*/ 0 w 4410930"/>
              <a:gd name="connsiteY7" fmla="*/ 275374 h 6324600"/>
              <a:gd name="connsiteX8" fmla="*/ 275374 w 441093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0930" h="6324600">
                <a:moveTo>
                  <a:pt x="275374" y="0"/>
                </a:moveTo>
                <a:lnTo>
                  <a:pt x="4135556" y="0"/>
                </a:lnTo>
                <a:cubicBezTo>
                  <a:pt x="4287641" y="0"/>
                  <a:pt x="4410930" y="123289"/>
                  <a:pt x="4410930" y="275374"/>
                </a:cubicBezTo>
                <a:lnTo>
                  <a:pt x="4410930" y="6049226"/>
                </a:lnTo>
                <a:cubicBezTo>
                  <a:pt x="4410930" y="6201311"/>
                  <a:pt x="4287641" y="6324600"/>
                  <a:pt x="4135556" y="6324600"/>
                </a:cubicBezTo>
                <a:lnTo>
                  <a:pt x="275374" y="6324600"/>
                </a:lnTo>
                <a:cubicBezTo>
                  <a:pt x="123289" y="6324600"/>
                  <a:pt x="0" y="6201311"/>
                  <a:pt x="0" y="6049226"/>
                </a:cubicBezTo>
                <a:lnTo>
                  <a:pt x="0" y="275374"/>
                </a:lnTo>
                <a:cubicBezTo>
                  <a:pt x="0" y="123289"/>
                  <a:pt x="123289" y="0"/>
                  <a:pt x="275374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83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6" y="199795"/>
            <a:ext cx="8777428" cy="364068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98361"/>
            <a:ext cx="5675450" cy="133484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5CD02E-B256-4CA4-AF95-70EAECD19730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18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3234C-C11E-4F99-839F-DDBF973EDA5E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97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2" y="192360"/>
            <a:ext cx="11812264" cy="415700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15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5029200"/>
            <a:ext cx="5681546" cy="120400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ED7DB9-4A3F-4419-9E62-BEE6269F2B42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2CC31D-7501-40A7-9D1B-8AC69C4CFF73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6D33-2E30-4992-8137-11560724F7D0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95E-1551-48FC-9A26-E601B3621F2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0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73" y="1010652"/>
            <a:ext cx="3437576" cy="1366457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4" y="2377109"/>
            <a:ext cx="3437576" cy="339323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39F752-D848-0871-8BE8-DE94F03F5A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08643 w 12192000"/>
              <a:gd name="connsiteY0" fmla="*/ 808189 h 6858000"/>
              <a:gd name="connsiteX1" fmla="*/ 7295225 w 12192000"/>
              <a:gd name="connsiteY1" fmla="*/ 1121607 h 6858000"/>
              <a:gd name="connsiteX2" fmla="*/ 7295225 w 12192000"/>
              <a:gd name="connsiteY2" fmla="*/ 5736392 h 6858000"/>
              <a:gd name="connsiteX3" fmla="*/ 7608643 w 12192000"/>
              <a:gd name="connsiteY3" fmla="*/ 6049810 h 6858000"/>
              <a:gd name="connsiteX4" fmla="*/ 10856901 w 12192000"/>
              <a:gd name="connsiteY4" fmla="*/ 6049810 h 6858000"/>
              <a:gd name="connsiteX5" fmla="*/ 11170319 w 12192000"/>
              <a:gd name="connsiteY5" fmla="*/ 5736392 h 6858000"/>
              <a:gd name="connsiteX6" fmla="*/ 11170319 w 12192000"/>
              <a:gd name="connsiteY6" fmla="*/ 1121607 h 6858000"/>
              <a:gd name="connsiteX7" fmla="*/ 10856901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608643" y="808189"/>
                </a:moveTo>
                <a:cubicBezTo>
                  <a:pt x="7435547" y="808189"/>
                  <a:pt x="7295225" y="948511"/>
                  <a:pt x="7295225" y="1121607"/>
                </a:cubicBezTo>
                <a:lnTo>
                  <a:pt x="7295225" y="5736392"/>
                </a:lnTo>
                <a:cubicBezTo>
                  <a:pt x="7295225" y="5909488"/>
                  <a:pt x="7435547" y="6049810"/>
                  <a:pt x="7608643" y="6049810"/>
                </a:cubicBezTo>
                <a:lnTo>
                  <a:pt x="10856901" y="6049810"/>
                </a:lnTo>
                <a:cubicBezTo>
                  <a:pt x="11029997" y="6049810"/>
                  <a:pt x="11170319" y="5909488"/>
                  <a:pt x="11170319" y="5736392"/>
                </a:cubicBezTo>
                <a:lnTo>
                  <a:pt x="11170319" y="1121607"/>
                </a:lnTo>
                <a:cubicBezTo>
                  <a:pt x="11170319" y="948511"/>
                  <a:pt x="11029997" y="808189"/>
                  <a:pt x="10856901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E399E77-A6C4-4634-BEB5-F2E41C1FB261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1719072"/>
            <a:ext cx="5623560" cy="1188720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0" y="3136392"/>
            <a:ext cx="4425696" cy="212140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228600" indent="0" algn="ctr">
              <a:buNone/>
              <a:defRPr lang="en-US" dirty="0"/>
            </a:lvl2pPr>
            <a:lvl3pPr marL="457200" indent="0" algn="ctr">
              <a:buNone/>
              <a:defRPr lang="en-US" dirty="0"/>
            </a:lvl3pPr>
            <a:lvl4pPr marL="685800" indent="0" algn="ctr">
              <a:buNone/>
              <a:defRPr lang="en-US" dirty="0"/>
            </a:lvl4pPr>
            <a:lvl5pPr marL="9144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97B0-DC5B-4FF5-B0A0-4AA5F24C8A8B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38300"/>
            <a:ext cx="3114136" cy="37991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9472" y="1638300"/>
            <a:ext cx="4800600" cy="37991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CADA-DB19-4D46-9486-74E6A8DD8606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7D4C-A41A-46E4-A264-6AB2C3B5824A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4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990601"/>
            <a:ext cx="3168695" cy="34375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888" y="990600"/>
            <a:ext cx="6126480" cy="514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7737-B62B-4747-B5EC-0C681641A1B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1472-7719-495F-AC33-7643C031D78E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41EAAC-21EB-46CA-8DB9-2B0A089D53E1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6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228329"/>
            <a:ext cx="6370320" cy="504349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4416" y="6390795"/>
            <a:ext cx="1298784" cy="338328"/>
          </a:xfrm>
        </p:spPr>
        <p:txBody>
          <a:bodyPr/>
          <a:lstStyle/>
          <a:p>
            <a:fld id="{501F6A6B-DAC2-4111-A4C8-22F3732D2683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700" y="266700"/>
            <a:ext cx="4419600" cy="63246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18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09BC7F-12AD-4F86-A854-86D7069C1AE2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B213CB-AAE3-4E21-BF78-8B6CE3ACF53D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362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0" y="219456"/>
            <a:ext cx="4689685" cy="11646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93C6F-81AD-C678-191F-0FD783654D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6292984" cy="6324600"/>
          </a:xfrm>
          <a:custGeom>
            <a:avLst/>
            <a:gdLst>
              <a:gd name="connsiteX0" fmla="*/ 300805 w 6292984"/>
              <a:gd name="connsiteY0" fmla="*/ 0 h 6324600"/>
              <a:gd name="connsiteX1" fmla="*/ 5992179 w 6292984"/>
              <a:gd name="connsiteY1" fmla="*/ 0 h 6324600"/>
              <a:gd name="connsiteX2" fmla="*/ 6292984 w 6292984"/>
              <a:gd name="connsiteY2" fmla="*/ 300805 h 6324600"/>
              <a:gd name="connsiteX3" fmla="*/ 6292984 w 6292984"/>
              <a:gd name="connsiteY3" fmla="*/ 6023795 h 6324600"/>
              <a:gd name="connsiteX4" fmla="*/ 5992179 w 6292984"/>
              <a:gd name="connsiteY4" fmla="*/ 6324600 h 6324600"/>
              <a:gd name="connsiteX5" fmla="*/ 300805 w 6292984"/>
              <a:gd name="connsiteY5" fmla="*/ 6324600 h 6324600"/>
              <a:gd name="connsiteX6" fmla="*/ 0 w 6292984"/>
              <a:gd name="connsiteY6" fmla="*/ 6023795 h 6324600"/>
              <a:gd name="connsiteX7" fmla="*/ 0 w 6292984"/>
              <a:gd name="connsiteY7" fmla="*/ 300805 h 6324600"/>
              <a:gd name="connsiteX8" fmla="*/ 300805 w 6292984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2984" h="6324600">
                <a:moveTo>
                  <a:pt x="300805" y="0"/>
                </a:moveTo>
                <a:lnTo>
                  <a:pt x="5992179" y="0"/>
                </a:lnTo>
                <a:cubicBezTo>
                  <a:pt x="6158309" y="0"/>
                  <a:pt x="6292984" y="134675"/>
                  <a:pt x="6292984" y="300805"/>
                </a:cubicBezTo>
                <a:lnTo>
                  <a:pt x="6292984" y="6023795"/>
                </a:lnTo>
                <a:cubicBezTo>
                  <a:pt x="6292984" y="6189925"/>
                  <a:pt x="6158309" y="6324600"/>
                  <a:pt x="5992179" y="6324600"/>
                </a:cubicBezTo>
                <a:lnTo>
                  <a:pt x="300805" y="6324600"/>
                </a:lnTo>
                <a:cubicBezTo>
                  <a:pt x="134675" y="6324600"/>
                  <a:pt x="0" y="6189925"/>
                  <a:pt x="0" y="6023795"/>
                </a:cubicBezTo>
                <a:lnTo>
                  <a:pt x="0" y="300805"/>
                </a:lnTo>
                <a:cubicBezTo>
                  <a:pt x="0" y="134675"/>
                  <a:pt x="134675" y="0"/>
                  <a:pt x="30080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900" y="1378227"/>
            <a:ext cx="4689684" cy="488898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9900" y="6387737"/>
            <a:ext cx="29704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23EEFEE-9AC6-4F3D-8AD6-7664F3264FF2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30D46859-DA44-43E6-A6F7-3287A2FCFBEE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8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2941319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2114" y="220869"/>
            <a:ext cx="4594371" cy="616625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4400" y="269080"/>
            <a:ext cx="3390900" cy="6327648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58174" y="6387128"/>
            <a:ext cx="1032084" cy="338328"/>
          </a:xfrm>
        </p:spPr>
        <p:txBody>
          <a:bodyPr/>
          <a:lstStyle/>
          <a:p>
            <a:fld id="{2374FA73-46DD-4739-8F6B-C92A7FB868F4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0258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17CA-5BAC-46BE-958D-7E86B431BD1E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4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BC7EDF-D84A-44BF-8099-C5B30B17E0B8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6" y="219457"/>
            <a:ext cx="4026915" cy="1303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522992"/>
            <a:ext cx="4026916" cy="474882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9660" y="6387128"/>
            <a:ext cx="1032084" cy="338328"/>
          </a:xfrm>
        </p:spPr>
        <p:txBody>
          <a:bodyPr/>
          <a:lstStyle/>
          <a:p>
            <a:fld id="{0B3BA815-7F94-47EE-A29D-765F9DE113B0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1744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0" y="265943"/>
            <a:ext cx="7010400" cy="6325357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686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071" y="219456"/>
            <a:ext cx="3162300" cy="18491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1BE581-FB1F-EE1A-8946-9FA6FC25C1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7924800" cy="6324600"/>
          </a:xfrm>
          <a:custGeom>
            <a:avLst/>
            <a:gdLst>
              <a:gd name="connsiteX0" fmla="*/ 293082 w 7924800"/>
              <a:gd name="connsiteY0" fmla="*/ 0 h 6324600"/>
              <a:gd name="connsiteX1" fmla="*/ 7631718 w 7924800"/>
              <a:gd name="connsiteY1" fmla="*/ 0 h 6324600"/>
              <a:gd name="connsiteX2" fmla="*/ 7924800 w 7924800"/>
              <a:gd name="connsiteY2" fmla="*/ 293082 h 6324600"/>
              <a:gd name="connsiteX3" fmla="*/ 7924800 w 7924800"/>
              <a:gd name="connsiteY3" fmla="*/ 6031518 h 6324600"/>
              <a:gd name="connsiteX4" fmla="*/ 7631718 w 7924800"/>
              <a:gd name="connsiteY4" fmla="*/ 6324600 h 6324600"/>
              <a:gd name="connsiteX5" fmla="*/ 293082 w 7924800"/>
              <a:gd name="connsiteY5" fmla="*/ 6324600 h 6324600"/>
              <a:gd name="connsiteX6" fmla="*/ 0 w 7924800"/>
              <a:gd name="connsiteY6" fmla="*/ 6031518 h 6324600"/>
              <a:gd name="connsiteX7" fmla="*/ 0 w 7924800"/>
              <a:gd name="connsiteY7" fmla="*/ 293082 h 6324600"/>
              <a:gd name="connsiteX8" fmla="*/ 293082 w 792480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4800" h="6324600">
                <a:moveTo>
                  <a:pt x="293082" y="0"/>
                </a:moveTo>
                <a:lnTo>
                  <a:pt x="7631718" y="0"/>
                </a:lnTo>
                <a:cubicBezTo>
                  <a:pt x="7793583" y="0"/>
                  <a:pt x="7924800" y="131217"/>
                  <a:pt x="7924800" y="293082"/>
                </a:cubicBezTo>
                <a:lnTo>
                  <a:pt x="7924800" y="6031518"/>
                </a:lnTo>
                <a:cubicBezTo>
                  <a:pt x="7924800" y="6193383"/>
                  <a:pt x="7793583" y="6324600"/>
                  <a:pt x="7631718" y="6324600"/>
                </a:cubicBezTo>
                <a:lnTo>
                  <a:pt x="293082" y="6324600"/>
                </a:lnTo>
                <a:cubicBezTo>
                  <a:pt x="131217" y="6324600"/>
                  <a:pt x="0" y="6193383"/>
                  <a:pt x="0" y="6031518"/>
                </a:cubicBezTo>
                <a:lnTo>
                  <a:pt x="0" y="293082"/>
                </a:lnTo>
                <a:cubicBezTo>
                  <a:pt x="0" y="131217"/>
                  <a:pt x="131217" y="0"/>
                  <a:pt x="29308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9071" y="2111514"/>
            <a:ext cx="3162300" cy="415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59072" y="6387737"/>
            <a:ext cx="1983112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AC0B17-CE81-470B-ADEC-2384A284EBB0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2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F74BF2-2B97-4D0D-BEF8-F0D6AD41CDC3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377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434" y="219456"/>
            <a:ext cx="2504499" cy="22822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45013D-3ACD-0E69-50DF-0B7C6855E7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8782316" cy="6324600"/>
          </a:xfrm>
          <a:custGeom>
            <a:avLst/>
            <a:gdLst>
              <a:gd name="connsiteX0" fmla="*/ 293967 w 8782316"/>
              <a:gd name="connsiteY0" fmla="*/ 0 h 6324600"/>
              <a:gd name="connsiteX1" fmla="*/ 8488349 w 8782316"/>
              <a:gd name="connsiteY1" fmla="*/ 0 h 6324600"/>
              <a:gd name="connsiteX2" fmla="*/ 8782316 w 8782316"/>
              <a:gd name="connsiteY2" fmla="*/ 293967 h 6324600"/>
              <a:gd name="connsiteX3" fmla="*/ 8782316 w 8782316"/>
              <a:gd name="connsiteY3" fmla="*/ 6030633 h 6324600"/>
              <a:gd name="connsiteX4" fmla="*/ 8488349 w 8782316"/>
              <a:gd name="connsiteY4" fmla="*/ 6324600 h 6324600"/>
              <a:gd name="connsiteX5" fmla="*/ 293967 w 8782316"/>
              <a:gd name="connsiteY5" fmla="*/ 6324600 h 6324600"/>
              <a:gd name="connsiteX6" fmla="*/ 0 w 8782316"/>
              <a:gd name="connsiteY6" fmla="*/ 6030633 h 6324600"/>
              <a:gd name="connsiteX7" fmla="*/ 0 w 8782316"/>
              <a:gd name="connsiteY7" fmla="*/ 293967 h 6324600"/>
              <a:gd name="connsiteX8" fmla="*/ 293967 w 8782316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82316" h="6324600">
                <a:moveTo>
                  <a:pt x="293967" y="0"/>
                </a:moveTo>
                <a:lnTo>
                  <a:pt x="8488349" y="0"/>
                </a:lnTo>
                <a:cubicBezTo>
                  <a:pt x="8650702" y="0"/>
                  <a:pt x="8782316" y="131614"/>
                  <a:pt x="8782316" y="293967"/>
                </a:cubicBezTo>
                <a:lnTo>
                  <a:pt x="8782316" y="6030633"/>
                </a:lnTo>
                <a:cubicBezTo>
                  <a:pt x="8782316" y="6192986"/>
                  <a:pt x="8650702" y="6324600"/>
                  <a:pt x="8488349" y="6324600"/>
                </a:cubicBezTo>
                <a:lnTo>
                  <a:pt x="293967" y="6324600"/>
                </a:lnTo>
                <a:cubicBezTo>
                  <a:pt x="131614" y="6324600"/>
                  <a:pt x="0" y="6192986"/>
                  <a:pt x="0" y="6030633"/>
                </a:cubicBezTo>
                <a:lnTo>
                  <a:pt x="0" y="293967"/>
                </a:lnTo>
                <a:cubicBezTo>
                  <a:pt x="0" y="131614"/>
                  <a:pt x="131614" y="0"/>
                  <a:pt x="29396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62115" y="3001992"/>
            <a:ext cx="2494818" cy="329976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59368" y="6387737"/>
            <a:ext cx="131540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4498" y="6390795"/>
            <a:ext cx="10076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06B30E-8248-4061-97A2-FF282AED1114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78" y="5322914"/>
            <a:ext cx="4466322" cy="10642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00625-21B7-D3E3-63A2-DDD8608259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4220" y="265176"/>
            <a:ext cx="11651080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5283156"/>
            <a:ext cx="7010400" cy="11039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5948-BD0C-4C2E-B6A7-C4EDC256C76D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6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3994637"/>
            <a:ext cx="3460316" cy="19863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350D79-60BC-073C-3EE9-FEF237EFF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51080" cy="3511571"/>
          </a:xfrm>
          <a:custGeom>
            <a:avLst/>
            <a:gdLst>
              <a:gd name="connsiteX0" fmla="*/ 293181 w 11651080"/>
              <a:gd name="connsiteY0" fmla="*/ 0 h 3511571"/>
              <a:gd name="connsiteX1" fmla="*/ 11357899 w 11651080"/>
              <a:gd name="connsiteY1" fmla="*/ 0 h 3511571"/>
              <a:gd name="connsiteX2" fmla="*/ 11651080 w 11651080"/>
              <a:gd name="connsiteY2" fmla="*/ 293181 h 3511571"/>
              <a:gd name="connsiteX3" fmla="*/ 11651080 w 11651080"/>
              <a:gd name="connsiteY3" fmla="*/ 3218390 h 3511571"/>
              <a:gd name="connsiteX4" fmla="*/ 11521819 w 11651080"/>
              <a:gd name="connsiteY4" fmla="*/ 3461500 h 3511571"/>
              <a:gd name="connsiteX5" fmla="*/ 11477449 w 11651080"/>
              <a:gd name="connsiteY5" fmla="*/ 3485583 h 3511571"/>
              <a:gd name="connsiteX6" fmla="*/ 11417209 w 11651080"/>
              <a:gd name="connsiteY6" fmla="*/ 3504280 h 3511571"/>
              <a:gd name="connsiteX7" fmla="*/ 11344868 w 11651080"/>
              <a:gd name="connsiteY7" fmla="*/ 3511571 h 3511571"/>
              <a:gd name="connsiteX8" fmla="*/ 310043 w 11651080"/>
              <a:gd name="connsiteY8" fmla="*/ 3511571 h 3511571"/>
              <a:gd name="connsiteX9" fmla="*/ 170323 w 11651080"/>
              <a:gd name="connsiteY9" fmla="*/ 3483368 h 3511571"/>
              <a:gd name="connsiteX10" fmla="*/ 127787 w 11651080"/>
              <a:gd name="connsiteY10" fmla="*/ 3460284 h 3511571"/>
              <a:gd name="connsiteX11" fmla="*/ 85871 w 11651080"/>
              <a:gd name="connsiteY11" fmla="*/ 3425700 h 3511571"/>
              <a:gd name="connsiteX12" fmla="*/ 0 w 11651080"/>
              <a:gd name="connsiteY12" fmla="*/ 3218390 h 3511571"/>
              <a:gd name="connsiteX13" fmla="*/ 0 w 11651080"/>
              <a:gd name="connsiteY13" fmla="*/ 293181 h 3511571"/>
              <a:gd name="connsiteX14" fmla="*/ 293181 w 11651080"/>
              <a:gd name="connsiteY14" fmla="*/ 0 h 351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51080" h="3511571">
                <a:moveTo>
                  <a:pt x="293181" y="0"/>
                </a:moveTo>
                <a:lnTo>
                  <a:pt x="11357899" y="0"/>
                </a:lnTo>
                <a:cubicBezTo>
                  <a:pt x="11519818" y="0"/>
                  <a:pt x="11651080" y="131262"/>
                  <a:pt x="11651080" y="293181"/>
                </a:cubicBezTo>
                <a:lnTo>
                  <a:pt x="11651080" y="3218390"/>
                </a:lnTo>
                <a:cubicBezTo>
                  <a:pt x="11651080" y="3319589"/>
                  <a:pt x="11599806" y="3408813"/>
                  <a:pt x="11521819" y="3461500"/>
                </a:cubicBezTo>
                <a:lnTo>
                  <a:pt x="11477449" y="3485583"/>
                </a:lnTo>
                <a:lnTo>
                  <a:pt x="11417209" y="3504280"/>
                </a:lnTo>
                <a:cubicBezTo>
                  <a:pt x="11393842" y="3509060"/>
                  <a:pt x="11369648" y="3511571"/>
                  <a:pt x="11344868" y="3511571"/>
                </a:cubicBezTo>
                <a:lnTo>
                  <a:pt x="310043" y="3511571"/>
                </a:lnTo>
                <a:cubicBezTo>
                  <a:pt x="260482" y="3511571"/>
                  <a:pt x="213267" y="3501529"/>
                  <a:pt x="170323" y="3483368"/>
                </a:cubicBezTo>
                <a:lnTo>
                  <a:pt x="127787" y="3460284"/>
                </a:lnTo>
                <a:lnTo>
                  <a:pt x="85871" y="3425700"/>
                </a:lnTo>
                <a:cubicBezTo>
                  <a:pt x="32816" y="3372645"/>
                  <a:pt x="0" y="3299350"/>
                  <a:pt x="0" y="3218390"/>
                </a:cubicBezTo>
                <a:lnTo>
                  <a:pt x="0" y="293181"/>
                </a:lnTo>
                <a:cubicBezTo>
                  <a:pt x="0" y="131262"/>
                  <a:pt x="131262" y="0"/>
                  <a:pt x="29318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3977466"/>
            <a:ext cx="7962900" cy="228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87EF-F5B2-456F-AF1B-A44D1A0701D7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211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617CAED-F971-4EAE-89B0-C866D948120E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36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1277917"/>
            <a:ext cx="4244590" cy="105444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6D8C26-0B2C-F81E-0E9B-25818527E0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1601" y="2391930"/>
            <a:ext cx="4140679" cy="3094471"/>
          </a:xfrm>
          <a:custGeom>
            <a:avLst/>
            <a:gdLst>
              <a:gd name="connsiteX0" fmla="*/ 287879 w 4140679"/>
              <a:gd name="connsiteY0" fmla="*/ 0 h 3094471"/>
              <a:gd name="connsiteX1" fmla="*/ 3852800 w 4140679"/>
              <a:gd name="connsiteY1" fmla="*/ 0 h 3094471"/>
              <a:gd name="connsiteX2" fmla="*/ 4140679 w 4140679"/>
              <a:gd name="connsiteY2" fmla="*/ 287879 h 3094471"/>
              <a:gd name="connsiteX3" fmla="*/ 4140679 w 4140679"/>
              <a:gd name="connsiteY3" fmla="*/ 2806592 h 3094471"/>
              <a:gd name="connsiteX4" fmla="*/ 3852800 w 4140679"/>
              <a:gd name="connsiteY4" fmla="*/ 3094471 h 3094471"/>
              <a:gd name="connsiteX5" fmla="*/ 287879 w 4140679"/>
              <a:gd name="connsiteY5" fmla="*/ 3094471 h 3094471"/>
              <a:gd name="connsiteX6" fmla="*/ 0 w 4140679"/>
              <a:gd name="connsiteY6" fmla="*/ 2806592 h 3094471"/>
              <a:gd name="connsiteX7" fmla="*/ 0 w 4140679"/>
              <a:gd name="connsiteY7" fmla="*/ 287879 h 3094471"/>
              <a:gd name="connsiteX8" fmla="*/ 287879 w 4140679"/>
              <a:gd name="connsiteY8" fmla="*/ 0 h 30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0679" h="3094471">
                <a:moveTo>
                  <a:pt x="287879" y="0"/>
                </a:moveTo>
                <a:lnTo>
                  <a:pt x="3852800" y="0"/>
                </a:lnTo>
                <a:cubicBezTo>
                  <a:pt x="4011791" y="0"/>
                  <a:pt x="4140679" y="128888"/>
                  <a:pt x="4140679" y="287879"/>
                </a:cubicBezTo>
                <a:lnTo>
                  <a:pt x="4140679" y="2806592"/>
                </a:lnTo>
                <a:cubicBezTo>
                  <a:pt x="4140679" y="2965583"/>
                  <a:pt x="4011791" y="3094471"/>
                  <a:pt x="3852800" y="3094471"/>
                </a:cubicBezTo>
                <a:lnTo>
                  <a:pt x="287879" y="3094471"/>
                </a:lnTo>
                <a:cubicBezTo>
                  <a:pt x="128888" y="3094471"/>
                  <a:pt x="0" y="2965583"/>
                  <a:pt x="0" y="2806592"/>
                </a:cubicBezTo>
                <a:lnTo>
                  <a:pt x="0" y="287879"/>
                </a:lnTo>
                <a:cubicBezTo>
                  <a:pt x="0" y="128888"/>
                  <a:pt x="128888" y="0"/>
                  <a:pt x="2878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400" y="1277917"/>
            <a:ext cx="4953000" cy="420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F63D-EE89-4C35-A0BA-A767458691E5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697D-C012-4585-94E6-5E3B25EEDFC1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3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EBFFFF-5D16-BE62-1AAA-3F8F77B6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296685"/>
            <a:ext cx="6720870" cy="6075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CC8B6B-4D14-404A-BE1B-1F4BD960669E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7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E5DE-F913-4C3A-BEDA-F802BAA076F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0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06392"/>
            <a:ext cx="10946701" cy="4619890"/>
          </a:xfrm>
          <a:prstGeom prst="roundRect">
            <a:avLst>
              <a:gd name="adj" fmla="val 6476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26282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2"/>
            <a:ext cx="9299448" cy="370073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47CC27-8F74-4C20-9BA3-E77EDE6F6768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2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6C722-3701-B2F2-EF11-4B756E05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344" y="4990975"/>
            <a:ext cx="10871313" cy="1239913"/>
          </a:xfrm>
          <a:prstGeom prst="roundRect">
            <a:avLst>
              <a:gd name="adj" fmla="val 2206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3" y="5233065"/>
            <a:ext cx="10111135" cy="777037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0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F64B-B8C5-4434-A0AE-8B21FAE1194C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6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549AC-D930-32F5-F4D6-1BE34C72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0501" y="4989874"/>
            <a:ext cx="9010999" cy="1239913"/>
          </a:xfrm>
          <a:prstGeom prst="roundRect">
            <a:avLst>
              <a:gd name="adj" fmla="val 2432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064" y="5147215"/>
            <a:ext cx="8227873" cy="912763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23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C25546-9111-46F9-BEC4-CF8FB8392886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7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84" y="5144654"/>
            <a:ext cx="7280816" cy="12424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US" sz="28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4720" y="266700"/>
            <a:ext cx="11740580" cy="5349003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33000" spc="-100" baseline="0" dirty="0"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A70956-0D23-4C9E-9DCE-4DBE9483FB7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96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8579-83EA-4D3B-95AD-E89823FCABB6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005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1638300"/>
            <a:ext cx="10652760" cy="47488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/>
            </a:lvl1pPr>
            <a:lvl2pPr marL="228600" indent="0">
              <a:lnSpc>
                <a:spcPct val="85000"/>
              </a:lnSpc>
              <a:buNone/>
              <a:defRPr sz="6000" b="0" spc="-50" baseline="0"/>
            </a:lvl2pPr>
            <a:lvl3pPr marL="457200" indent="0">
              <a:lnSpc>
                <a:spcPct val="85000"/>
              </a:lnSpc>
              <a:buNone/>
              <a:defRPr sz="5400" b="0" spc="-50" baseline="0"/>
            </a:lvl3pPr>
            <a:lvl4pPr marL="685800" indent="0">
              <a:lnSpc>
                <a:spcPct val="85000"/>
              </a:lnSpc>
              <a:buNone/>
              <a:defRPr sz="4800" b="0" spc="-50" baseline="0"/>
            </a:lvl4pPr>
            <a:lvl5pPr marL="914400" indent="0">
              <a:lnSpc>
                <a:spcPct val="85000"/>
              </a:lnSpc>
              <a:buNone/>
              <a:defRPr sz="4400" b="0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4DB77-2BFA-46B5-82B7-362C808A18E1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233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3" y="214840"/>
            <a:ext cx="9966323" cy="4992427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6CF7-3E4D-43B7-B24E-535495E06F4A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214840"/>
            <a:ext cx="10062576" cy="5040554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1pPr>
            <a:lvl2pPr marL="2286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2pPr>
            <a:lvl3pPr marL="4572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3pPr>
            <a:lvl4pPr marL="6858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4pPr>
            <a:lvl5pPr marL="9144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0645F99-D57D-401F-8ACA-E1AE94CE68D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2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7BF49-7217-30B5-27A8-C28DF70E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34062" y="1048623"/>
            <a:ext cx="6014907" cy="49327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2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2"/>
                </a:solidFill>
              </a:defRPr>
            </a:lvl2pPr>
            <a:lvl3pPr marL="457200" indent="0">
              <a:lnSpc>
                <a:spcPct val="85000"/>
              </a:lnSpc>
              <a:buNone/>
              <a:defRPr sz="3600" b="0" spc="-50" baseline="0">
                <a:solidFill>
                  <a:schemeClr val="tx2"/>
                </a:solidFill>
              </a:defRPr>
            </a:lvl3pPr>
            <a:lvl4pPr marL="685800" indent="0">
              <a:lnSpc>
                <a:spcPct val="85000"/>
              </a:lnSpc>
              <a:buNone/>
              <a:defRPr sz="3200" b="0" spc="-50" baseline="0">
                <a:solidFill>
                  <a:schemeClr val="tx2"/>
                </a:solidFill>
              </a:defRPr>
            </a:lvl4pPr>
            <a:lvl5pPr marL="914400" indent="0">
              <a:lnSpc>
                <a:spcPct val="85000"/>
              </a:lnSpc>
              <a:buNone/>
              <a:defRPr sz="2800" b="0" spc="-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E79C4E-F74A-45C6-87ED-04BA2865126E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5E9FA-CF9F-442A-848A-07ABC66A6457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8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FD12FA-BFA3-C887-EBC1-ED898186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20202"/>
            <a:ext cx="10946701" cy="5617596"/>
          </a:xfrm>
          <a:prstGeom prst="roundRect">
            <a:avLst>
              <a:gd name="adj" fmla="val 550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571" y="4874218"/>
            <a:ext cx="8753896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9571" y="1410343"/>
            <a:ext cx="8753895" cy="3301141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88B7-2170-49B2-B455-C84FC6F30257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62FBA2-0B46-6A28-875D-1D493CFAC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7126" y="5053386"/>
            <a:ext cx="5337341" cy="829328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4790" y="1078029"/>
            <a:ext cx="5337340" cy="3603028"/>
          </a:xfrm>
        </p:spPr>
        <p:txBody>
          <a:bodyPr anchor="t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6CCD-C5F7-44F6-827B-9B8E203CF82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F9171-FD47-8BB5-3DF9-885F03500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01" y="1175284"/>
            <a:ext cx="8430399" cy="4507431"/>
          </a:xfrm>
          <a:prstGeom prst="roundRect">
            <a:avLst>
              <a:gd name="adj" fmla="val 10241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727007"/>
            <a:ext cx="7179129" cy="693019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6" y="1638300"/>
            <a:ext cx="7179129" cy="297220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030F54-0399-4934-B868-E8FC64D9A954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88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09A19-2BCA-5719-B875-5ED135FB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088757"/>
            <a:ext cx="9484963" cy="4680487"/>
          </a:xfrm>
          <a:prstGeom prst="roundRect">
            <a:avLst>
              <a:gd name="adj" fmla="val 675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022" y="4652721"/>
            <a:ext cx="8105614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6398" y="1638300"/>
            <a:ext cx="8105614" cy="2898186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172236-98CF-436D-B8AF-73607FC6BF53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" y="1645920"/>
            <a:ext cx="5416759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8400" y="1645920"/>
            <a:ext cx="5261184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37BC-DDFE-4D1C-BDD2-52C7FB3ECD39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77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631" y="1649451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1649451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5BC1D-3E76-4118-8920-6317D3436792}" type="datetime1">
              <a:rPr lang="en-US" smtClean="0"/>
              <a:t>10/5/2026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1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7D49-4414-4256-B79A-8D96ACFD3811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115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7382-D66A-40DB-8430-CAFED7B7C9C8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51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0" y="218114"/>
            <a:ext cx="6688836" cy="60880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5BBA-60FA-4DAB-A831-863E6E8AF120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0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6337" cy="262824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5" y="2847706"/>
            <a:ext cx="3180512" cy="342411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016929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10493" y="6387128"/>
            <a:ext cx="917224" cy="338328"/>
          </a:xfrm>
        </p:spPr>
        <p:txBody>
          <a:bodyPr/>
          <a:lstStyle/>
          <a:p>
            <a:fld id="{9CDC5685-46E5-4EB6-A0D2-BE941206E942}" type="datetime1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2771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62400" y="266700"/>
            <a:ext cx="7962900" cy="6324600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6856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ABF0-1BC4-4279-88D7-50351FF40623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04D2-9B2F-4359-916B-20A0B00A86CD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E944D186-B182-4225-9B0C-34FAE328E380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7132320" cy="48463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Find relevant drawings and information of the chosen case study.</a:t>
            </a:r>
          </a:p>
          <a:p>
            <a:pPr>
              <a:buFont typeface="Wingdings" panose="05000000000000000000" pitchFamily="2" charset="2"/>
              <a:buChar char="Ø"/>
            </a:pPr>
            <a:endParaRPr lang="en-A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AU" sz="1600" b="1" dirty="0"/>
              <a:t>                    - share via e Portfolio 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36512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066800"/>
            <a:ext cx="693420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Making Simple models with different materials.</a:t>
            </a: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563" indent="0">
              <a:buNone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white box on a white background&#10;&#10;Description automatically generated">
            <a:extLst>
              <a:ext uri="{FF2B5EF4-FFF2-40B4-BE49-F238E27FC236}">
                <a16:creationId xmlns:a16="http://schemas.microsoft.com/office/drawing/2014/main" id="{23F0CC48-C515-81AD-291D-1318C347A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209800"/>
            <a:ext cx="2865603" cy="2048171"/>
          </a:xfrm>
          <a:prstGeom prst="rect">
            <a:avLst/>
          </a:prstGeom>
        </p:spPr>
      </p:pic>
      <p:pic>
        <p:nvPicPr>
          <p:cNvPr id="10" name="Picture 9" descr="A white cube on a white surface&#10;&#10;Description automatically generated">
            <a:extLst>
              <a:ext uri="{FF2B5EF4-FFF2-40B4-BE49-F238E27FC236}">
                <a16:creationId xmlns:a16="http://schemas.microsoft.com/office/drawing/2014/main" id="{033DD7D7-4B4D-A937-1E4B-72C547D643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007" y="2176272"/>
            <a:ext cx="3100405" cy="2191024"/>
          </a:xfrm>
          <a:prstGeom prst="rect">
            <a:avLst/>
          </a:prstGeom>
        </p:spPr>
      </p:pic>
      <p:pic>
        <p:nvPicPr>
          <p:cNvPr id="12" name="Picture 11" descr="A white box on a white surface&#10;&#10;Description automatically generated">
            <a:extLst>
              <a:ext uri="{FF2B5EF4-FFF2-40B4-BE49-F238E27FC236}">
                <a16:creationId xmlns:a16="http://schemas.microsoft.com/office/drawing/2014/main" id="{0234AF4C-C38C-B558-9450-E8736C861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127" y="4336005"/>
            <a:ext cx="3100404" cy="248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7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371600"/>
            <a:ext cx="693420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Group discussion about their modelling materials and themes </a:t>
            </a:r>
          </a:p>
          <a:p>
            <a:pPr marL="398463" indent="-342900">
              <a:buFont typeface="Wingdings" panose="05000000000000000000" pitchFamily="2" charset="2"/>
              <a:buChar char="Ø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 marL="398463" indent="-342900">
              <a:buFont typeface="Wingdings" panose="05000000000000000000" pitchFamily="2" charset="2"/>
              <a:buChar char="Ø"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14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408176"/>
            <a:ext cx="746760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Student presentation of chosen modelling materials and group modelling themes by Indesign.</a:t>
            </a: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 marL="398463" indent="-342900">
              <a:buFont typeface="Wingdings" panose="05000000000000000000" pitchFamily="2" charset="2"/>
              <a:buChar char="Ø"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08113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 1_74809995-9e66-46d0-afc4-980286e0ea62_win32 v2" id="{D14C1B8C-1E01-4970-914C-FBE6C81B2B2F}" vid="{E904FACB-7F70-4943-BE93-3732097E46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D7DE58-0BE1-4C71-B87C-2A79B7BE44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9C16DF-FD5D-45EB-A5D0-4ED61432363F}">
  <ds:schemaRefs>
    <ds:schemaRef ds:uri="http://schemas.microsoft.com/office/2006/documentManagement/types"/>
    <ds:schemaRef ds:uri="http://www.w3.org/XML/1998/namespace"/>
    <ds:schemaRef ds:uri="http://schemas.microsoft.com/sharepoint/v3"/>
    <ds:schemaRef ds:uri="230e9df3-be65-4c73-a93b-d1236ebd677e"/>
    <ds:schemaRef ds:uri="4f03c07c-4386-4244-9dd2-b6296b229822"/>
    <ds:schemaRef ds:uri="http://purl.org/dc/dcmitype/"/>
    <ds:schemaRef ds:uri="http://schemas.microsoft.com/office/infopath/2007/PartnerControls"/>
    <ds:schemaRef ds:uri="http://purl.org/dc/terms/"/>
    <ds:schemaRef ds:uri="59b65cf5-04c8-4211-865f-0d1019a3550b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470EB2F-9F98-4954-9465-3220BC320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{DD7C0513-73FC-471D-A1A6-A28931E39A57}74b27fa7-47d9-4b2b-80c4-7bceb511e5ed-TF74809995-9e66-46d0-afc4-980286e0ea6218f13f8d_win32</Template>
  <TotalTime>345</TotalTime>
  <Words>55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Neue Haas Grotesk Text Pro</vt:lpstr>
      <vt:lpstr>Wingdings</vt:lpstr>
      <vt:lpstr>Dune</vt:lpstr>
      <vt:lpstr>Individual Activity </vt:lpstr>
      <vt:lpstr>Group Activity </vt:lpstr>
      <vt:lpstr>Group Activity </vt:lpstr>
      <vt:lpstr>Group Activity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Activity</dc:title>
  <dc:creator>Mina Ranjbaran</dc:creator>
  <cp:lastModifiedBy>Mina Ranjbaran</cp:lastModifiedBy>
  <cp:revision>42</cp:revision>
  <dcterms:created xsi:type="dcterms:W3CDTF">2026-09-28T00:05:01Z</dcterms:created>
  <dcterms:modified xsi:type="dcterms:W3CDTF">2026-10-05T00:10:21Z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d7dc88d9-fa17-47eb-a208-3e66f59d50e5_Enabled">
    <vt:lpwstr>true</vt:lpwstr>
  </property>
  <property fmtid="{D5CDD505-2E9C-101B-9397-08002B2CF9AE}" pid="5" name="MSIP_Label_d7dc88d9-fa17-47eb-a208-3e66f59d50e5_SetDate">
    <vt:lpwstr>2026-09-28T00:05:01Z</vt:lpwstr>
  </property>
  <property fmtid="{D5CDD505-2E9C-101B-9397-08002B2CF9AE}" pid="6" name="MSIP_Label_d7dc88d9-fa17-47eb-a208-3e66f59d50e5_Method">
    <vt:lpwstr>Standard</vt:lpwstr>
  </property>
  <property fmtid="{D5CDD505-2E9C-101B-9397-08002B2CF9AE}" pid="7" name="MSIP_Label_d7dc88d9-fa17-47eb-a208-3e66f59d50e5_Name">
    <vt:lpwstr>Internal</vt:lpwstr>
  </property>
  <property fmtid="{D5CDD505-2E9C-101B-9397-08002B2CF9AE}" pid="8" name="MSIP_Label_d7dc88d9-fa17-47eb-a208-3e66f59d50e5_SiteId">
    <vt:lpwstr>d51ba343-9258-4ea6-9907-426d8c84ec12</vt:lpwstr>
  </property>
  <property fmtid="{D5CDD505-2E9C-101B-9397-08002B2CF9AE}" pid="9" name="MSIP_Label_d7dc88d9-fa17-47eb-a208-3e66f59d50e5_ActionId">
    <vt:lpwstr>31b5f632-2cfe-4999-a8b5-3283991bd1bc</vt:lpwstr>
  </property>
  <property fmtid="{D5CDD505-2E9C-101B-9397-08002B2CF9AE}" pid="10" name="MSIP_Label_d7dc88d9-fa17-47eb-a208-3e66f59d50e5_ContentBits">
    <vt:lpwstr>0</vt:lpwstr>
  </property>
</Properties>
</file>