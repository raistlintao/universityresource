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1" r:id="rId4"/>
    <p:sldId id="262" r:id="rId5"/>
    <p:sldId id="25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7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45F30-F4E5-C20F-3A09-6B1F7FB9A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723424"/>
            <a:ext cx="6815669" cy="1515533"/>
          </a:xfrm>
        </p:spPr>
        <p:txBody>
          <a:bodyPr/>
          <a:lstStyle/>
          <a:p>
            <a:r>
              <a:rPr lang="en-US" sz="5000" dirty="0"/>
              <a:t>Sustainable Housing - UK</a:t>
            </a:r>
            <a:endParaRPr lang="en-AU" sz="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DA388-10EF-9EB1-ECAE-8B8B9F65A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815669" cy="1659992"/>
          </a:xfrm>
        </p:spPr>
        <p:txBody>
          <a:bodyPr>
            <a:normAutofit fontScale="92500" lnSpcReduction="20000"/>
          </a:bodyPr>
          <a:lstStyle/>
          <a:p>
            <a:r>
              <a:rPr lang="en-US" sz="3800" dirty="0"/>
              <a:t>Shawm House </a:t>
            </a:r>
          </a:p>
          <a:p>
            <a:r>
              <a:rPr lang="en-US" dirty="0"/>
              <a:t>(D. Martini s8097697) </a:t>
            </a:r>
          </a:p>
          <a:p>
            <a:r>
              <a:rPr lang="en-US" dirty="0"/>
              <a:t>Architect: Mawson Kerr    </a:t>
            </a:r>
          </a:p>
          <a:p>
            <a:r>
              <a:rPr lang="en-US" dirty="0"/>
              <a:t>Size: 274 m2    Completed: 2017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455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5320-2CD1-89E4-1769-D3685E1BB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Shawm House - Reflection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3E87C0-3B74-78D9-BDAB-45C3B8ABB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1" y="3031064"/>
            <a:ext cx="4248860" cy="304799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dirty="0"/>
              <a:t>Sustainable Housing has been chosen as the group theme with each team member selecting case studies from differing countries to demonstrate how sustainable methodologies have been adopted internationally. </a:t>
            </a:r>
          </a:p>
          <a:p>
            <a:pPr algn="l"/>
            <a:r>
              <a:rPr lang="en-US" dirty="0"/>
              <a:t>Shawm House is located in the United Kingdom and consists of a new build which incorporates an existing stone stable and stone wall. Passivhaus principles have been employed and the result is a well designed and highly energy efficient home. Featuring rainwater storage, triple glazed windows and doors throughout, quality insulation, a mechanical heat recovery ventilation system and a solar photovoltaic system. Materials   have been sourced locally, reducing transportation costs and greenhouse gas emissions. The home also incorporates a small elevator which serves   to future-proof the build for the retiree owners.  </a:t>
            </a:r>
          </a:p>
          <a:p>
            <a:pPr algn="l"/>
            <a:r>
              <a:rPr lang="en-US" dirty="0"/>
              <a:t>Incorporating an existing building into the new design demonstrates an important consideration to both sustainability and sustainable housing         - to preserve, not waste, existing structures and to reimagine for future use. The considered design has saved the structure from ruin while also reducing land fill.</a:t>
            </a:r>
            <a:endParaRPr lang="en-US" b="1" dirty="0">
              <a:solidFill>
                <a:srgbClr val="FF0000"/>
              </a:solidFill>
            </a:endParaRPr>
          </a:p>
          <a:p>
            <a:pPr algn="l"/>
            <a:endParaRPr lang="en-AU" dirty="0"/>
          </a:p>
        </p:txBody>
      </p:sp>
      <p:pic>
        <p:nvPicPr>
          <p:cNvPr id="4" name="Picture 3" descr="A house with a fence and grass&#10;&#10;Description automatically generated">
            <a:extLst>
              <a:ext uri="{FF2B5EF4-FFF2-40B4-BE49-F238E27FC236}">
                <a16:creationId xmlns:a16="http://schemas.microsoft.com/office/drawing/2014/main" id="{094BC2C2-2716-0FFC-8765-C5A9FAE9E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671" y="1744133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0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5320-2CD1-89E4-1769-D3685E1BB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>
                <a:solidFill>
                  <a:srgbClr val="262626"/>
                </a:solidFill>
              </a:rPr>
              <a:t>Shawm House </a:t>
            </a:r>
            <a:br>
              <a:rPr lang="en-US" dirty="0">
                <a:solidFill>
                  <a:srgbClr val="262626"/>
                </a:solidFill>
              </a:rPr>
            </a:br>
            <a:r>
              <a:rPr lang="en-US" dirty="0">
                <a:solidFill>
                  <a:srgbClr val="262626"/>
                </a:solidFill>
              </a:rPr>
              <a:t>– Hand Drawn External Perspective</a:t>
            </a:r>
          </a:p>
        </p:txBody>
      </p:sp>
      <p:pic>
        <p:nvPicPr>
          <p:cNvPr id="8" name="Picture 7" descr="A drawing of a house&#10;&#10;Description automatically generated">
            <a:extLst>
              <a:ext uri="{FF2B5EF4-FFF2-40B4-BE49-F238E27FC236}">
                <a16:creationId xmlns:a16="http://schemas.microsoft.com/office/drawing/2014/main" id="{929D8548-F642-5D18-43DC-59AA697A0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867" y="2451847"/>
            <a:ext cx="9206265" cy="377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60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5320-2CD1-89E4-1769-D3685E1BB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>
                <a:solidFill>
                  <a:srgbClr val="262626"/>
                </a:solidFill>
              </a:rPr>
              <a:t>Shawm House </a:t>
            </a:r>
            <a:br>
              <a:rPr lang="en-US" dirty="0">
                <a:solidFill>
                  <a:srgbClr val="262626"/>
                </a:solidFill>
              </a:rPr>
            </a:br>
            <a:r>
              <a:rPr lang="en-US" dirty="0">
                <a:solidFill>
                  <a:srgbClr val="262626"/>
                </a:solidFill>
              </a:rPr>
              <a:t>– Site Analysis Diagram</a:t>
            </a:r>
          </a:p>
        </p:txBody>
      </p:sp>
      <p:pic>
        <p:nvPicPr>
          <p:cNvPr id="5" name="Picture 4" descr="A diagram of a building&#10;&#10;Description automatically generated">
            <a:extLst>
              <a:ext uri="{FF2B5EF4-FFF2-40B4-BE49-F238E27FC236}">
                <a16:creationId xmlns:a16="http://schemas.microsoft.com/office/drawing/2014/main" id="{98D5A2A4-715A-B45F-962B-7EBA8E6E2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270" y="2437914"/>
            <a:ext cx="7388100" cy="379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6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FA19B-887F-8609-8F59-9319ED5E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en-US" dirty="0"/>
              <a:t>Shawm House - Model Making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879C6-0C17-5757-C190-8903A5D20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/>
          <a:lstStyle/>
          <a:p>
            <a:r>
              <a:rPr lang="en-US" dirty="0"/>
              <a:t>Materials purchased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842B4-5F74-44EF-1AA2-57145A324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Balsa wood, 50 x 300 x 3mm</a:t>
            </a:r>
          </a:p>
          <a:p>
            <a:r>
              <a:rPr lang="en-US" dirty="0"/>
              <a:t>Balsa wood, 100 x 915 x 3mm</a:t>
            </a:r>
          </a:p>
          <a:p>
            <a:r>
              <a:rPr lang="en-US" dirty="0"/>
              <a:t>Match sticks</a:t>
            </a:r>
          </a:p>
          <a:p>
            <a:r>
              <a:rPr lang="en-US" dirty="0"/>
              <a:t>Cork, 300 x 400 x 3mm</a:t>
            </a:r>
          </a:p>
          <a:p>
            <a:r>
              <a:rPr lang="en-US" dirty="0"/>
              <a:t>Timber base</a:t>
            </a:r>
          </a:p>
          <a:p>
            <a:r>
              <a:rPr lang="en-US" dirty="0"/>
              <a:t>Textured paper, optional</a:t>
            </a:r>
          </a:p>
          <a:p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97BBF0-4AB0-8152-B1B0-D8A19CBA4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/>
          <a:lstStyle/>
          <a:p>
            <a:r>
              <a:rPr lang="en-US" dirty="0"/>
              <a:t>Tools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AB45FB-1164-D994-0BDA-AC15384BB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138" y="3243263"/>
            <a:ext cx="5158422" cy="263207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Cutting mat, rulers, pencils, tweezers</a:t>
            </a:r>
          </a:p>
          <a:p>
            <a:r>
              <a:rPr lang="en-US" dirty="0"/>
              <a:t>Scalpel, </a:t>
            </a:r>
            <a:r>
              <a:rPr lang="en-US" dirty="0" err="1"/>
              <a:t>stanley</a:t>
            </a:r>
            <a:r>
              <a:rPr lang="en-US" dirty="0"/>
              <a:t> knife</a:t>
            </a:r>
          </a:p>
          <a:p>
            <a:r>
              <a:rPr lang="en-US" dirty="0"/>
              <a:t>uPVC glue, hot glue gun</a:t>
            </a:r>
          </a:p>
          <a:p>
            <a:endParaRPr lang="en-AU" dirty="0"/>
          </a:p>
          <a:p>
            <a:r>
              <a:rPr lang="en-AU" dirty="0"/>
              <a:t>Step 1 – prepare scaled floor plans and elevations</a:t>
            </a:r>
          </a:p>
          <a:p>
            <a:r>
              <a:rPr lang="en-AU" dirty="0"/>
              <a:t>Step 2 – create wall, roofing, window and detail components </a:t>
            </a:r>
          </a:p>
          <a:p>
            <a:r>
              <a:rPr lang="en-AU" dirty="0"/>
              <a:t>Step 3 – assemble and glue model</a:t>
            </a:r>
          </a:p>
          <a:p>
            <a:r>
              <a:rPr lang="en-AU" dirty="0"/>
              <a:t>Step 4 – prepare model for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948314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</TotalTime>
  <Words>313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Sustainable Housing - UK</vt:lpstr>
      <vt:lpstr>Shawm House - Reflection</vt:lpstr>
      <vt:lpstr>Shawm House  – Hand Drawn External Perspective</vt:lpstr>
      <vt:lpstr>Shawm House  – Site Analysis Diagram</vt:lpstr>
      <vt:lpstr>Shawm House - Model Making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Sustainable Housing</dc:title>
  <dc:creator>Debbie Martini</dc:creator>
  <cp:lastModifiedBy>Debbie Martini</cp:lastModifiedBy>
  <cp:revision>31</cp:revision>
  <dcterms:created xsi:type="dcterms:W3CDTF">2024-03-26T00:34:42Z</dcterms:created>
  <dcterms:modified xsi:type="dcterms:W3CDTF">2024-03-30T11:29:09Z</dcterms:modified>
</cp:coreProperties>
</file>