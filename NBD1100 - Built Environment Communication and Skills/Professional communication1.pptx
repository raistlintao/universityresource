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27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03" r:id="rId2"/>
    <p:sldId id="305" r:id="rId3"/>
    <p:sldId id="306" r:id="rId4"/>
    <p:sldId id="307" r:id="rId5"/>
    <p:sldId id="308" r:id="rId6"/>
    <p:sldId id="309" r:id="rId7"/>
    <p:sldId id="310" r:id="rId8"/>
    <p:sldId id="311" r:id="rId9"/>
    <p:sldId id="304" r:id="rId10"/>
    <p:sldId id="312" r:id="rId11"/>
    <p:sldId id="313" r:id="rId12"/>
    <p:sldId id="314" r:id="rId13"/>
    <p:sldId id="315" r:id="rId14"/>
  </p:sldIdLst>
  <p:sldSz cx="9144000" cy="6858000" type="screen4x3"/>
  <p:notesSz cx="7315200" cy="96012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0000"/>
    <a:srgbClr val="F48C02"/>
    <a:srgbClr val="00B050"/>
    <a:srgbClr val="4F81BD"/>
    <a:srgbClr val="000000"/>
    <a:srgbClr val="E8F3F8"/>
    <a:srgbClr val="E8F4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4" autoAdjust="0"/>
    <p:restoredTop sz="51953" autoAdjust="0"/>
  </p:normalViewPr>
  <p:slideViewPr>
    <p:cSldViewPr>
      <p:cViewPr varScale="1">
        <p:scale>
          <a:sx n="48" d="100"/>
          <a:sy n="48" d="100"/>
        </p:scale>
        <p:origin x="802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4" d="100"/>
          <a:sy n="84" d="100"/>
        </p:scale>
        <p:origin x="319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4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EA10E19-9C9B-495D-9B5B-722936A77A2B}" type="datetimeFigureOut">
              <a:rPr lang="en-AU" smtClean="0"/>
              <a:t>1/09/2022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F4D32AA5-84DC-4400-83E0-1F9AA0AC4B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32554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51935D9C-CD9B-45FF-86A0-67AEC7609315}" type="datetimeFigureOut">
              <a:rPr lang="en-AU" smtClean="0"/>
              <a:t>1/09/2022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F153B75-6F41-4812-AF78-2731A99DC28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73518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53B75-6F41-4812-AF78-2731A99DC286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6237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53B75-6F41-4812-AF78-2731A99DC286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9844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53B75-6F41-4812-AF78-2731A99DC286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7508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53B75-6F41-4812-AF78-2731A99DC286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3260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53B75-6F41-4812-AF78-2731A99DC286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4716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53B75-6F41-4812-AF78-2731A99DC286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43129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153B75-6F41-4812-AF78-2731A99DC286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8327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GB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1110FA-B156-4C31-970E-7208C13D1E37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09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GB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633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786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1110FA-B156-4C31-970E-7208C13D1E37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6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GB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GB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1110FA-B156-4C31-970E-7208C13D1E37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1954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GB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GB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6538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247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9400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GB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4878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171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GB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1110FA-B156-4C31-970E-7208C13D1E37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936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GB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GB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1110FA-B156-4C31-970E-7208C13D1E37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8803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130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1BBFFC7-5AFF-4374-B478-E246B74FFF84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2A403D9-1EF9-4D83-8F99-27C64A2CC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038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1BBFFC7-5AFF-4374-B478-E246B74FFF84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2A403D9-1EF9-4D83-8F99-27C64A2CC18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427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eam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icture Placeholder 7"/>
          <p:cNvSpPr>
            <a:spLocks noGrp="1"/>
          </p:cNvSpPr>
          <p:nvPr>
            <p:ph type="pic" sz="quarter" idx="53" hasCustomPrompt="1"/>
          </p:nvPr>
        </p:nvSpPr>
        <p:spPr>
          <a:xfrm>
            <a:off x="705637" y="2026581"/>
            <a:ext cx="1693164" cy="2257552"/>
          </a:xfrm>
          <a:prstGeom prst="ellipse">
            <a:avLst/>
          </a:prstGeom>
          <a:ln w="762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tIns="0" bIns="274320" anchor="b"/>
          <a:lstStyle>
            <a:lvl1pPr algn="ctr" rtl="0">
              <a:buNone/>
              <a:defRPr sz="1000" b="1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1" name="Text Placeholder 3"/>
          <p:cNvSpPr>
            <a:spLocks noGrp="1"/>
          </p:cNvSpPr>
          <p:nvPr>
            <p:ph type="body" sz="half" idx="37"/>
          </p:nvPr>
        </p:nvSpPr>
        <p:spPr>
          <a:xfrm>
            <a:off x="752119" y="4893524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32" name="Text Placeholder 3"/>
          <p:cNvSpPr>
            <a:spLocks noGrp="1"/>
          </p:cNvSpPr>
          <p:nvPr>
            <p:ph type="body" sz="half" idx="50"/>
          </p:nvPr>
        </p:nvSpPr>
        <p:spPr>
          <a:xfrm>
            <a:off x="637819" y="5199369"/>
            <a:ext cx="1828800" cy="114604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 rtl="0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algn="ctr"/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Text Placeholder 3"/>
          <p:cNvSpPr>
            <a:spLocks noGrp="1"/>
          </p:cNvSpPr>
          <p:nvPr>
            <p:ph type="body" sz="half" idx="51"/>
          </p:nvPr>
        </p:nvSpPr>
        <p:spPr>
          <a:xfrm>
            <a:off x="752119" y="4591520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rtl="0">
              <a:buNone/>
              <a:defRPr sz="1400" b="1" baseline="0">
                <a:solidFill>
                  <a:schemeClr val="accent1"/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34" name="Picture Placeholder 7"/>
          <p:cNvSpPr>
            <a:spLocks noGrp="1"/>
          </p:cNvSpPr>
          <p:nvPr>
            <p:ph type="pic" sz="quarter" idx="54" hasCustomPrompt="1"/>
          </p:nvPr>
        </p:nvSpPr>
        <p:spPr>
          <a:xfrm>
            <a:off x="2716273" y="2026581"/>
            <a:ext cx="1693164" cy="2257552"/>
          </a:xfrm>
          <a:prstGeom prst="ellipse">
            <a:avLst/>
          </a:prstGeom>
          <a:ln w="762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tIns="0" bIns="274320" anchor="b"/>
          <a:lstStyle>
            <a:lvl1pPr algn="ctr" rtl="0">
              <a:buNone/>
              <a:defRPr sz="1000" b="1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5" name="Text Placeholder 3"/>
          <p:cNvSpPr>
            <a:spLocks noGrp="1"/>
          </p:cNvSpPr>
          <p:nvPr>
            <p:ph type="body" sz="half" idx="55"/>
          </p:nvPr>
        </p:nvSpPr>
        <p:spPr>
          <a:xfrm>
            <a:off x="2762755" y="4893524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36" name="Text Placeholder 3"/>
          <p:cNvSpPr>
            <a:spLocks noGrp="1"/>
          </p:cNvSpPr>
          <p:nvPr>
            <p:ph type="body" sz="half" idx="56"/>
          </p:nvPr>
        </p:nvSpPr>
        <p:spPr>
          <a:xfrm>
            <a:off x="2648455" y="5199369"/>
            <a:ext cx="1828800" cy="114604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 rtl="0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algn="ctr"/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7" name="Text Placeholder 3"/>
          <p:cNvSpPr>
            <a:spLocks noGrp="1"/>
          </p:cNvSpPr>
          <p:nvPr>
            <p:ph type="body" sz="half" idx="57"/>
          </p:nvPr>
        </p:nvSpPr>
        <p:spPr>
          <a:xfrm>
            <a:off x="2762755" y="4591520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rtl="0">
              <a:buNone/>
              <a:defRPr sz="1400" b="1" baseline="0">
                <a:solidFill>
                  <a:schemeClr val="accent2"/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38" name="Picture Placeholder 7"/>
          <p:cNvSpPr>
            <a:spLocks noGrp="1"/>
          </p:cNvSpPr>
          <p:nvPr>
            <p:ph type="pic" sz="quarter" idx="58" hasCustomPrompt="1"/>
          </p:nvPr>
        </p:nvSpPr>
        <p:spPr>
          <a:xfrm>
            <a:off x="4726909" y="2026581"/>
            <a:ext cx="1693164" cy="2257552"/>
          </a:xfrm>
          <a:prstGeom prst="ellipse">
            <a:avLst/>
          </a:prstGeom>
          <a:ln w="762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tIns="0" bIns="274320" anchor="b"/>
          <a:lstStyle>
            <a:lvl1pPr algn="ctr" rtl="0">
              <a:buNone/>
              <a:defRPr sz="1000" b="1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9" name="Text Placeholder 3"/>
          <p:cNvSpPr>
            <a:spLocks noGrp="1"/>
          </p:cNvSpPr>
          <p:nvPr>
            <p:ph type="body" sz="half" idx="59"/>
          </p:nvPr>
        </p:nvSpPr>
        <p:spPr>
          <a:xfrm>
            <a:off x="4773391" y="4893524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40" name="Text Placeholder 3"/>
          <p:cNvSpPr>
            <a:spLocks noGrp="1"/>
          </p:cNvSpPr>
          <p:nvPr>
            <p:ph type="body" sz="half" idx="60"/>
          </p:nvPr>
        </p:nvSpPr>
        <p:spPr>
          <a:xfrm>
            <a:off x="4659091" y="5199369"/>
            <a:ext cx="1828800" cy="114604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 rtl="0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algn="ctr"/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1" name="Text Placeholder 3"/>
          <p:cNvSpPr>
            <a:spLocks noGrp="1"/>
          </p:cNvSpPr>
          <p:nvPr>
            <p:ph type="body" sz="half" idx="61"/>
          </p:nvPr>
        </p:nvSpPr>
        <p:spPr>
          <a:xfrm>
            <a:off x="4773391" y="4591520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rtl="0">
              <a:buNone/>
              <a:defRPr sz="1400" b="1" baseline="0">
                <a:solidFill>
                  <a:schemeClr val="accent3"/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42" name="Picture Placeholder 7"/>
          <p:cNvSpPr>
            <a:spLocks noGrp="1"/>
          </p:cNvSpPr>
          <p:nvPr>
            <p:ph type="pic" sz="quarter" idx="62" hasCustomPrompt="1"/>
          </p:nvPr>
        </p:nvSpPr>
        <p:spPr>
          <a:xfrm>
            <a:off x="6737546" y="2026581"/>
            <a:ext cx="1693164" cy="2257552"/>
          </a:xfrm>
          <a:prstGeom prst="ellipse">
            <a:avLst/>
          </a:prstGeom>
          <a:ln w="76200">
            <a:solidFill>
              <a:schemeClr val="bg1">
                <a:lumMod val="6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tIns="0" bIns="274320" anchor="b"/>
          <a:lstStyle>
            <a:lvl1pPr algn="ctr" rtl="0">
              <a:buNone/>
              <a:defRPr sz="1000" b="1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43" name="Text Placeholder 3"/>
          <p:cNvSpPr>
            <a:spLocks noGrp="1"/>
          </p:cNvSpPr>
          <p:nvPr>
            <p:ph type="body" sz="half" idx="63"/>
          </p:nvPr>
        </p:nvSpPr>
        <p:spPr>
          <a:xfrm>
            <a:off x="6784028" y="4893524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44" name="Text Placeholder 3"/>
          <p:cNvSpPr>
            <a:spLocks noGrp="1"/>
          </p:cNvSpPr>
          <p:nvPr>
            <p:ph type="body" sz="half" idx="64"/>
          </p:nvPr>
        </p:nvSpPr>
        <p:spPr>
          <a:xfrm>
            <a:off x="6669728" y="5199369"/>
            <a:ext cx="1828800" cy="1146048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 rtl="0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algn="ctr"/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5" name="Text Placeholder 3"/>
          <p:cNvSpPr>
            <a:spLocks noGrp="1"/>
          </p:cNvSpPr>
          <p:nvPr>
            <p:ph type="body" sz="half" idx="65"/>
          </p:nvPr>
        </p:nvSpPr>
        <p:spPr>
          <a:xfrm>
            <a:off x="6784028" y="4591520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 rtl="0">
              <a:buNone/>
              <a:defRPr sz="1400" b="1" baseline="0">
                <a:solidFill>
                  <a:schemeClr val="accent4"/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928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500"/>
                            </p:stCondLst>
                            <p:childTnLst>
                              <p:par>
                                <p:cTn id="68" presetID="2" presetClass="entr" presetSubtype="4" accel="50000" decel="5000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  <p:bldP spid="31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animBg="1"/>
      <p:bldP spid="39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4" accel="50000" decel="5000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0" presetClass="entr" presetSubtype="0" fill="hold" nodeType="after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17871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Image Lay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60481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eam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 bwMode="auto">
          <a:xfrm>
            <a:off x="4175" y="950558"/>
            <a:ext cx="9155430" cy="5569381"/>
          </a:xfrm>
          <a:prstGeom prst="rect">
            <a:avLst/>
          </a:prstGeom>
          <a:solidFill>
            <a:srgbClr val="2F5698">
              <a:alpha val="75000"/>
            </a:srgbClr>
          </a:solidFill>
          <a:ln w="6350">
            <a:noFill/>
            <a:round/>
            <a:headEnd/>
            <a:tailEnd/>
          </a:ln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7" name="Text Placeholder 3"/>
          <p:cNvSpPr>
            <a:spLocks noGrp="1"/>
          </p:cNvSpPr>
          <p:nvPr userDrawn="1">
            <p:ph type="body" sz="half" idx="51"/>
          </p:nvPr>
        </p:nvSpPr>
        <p:spPr>
          <a:xfrm>
            <a:off x="923925" y="1905653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 rtl="0"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118" name="Text Placeholder 3"/>
          <p:cNvSpPr>
            <a:spLocks noGrp="1"/>
          </p:cNvSpPr>
          <p:nvPr userDrawn="1">
            <p:ph type="body" sz="half" idx="57"/>
          </p:nvPr>
        </p:nvSpPr>
        <p:spPr>
          <a:xfrm>
            <a:off x="6610350" y="1905653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 rtl="0"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122" name="Picture Placeholder 7"/>
          <p:cNvSpPr>
            <a:spLocks noGrp="1"/>
          </p:cNvSpPr>
          <p:nvPr>
            <p:ph type="pic" sz="quarter" idx="53" hasCustomPrompt="1"/>
          </p:nvPr>
        </p:nvSpPr>
        <p:spPr>
          <a:xfrm>
            <a:off x="2797918" y="1648944"/>
            <a:ext cx="1693164" cy="2257552"/>
          </a:xfrm>
          <a:prstGeom prst="ellipse">
            <a:avLst/>
          </a:prstGeom>
          <a:ln w="57150"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txBody>
          <a:bodyPr wrap="none" tIns="0" bIns="274320" anchor="b"/>
          <a:lstStyle>
            <a:lvl1pPr algn="ctr" rtl="0">
              <a:buNone/>
              <a:defRPr sz="1000" b="1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23" name="Picture Placeholder 7"/>
          <p:cNvSpPr>
            <a:spLocks noGrp="1"/>
          </p:cNvSpPr>
          <p:nvPr>
            <p:ph type="pic" sz="quarter" idx="58" hasCustomPrompt="1"/>
          </p:nvPr>
        </p:nvSpPr>
        <p:spPr>
          <a:xfrm>
            <a:off x="4652918" y="1648944"/>
            <a:ext cx="1693164" cy="2257552"/>
          </a:xfrm>
          <a:prstGeom prst="ellipse">
            <a:avLst/>
          </a:prstGeom>
          <a:ln w="57150"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txBody>
          <a:bodyPr wrap="none" tIns="0" bIns="274320" anchor="b"/>
          <a:lstStyle>
            <a:lvl1pPr algn="ctr" rtl="0">
              <a:buNone/>
              <a:defRPr sz="1000" b="1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98" name="Text Placeholder 3"/>
          <p:cNvSpPr>
            <a:spLocks noGrp="1"/>
          </p:cNvSpPr>
          <p:nvPr>
            <p:ph type="body" sz="half" idx="59"/>
          </p:nvPr>
        </p:nvSpPr>
        <p:spPr>
          <a:xfrm>
            <a:off x="923925" y="4384863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r" rtl="0"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199" name="Text Placeholder 3"/>
          <p:cNvSpPr>
            <a:spLocks noGrp="1"/>
          </p:cNvSpPr>
          <p:nvPr>
            <p:ph type="body" sz="half" idx="60"/>
          </p:nvPr>
        </p:nvSpPr>
        <p:spPr>
          <a:xfrm>
            <a:off x="6610350" y="4384863"/>
            <a:ext cx="1600200" cy="25704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l" rtl="0"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endParaRPr lang="en-US" dirty="0"/>
          </a:p>
        </p:txBody>
      </p:sp>
      <p:sp>
        <p:nvSpPr>
          <p:cNvPr id="200" name="Picture Placeholder 7"/>
          <p:cNvSpPr>
            <a:spLocks noGrp="1"/>
          </p:cNvSpPr>
          <p:nvPr>
            <p:ph type="pic" sz="quarter" idx="61" hasCustomPrompt="1"/>
          </p:nvPr>
        </p:nvSpPr>
        <p:spPr>
          <a:xfrm>
            <a:off x="2797918" y="4128153"/>
            <a:ext cx="1693164" cy="2257552"/>
          </a:xfrm>
          <a:prstGeom prst="ellipse">
            <a:avLst/>
          </a:prstGeom>
          <a:ln w="57150"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txBody>
          <a:bodyPr wrap="none" tIns="0" bIns="274320" anchor="b"/>
          <a:lstStyle>
            <a:lvl1pPr algn="ctr" rtl="0">
              <a:buNone/>
              <a:defRPr sz="1000" b="1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201" name="Picture Placeholder 7"/>
          <p:cNvSpPr>
            <a:spLocks noGrp="1"/>
          </p:cNvSpPr>
          <p:nvPr>
            <p:ph type="pic" sz="quarter" idx="62" hasCustomPrompt="1"/>
          </p:nvPr>
        </p:nvSpPr>
        <p:spPr>
          <a:xfrm>
            <a:off x="4652918" y="4128153"/>
            <a:ext cx="1693164" cy="2257552"/>
          </a:xfrm>
          <a:prstGeom prst="ellipse">
            <a:avLst/>
          </a:prstGeom>
          <a:ln w="57150">
            <a:solidFill>
              <a:schemeClr val="bg1">
                <a:lumMod val="65000"/>
              </a:schemeClr>
            </a:solidFill>
          </a:ln>
          <a:effectLst>
            <a:innerShdw blurRad="114300">
              <a:prstClr val="black"/>
            </a:innerShdw>
          </a:effectLst>
        </p:spPr>
        <p:txBody>
          <a:bodyPr wrap="none" tIns="0" bIns="274320" anchor="b"/>
          <a:lstStyle>
            <a:lvl1pPr algn="ctr" rtl="0">
              <a:buNone/>
              <a:defRPr sz="1000" b="1" i="1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868285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22" grpId="0" animBg="1"/>
      <p:bldP spid="123" grpId="0" animBg="1"/>
      <p:bldP spid="200" grpId="0" animBg="1"/>
      <p:bldP spid="201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102112" y="6286016"/>
            <a:ext cx="413239" cy="365125"/>
          </a:xfrm>
          <a:prstGeom prst="rect">
            <a:avLst/>
          </a:prstGeom>
        </p:spPr>
        <p:txBody>
          <a:bodyPr/>
          <a:lstStyle/>
          <a:p>
            <a:fld id="{C73A5C34-6B76-4AF1-BC39-A0EE85CE817B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Рисунок 3"/>
          <p:cNvSpPr>
            <a:spLocks noGrp="1"/>
          </p:cNvSpPr>
          <p:nvPr>
            <p:ph type="pic" sz="quarter" idx="16"/>
          </p:nvPr>
        </p:nvSpPr>
        <p:spPr>
          <a:xfrm>
            <a:off x="6659165" y="1721785"/>
            <a:ext cx="1856184" cy="24733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3"/>
          </p:nvPr>
        </p:nvSpPr>
        <p:spPr>
          <a:xfrm>
            <a:off x="715566" y="1721786"/>
            <a:ext cx="1856184" cy="24733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Рисунок 3"/>
          <p:cNvSpPr>
            <a:spLocks noGrp="1"/>
          </p:cNvSpPr>
          <p:nvPr>
            <p:ph type="pic" sz="quarter" idx="14"/>
          </p:nvPr>
        </p:nvSpPr>
        <p:spPr>
          <a:xfrm>
            <a:off x="2696767" y="1721785"/>
            <a:ext cx="1856184" cy="24733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Рисунок 3"/>
          <p:cNvSpPr>
            <a:spLocks noGrp="1"/>
          </p:cNvSpPr>
          <p:nvPr>
            <p:ph type="pic" sz="quarter" idx="15"/>
          </p:nvPr>
        </p:nvSpPr>
        <p:spPr>
          <a:xfrm>
            <a:off x="4677967" y="1721786"/>
            <a:ext cx="1856184" cy="24733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98823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1097281" y="1758206"/>
            <a:ext cx="2437794" cy="42701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insert your image here !</a:t>
            </a:r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5608927" y="1758206"/>
            <a:ext cx="2437794" cy="42701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algn="ctr" rtl="0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insert your image here !</a:t>
            </a: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3258582" y="1438847"/>
            <a:ext cx="2735941" cy="49089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t"/>
          <a:lstStyle>
            <a:lvl1pPr algn="ctr" rtl="0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insert your image here !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250257" y="356629"/>
            <a:ext cx="8643486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0258" y="825951"/>
            <a:ext cx="8643485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5486343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/>
          <p:cNvSpPr>
            <a:spLocks noGrp="1"/>
          </p:cNvSpPr>
          <p:nvPr>
            <p:ph type="pic" sz="quarter" idx="10" hasCustomPrompt="1"/>
          </p:nvPr>
        </p:nvSpPr>
        <p:spPr>
          <a:xfrm>
            <a:off x="654060" y="1680135"/>
            <a:ext cx="1887010" cy="4390199"/>
          </a:xfrm>
          <a:prstGeom prst="downArrowCallout">
            <a:avLst>
              <a:gd name="adj1" fmla="val 15820"/>
              <a:gd name="adj2" fmla="val 7910"/>
              <a:gd name="adj3" fmla="val 7060"/>
              <a:gd name="adj4" fmla="val 95221"/>
            </a:avLst>
          </a:prstGeom>
          <a:solidFill>
            <a:schemeClr val="bg1">
              <a:lumMod val="95000"/>
            </a:schemeClr>
          </a:solidFill>
        </p:spPr>
        <p:txBody>
          <a:bodyPr anchor="b"/>
          <a:lstStyle>
            <a:lvl1pPr algn="ctr">
              <a:buNone/>
              <a:defRPr sz="1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insert your image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50257" y="356629"/>
            <a:ext cx="8643486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0258" y="825951"/>
            <a:ext cx="8643485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9205101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74536" y="1488611"/>
            <a:ext cx="1354706" cy="1805853"/>
          </a:xfrm>
          <a:prstGeom prst="roundRect">
            <a:avLst>
              <a:gd name="adj" fmla="val 11041"/>
            </a:avLst>
          </a:prstGeom>
          <a:ln w="28575">
            <a:solidFill>
              <a:schemeClr val="accent1"/>
            </a:solidFill>
          </a:ln>
        </p:spPr>
        <p:txBody>
          <a:bodyPr anchor="b"/>
          <a:lstStyle>
            <a:lvl1pPr algn="ctr">
              <a:buNone/>
              <a:defRPr sz="1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1917859" y="1488611"/>
            <a:ext cx="1354706" cy="1805853"/>
          </a:xfrm>
          <a:prstGeom prst="roundRect">
            <a:avLst>
              <a:gd name="adj" fmla="val 13151"/>
            </a:avLst>
          </a:prstGeom>
          <a:ln w="28575">
            <a:solidFill>
              <a:schemeClr val="accent2"/>
            </a:solidFill>
          </a:ln>
        </p:spPr>
        <p:txBody>
          <a:bodyPr anchor="b"/>
          <a:lstStyle>
            <a:lvl1pPr algn="ctr">
              <a:buNone/>
              <a:defRPr sz="1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3461182" y="1488611"/>
            <a:ext cx="1354706" cy="1805853"/>
          </a:xfrm>
          <a:prstGeom prst="roundRect">
            <a:avLst>
              <a:gd name="adj" fmla="val 11744"/>
            </a:avLst>
          </a:prstGeom>
          <a:ln w="28575">
            <a:solidFill>
              <a:schemeClr val="accent3"/>
            </a:solidFill>
          </a:ln>
        </p:spPr>
        <p:txBody>
          <a:bodyPr anchor="b"/>
          <a:lstStyle>
            <a:lvl1pPr algn="ctr">
              <a:buNone/>
              <a:defRPr sz="1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5006193" y="1488611"/>
            <a:ext cx="1354706" cy="1805853"/>
          </a:xfrm>
          <a:prstGeom prst="roundRect">
            <a:avLst>
              <a:gd name="adj" fmla="val 7524"/>
            </a:avLst>
          </a:prstGeom>
          <a:ln w="28575">
            <a:solidFill>
              <a:schemeClr val="accent4"/>
            </a:solidFill>
          </a:ln>
        </p:spPr>
        <p:txBody>
          <a:bodyPr anchor="b"/>
          <a:lstStyle>
            <a:lvl1pPr algn="ctr">
              <a:buNone/>
              <a:defRPr sz="1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50257" y="356629"/>
            <a:ext cx="8643486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0258" y="825951"/>
            <a:ext cx="8643485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3737266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 bwMode="auto">
          <a:xfrm>
            <a:off x="0" y="1223493"/>
            <a:ext cx="9144000" cy="5634507"/>
          </a:xfrm>
          <a:prstGeom prst="rect">
            <a:avLst/>
          </a:prstGeom>
          <a:solidFill>
            <a:srgbClr val="2F5698">
              <a:alpha val="75000"/>
            </a:srgbClr>
          </a:solidFill>
          <a:ln w="6350">
            <a:noFill/>
            <a:round/>
            <a:headEnd/>
            <a:tailEnd/>
          </a:ln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/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6" hasCustomPrompt="1"/>
          </p:nvPr>
        </p:nvSpPr>
        <p:spPr>
          <a:xfrm>
            <a:off x="622167" y="1420306"/>
            <a:ext cx="7899668" cy="3293099"/>
          </a:xfrm>
          <a:prstGeom prst="rect">
            <a:avLst/>
          </a:prstGeom>
          <a:ln w="76200" cap="sq">
            <a:solidFill>
              <a:schemeClr val="bg1">
                <a:lumMod val="85000"/>
              </a:schemeClr>
            </a:solidFill>
            <a:miter lim="800000"/>
          </a:ln>
          <a:effectLst/>
          <a:scene3d>
            <a:camera prst="orthographicFront"/>
            <a:lightRig rig="threePt" dir="t"/>
          </a:scene3d>
          <a:sp3d extrusionH="171450">
            <a:extrusionClr>
              <a:schemeClr val="tx1">
                <a:lumMod val="65000"/>
                <a:lumOff val="35000"/>
              </a:schemeClr>
            </a:extrusionClr>
          </a:sp3d>
        </p:spPr>
        <p:txBody>
          <a:bodyPr bIns="731520" anchor="b"/>
          <a:lstStyle>
            <a:lvl1pPr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 hasCustomPrompt="1"/>
          </p:nvPr>
        </p:nvSpPr>
        <p:spPr>
          <a:xfrm>
            <a:off x="1579136" y="3494984"/>
            <a:ext cx="1755594" cy="2344787"/>
          </a:xfrm>
          <a:prstGeom prst="ellipse">
            <a:avLst/>
          </a:prstGeom>
          <a:ln w="76200" cap="sq">
            <a:solidFill>
              <a:schemeClr val="bg1">
                <a:lumMod val="85000"/>
              </a:schemeClr>
            </a:solidFill>
            <a:miter lim="800000"/>
          </a:ln>
          <a:effectLst>
            <a:innerShdw blurRad="114300">
              <a:schemeClr val="bg1"/>
            </a:innerShdw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 extrusionH="165100"/>
        </p:spPr>
        <p:txBody>
          <a:bodyPr wrap="none" bIns="274320" anchor="b"/>
          <a:lstStyle>
            <a:lvl1pPr algn="ctr" rtl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8" hasCustomPrompt="1"/>
          </p:nvPr>
        </p:nvSpPr>
        <p:spPr>
          <a:xfrm>
            <a:off x="3674636" y="3494984"/>
            <a:ext cx="1755594" cy="2344787"/>
          </a:xfrm>
          <a:prstGeom prst="ellipse">
            <a:avLst/>
          </a:prstGeom>
          <a:ln w="76200" cap="sq">
            <a:solidFill>
              <a:schemeClr val="bg1">
                <a:lumMod val="85000"/>
              </a:schemeClr>
            </a:solidFill>
            <a:miter lim="800000"/>
          </a:ln>
          <a:effectLst>
            <a:innerShdw blurRad="114300">
              <a:schemeClr val="bg1"/>
            </a:innerShdw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 extrusionH="165100"/>
        </p:spPr>
        <p:txBody>
          <a:bodyPr wrap="none" bIns="274320" anchor="b"/>
          <a:lstStyle>
            <a:lvl1pPr algn="ctr" rtl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9" hasCustomPrompt="1"/>
          </p:nvPr>
        </p:nvSpPr>
        <p:spPr>
          <a:xfrm>
            <a:off x="5770136" y="3494984"/>
            <a:ext cx="1755594" cy="2344787"/>
          </a:xfrm>
          <a:prstGeom prst="ellipse">
            <a:avLst/>
          </a:prstGeom>
          <a:ln w="76200" cap="sq">
            <a:solidFill>
              <a:schemeClr val="bg1">
                <a:lumMod val="85000"/>
              </a:schemeClr>
            </a:solidFill>
            <a:miter lim="800000"/>
          </a:ln>
          <a:effectLst>
            <a:innerShdw blurRad="114300">
              <a:schemeClr val="bg1"/>
            </a:innerShdw>
            <a:reflection blurRad="6350" stA="52000" endA="300" endPos="35000" dir="5400000" sy="-100000" algn="bl" rotWithShape="0"/>
          </a:effectLst>
          <a:scene3d>
            <a:camera prst="orthographicFront"/>
            <a:lightRig rig="threePt" dir="t"/>
          </a:scene3d>
          <a:sp3d extrusionH="165100"/>
        </p:spPr>
        <p:txBody>
          <a:bodyPr wrap="none" bIns="274320" anchor="b"/>
          <a:lstStyle>
            <a:lvl1pPr algn="ctr" rtl="0">
              <a:buNone/>
              <a:defRPr sz="10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104089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7" grpId="0" animBg="1"/>
      <p:bldP spid="18" grpId="0" animBg="1"/>
      <p:bldP spid="19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1BBFFC7-5AFF-4374-B478-E246B74FFF84}" type="datetimeFigureOut">
              <a:rPr lang="en-US" smtClean="0"/>
              <a:t>9/1/2022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2A403D9-1EF9-4D83-8F99-27C64A2CC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60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eam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1"/>
          </p:cNvSpPr>
          <p:nvPr>
            <p:ph type="title" hasCustomPrompt="1"/>
          </p:nvPr>
        </p:nvSpPr>
        <p:spPr>
          <a:xfrm>
            <a:off x="2350353" y="377481"/>
            <a:ext cx="4443296" cy="413483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271838" y="837240"/>
            <a:ext cx="2600325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44" hasCustomPrompt="1"/>
          </p:nvPr>
        </p:nvSpPr>
        <p:spPr>
          <a:xfrm>
            <a:off x="665034" y="1696827"/>
            <a:ext cx="2020948" cy="2694597"/>
          </a:xfrm>
          <a:prstGeom prst="roundRect">
            <a:avLst>
              <a:gd name="adj" fmla="val 12935"/>
            </a:avLst>
          </a:prstGeom>
          <a:ln w="3175">
            <a:solidFill>
              <a:schemeClr val="bg1">
                <a:lumMod val="85000"/>
              </a:schemeClr>
            </a:solidFill>
          </a:ln>
        </p:spPr>
        <p:txBody>
          <a:bodyPr wrap="none" tIns="0" bIns="274320" anchor="b"/>
          <a:lstStyle>
            <a:lvl1pPr algn="ctr" rtl="0">
              <a:buNone/>
              <a:defRPr sz="14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Icon To Add Image </a:t>
            </a:r>
          </a:p>
        </p:txBody>
      </p:sp>
    </p:spTree>
    <p:extLst>
      <p:ext uri="{BB962C8B-B14F-4D97-AF65-F5344CB8AC3E}">
        <p14:creationId xmlns:p14="http://schemas.microsoft.com/office/powerpoint/2010/main" val="247771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empty_p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1"/>
          </p:cNvSpPr>
          <p:nvPr>
            <p:ph type="title" hasCustomPrompt="1"/>
          </p:nvPr>
        </p:nvSpPr>
        <p:spPr>
          <a:xfrm>
            <a:off x="2190750" y="266701"/>
            <a:ext cx="4762500" cy="558843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800" b="1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271838" y="837240"/>
            <a:ext cx="2600325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600" b="1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3171105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ree 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1"/>
          </p:cNvSpPr>
          <p:nvPr>
            <p:ph type="title" hasCustomPrompt="1"/>
          </p:nvPr>
        </p:nvSpPr>
        <p:spPr>
          <a:xfrm>
            <a:off x="250257" y="356629"/>
            <a:ext cx="8643486" cy="47136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algn="ctr">
              <a:defRPr sz="2400" b="1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50258" y="825951"/>
            <a:ext cx="8643485" cy="267661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200" b="1" i="0" baseline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Subtext Goes Here</a:t>
            </a:r>
          </a:p>
        </p:txBody>
      </p:sp>
      <p:sp>
        <p:nvSpPr>
          <p:cNvPr id="4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1110FA-B156-4C31-970E-7208C13D1E37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A944BC-61D4-48B0-97A0-07CFCBEAA196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2" descr="Image result for building constructio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465" y="404664"/>
            <a:ext cx="7596335" cy="522248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650"/>
          <a:stretch/>
        </p:blipFill>
        <p:spPr>
          <a:xfrm>
            <a:off x="0" y="4365104"/>
            <a:ext cx="9143999" cy="2492896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0"/>
            <a:ext cx="9144000" cy="5627144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02625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771525" y="1485902"/>
            <a:ext cx="1866900" cy="2576848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4"/>
          </p:nvPr>
        </p:nvSpPr>
        <p:spPr>
          <a:xfrm>
            <a:off x="2705101" y="1485902"/>
            <a:ext cx="1866900" cy="2576848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6" name="Рисунок 8"/>
          <p:cNvSpPr>
            <a:spLocks noGrp="1"/>
          </p:cNvSpPr>
          <p:nvPr>
            <p:ph type="pic" sz="quarter" idx="15"/>
          </p:nvPr>
        </p:nvSpPr>
        <p:spPr>
          <a:xfrm>
            <a:off x="4638676" y="1485902"/>
            <a:ext cx="1866900" cy="2576848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7" name="Рисунок 8"/>
          <p:cNvSpPr>
            <a:spLocks noGrp="1"/>
          </p:cNvSpPr>
          <p:nvPr>
            <p:ph type="pic" sz="quarter" idx="16"/>
          </p:nvPr>
        </p:nvSpPr>
        <p:spPr>
          <a:xfrm>
            <a:off x="6572250" y="1485902"/>
            <a:ext cx="1866900" cy="2576848"/>
          </a:xfrm>
          <a:prstGeom prst="ellipse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4594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architecture"/>
          <p:cNvPicPr>
            <a:picLocks noChangeAspect="1" noChangeArrowheads="1"/>
          </p:cNvPicPr>
          <p:nvPr userDrawn="1"/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7" t="1127" r="9667" b="138"/>
          <a:stretch/>
        </p:blipFill>
        <p:spPr bwMode="auto">
          <a:xfrm>
            <a:off x="-31702" y="0"/>
            <a:ext cx="9175702" cy="6093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106848BF-9DF0-E1C8-041A-4D017EEFE2C9}"/>
              </a:ext>
            </a:extLst>
          </p:cNvPr>
          <p:cNvSpPr/>
          <p:nvPr userDrawn="1"/>
        </p:nvSpPr>
        <p:spPr>
          <a:xfrm>
            <a:off x="-31702" y="0"/>
            <a:ext cx="9175702" cy="6858000"/>
          </a:xfrm>
          <a:prstGeom prst="rect">
            <a:avLst/>
          </a:prstGeom>
          <a:solidFill>
            <a:srgbClr val="FFFFFF">
              <a:alpha val="8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961" b="4290"/>
          <a:stretch/>
        </p:blipFill>
        <p:spPr>
          <a:xfrm>
            <a:off x="-31702" y="5042231"/>
            <a:ext cx="9175702" cy="180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361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2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78" r:id="rId13"/>
    <p:sldLayoutId id="2147483680" r:id="rId14"/>
    <p:sldLayoutId id="2147483683" r:id="rId15"/>
    <p:sldLayoutId id="2147483689" r:id="rId16"/>
    <p:sldLayoutId id="2147483691" r:id="rId17"/>
    <p:sldLayoutId id="2147483692" r:id="rId18"/>
    <p:sldLayoutId id="2147483695" r:id="rId19"/>
    <p:sldLayoutId id="2147483696" r:id="rId20"/>
    <p:sldLayoutId id="2147483698" r:id="rId21"/>
    <p:sldLayoutId id="2147483699" r:id="rId22"/>
    <p:sldLayoutId id="2147483700" r:id="rId23"/>
    <p:sldLayoutId id="214748370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PmwBiWM0lXE?feature=oembed" TargetMode="Externa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oXbhTHaMwTw?feature=oembed" TargetMode="Externa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5800" y="1268760"/>
            <a:ext cx="7772400" cy="1470025"/>
          </a:xfrm>
        </p:spPr>
        <p:txBody>
          <a:bodyPr/>
          <a:lstStyle/>
          <a:p>
            <a:r>
              <a:rPr lang="en-AU" dirty="0"/>
              <a:t>NBD1100 Built Environment Communication and Skills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475656" y="3212976"/>
            <a:ext cx="6400800" cy="1752600"/>
          </a:xfrm>
        </p:spPr>
        <p:txBody>
          <a:bodyPr/>
          <a:lstStyle/>
          <a:p>
            <a:pPr algn="l"/>
            <a:endParaRPr lang="en-AU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5999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BE5020-3C07-7887-8C81-3307B8341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116632"/>
            <a:ext cx="8229600" cy="6009531"/>
          </a:xfrm>
        </p:spPr>
        <p:txBody>
          <a:bodyPr/>
          <a:lstStyle/>
          <a:p>
            <a:pPr algn="l"/>
            <a:r>
              <a:rPr lang="en-US" altLang="zh-CN" sz="2800" b="0" i="0" dirty="0">
                <a:solidFill>
                  <a:srgbClr val="505050"/>
                </a:solidFill>
                <a:effectLst/>
                <a:latin typeface="Arial" panose="020B0604020202020204" pitchFamily="34" charset="0"/>
              </a:rPr>
              <a:t>The world’s most well known architect Frank Gehry has recently told the media “98% of everything that is built and designed today is pure shit. There’s no sense of design, no respect for humanity or for anything else.”</a:t>
            </a:r>
          </a:p>
          <a:p>
            <a:pPr algn="l"/>
            <a:r>
              <a:rPr lang="en-US" altLang="zh-CN" sz="2800" b="0" i="0" dirty="0">
                <a:solidFill>
                  <a:srgbClr val="505050"/>
                </a:solidFill>
                <a:effectLst/>
                <a:latin typeface="Arial" panose="020B0604020202020204" pitchFamily="34" charset="0"/>
              </a:rPr>
              <a:t>One of the reasons behind such a comment is </a:t>
            </a:r>
            <a:r>
              <a:rPr lang="en-US" altLang="zh-CN" sz="2800" b="1" i="0" dirty="0">
                <a:solidFill>
                  <a:srgbClr val="505050"/>
                </a:solidFill>
                <a:effectLst/>
                <a:latin typeface="Arial" panose="020B0604020202020204" pitchFamily="34" charset="0"/>
              </a:rPr>
              <a:t>the lack of accessible communication of architecture</a:t>
            </a:r>
            <a:r>
              <a:rPr lang="en-US" altLang="zh-CN" sz="2800" b="0" i="0" dirty="0">
                <a:solidFill>
                  <a:srgbClr val="505050"/>
                </a:solidFill>
                <a:effectLst/>
                <a:latin typeface="Arial" panose="020B0604020202020204" pitchFamily="34" charset="0"/>
              </a:rPr>
              <a:t>. Too often architectural concepts are over </a:t>
            </a:r>
            <a:r>
              <a:rPr lang="en-US" altLang="zh-CN" sz="2800" b="0" i="0" dirty="0" err="1">
                <a:solidFill>
                  <a:srgbClr val="505050"/>
                </a:solidFill>
                <a:effectLst/>
                <a:latin typeface="Arial" panose="020B0604020202020204" pitchFamily="34" charset="0"/>
              </a:rPr>
              <a:t>intellectualised</a:t>
            </a:r>
            <a:r>
              <a:rPr lang="en-US" altLang="zh-CN" sz="2800" b="0" i="0" dirty="0">
                <a:solidFill>
                  <a:srgbClr val="505050"/>
                </a:solidFill>
                <a:effectLst/>
                <a:latin typeface="Arial" panose="020B0604020202020204" pitchFamily="34" charset="0"/>
              </a:rPr>
              <a:t> or their communication simply forgotten. This makes it hard for a variety of audiences to understand their true intention. Many architectural outcomes do have relevant concepts and address social issues however most are poorly communicated.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45112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93C3B1-FEAB-AFEC-7A73-61D40B14D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039C00C-9826-3096-3B42-65A73E01E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en-GB" b="1" dirty="0"/>
              <a:t>Diagrams</a:t>
            </a:r>
          </a:p>
          <a:p>
            <a:r>
              <a:rPr lang="en-US" altLang="zh-CN" i="0" dirty="0">
                <a:effectLst/>
                <a:latin typeface="Tex Gyre Heros"/>
              </a:rPr>
              <a:t>promote clarity and remove pretension from the design process</a:t>
            </a:r>
          </a:p>
          <a:p>
            <a:r>
              <a:rPr lang="en-US" altLang="zh-CN" dirty="0">
                <a:latin typeface="Tex Gyre Heros"/>
              </a:rPr>
              <a:t>Example:</a:t>
            </a:r>
          </a:p>
          <a:p>
            <a:r>
              <a:rPr lang="en-US" altLang="zh-CN" b="0" i="1" dirty="0" err="1">
                <a:effectLst/>
                <a:latin typeface="Tex Gyre Heros"/>
              </a:rPr>
              <a:t>BIG’s</a:t>
            </a:r>
            <a:r>
              <a:rPr lang="en-US" altLang="zh-CN" b="0" i="1" dirty="0">
                <a:effectLst/>
                <a:latin typeface="Tex Gyre Heros"/>
              </a:rPr>
              <a:t> diagrams for West 57th, the Meatpacking District, New York City</a:t>
            </a:r>
            <a:endParaRPr lang="en-GB" altLang="zh-CN" b="0" i="0" dirty="0">
              <a:effectLst/>
              <a:latin typeface="Tex Gyre Heros"/>
            </a:endParaRPr>
          </a:p>
          <a:p>
            <a:pPr marL="0" indent="0">
              <a:buNone/>
            </a:pPr>
            <a:endParaRPr lang="en-GB" dirty="0">
              <a:latin typeface="Tex Gyre Heros"/>
            </a:endParaRPr>
          </a:p>
        </p:txBody>
      </p:sp>
    </p:spTree>
    <p:extLst>
      <p:ext uri="{BB962C8B-B14F-4D97-AF65-F5344CB8AC3E}">
        <p14:creationId xmlns:p14="http://schemas.microsoft.com/office/powerpoint/2010/main" val="1617631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98D641-1C7F-CCB1-DF48-C15CA8F10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F9A21A-002F-00FC-DBA6-0F0E25546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2CD8812-AC03-8DB1-0668-0827223F0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68" y="1196752"/>
            <a:ext cx="8503463" cy="388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354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4FB11B-B0F3-D994-1A2E-587941107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689722-AF1E-C876-57CD-117C4F051C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en-AU" altLang="zh-CN" b="1" i="0" dirty="0">
                <a:effectLst/>
                <a:latin typeface="Tex Gyre Heros"/>
              </a:rPr>
              <a:t>Models</a:t>
            </a:r>
          </a:p>
          <a:p>
            <a:pPr marL="0" indent="0">
              <a:buNone/>
            </a:pPr>
            <a:r>
              <a:rPr lang="en-US" altLang="zh-CN" b="0" i="0" dirty="0">
                <a:effectLst/>
                <a:latin typeface="Tex Gyre Heros"/>
              </a:rPr>
              <a:t>From the tiniest maquettes to the most epic dioramas, models in particular can serve to communicate the essence of a project more succinctly than almost any other medium</a:t>
            </a:r>
            <a:r>
              <a:rPr lang="en-AU" altLang="zh-CN" b="1" dirty="0">
                <a:latin typeface="Tex Gyre Heros"/>
              </a:rPr>
              <a:t>.</a:t>
            </a:r>
          </a:p>
          <a:p>
            <a:pPr marL="0" indent="0">
              <a:buNone/>
            </a:pPr>
            <a:r>
              <a:rPr lang="en-AU" altLang="zh-CN" i="0" dirty="0">
                <a:effectLst/>
                <a:latin typeface="Tex Gyre Heros"/>
              </a:rPr>
              <a:t>Example:</a:t>
            </a:r>
          </a:p>
          <a:p>
            <a:pPr marL="0" indent="0">
              <a:buNone/>
            </a:pPr>
            <a:r>
              <a:rPr lang="en-AU" altLang="zh-CN" b="0" i="1" dirty="0">
                <a:effectLst/>
                <a:latin typeface="Tex Gyre Heros"/>
              </a:rPr>
              <a:t>Richard Meier Model Museum</a:t>
            </a:r>
          </a:p>
          <a:p>
            <a:pPr marL="0" indent="0">
              <a:buNone/>
            </a:pPr>
            <a:r>
              <a:rPr lang="en-US" altLang="zh-CN" b="0" i="1" dirty="0">
                <a:effectLst/>
                <a:latin typeface="Tex Gyre Heros"/>
              </a:rPr>
              <a:t>Europa City walkthrough by Squint/Opera</a:t>
            </a:r>
            <a:endParaRPr lang="en-AU" altLang="zh-CN" b="1" i="0" dirty="0">
              <a:effectLst/>
              <a:latin typeface="Tex Gyre Heros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9168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3325E0-0A6A-26AF-DABF-0680F1560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34B4D8-1DC1-8E7F-90F8-266D3DE81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DD73259-0DB7-B836-812D-EC3E029D7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36" y="620688"/>
            <a:ext cx="7524328" cy="5371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0387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565A0-3B50-44E3-F282-E5DAC7135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EF68B4-39D8-920D-90EF-E10A85D18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在线媒体 3" title="The Spiral">
            <a:hlinkClick r:id="" action="ppaction://media"/>
            <a:extLst>
              <a:ext uri="{FF2B5EF4-FFF2-40B4-BE49-F238E27FC236}">
                <a16:creationId xmlns:a16="http://schemas.microsoft.com/office/drawing/2014/main" id="{E2B80EE3-B8D8-9805-CE35-C54FCB6DDE3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-24847" y="984482"/>
            <a:ext cx="9100320" cy="514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61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F69ABB-BCA9-6285-26F9-17387250B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4F2039-A9DD-1C47-3BCA-9051C9D3D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79512" y="286909"/>
            <a:ext cx="8229600" cy="4525963"/>
          </a:xfrm>
        </p:spPr>
        <p:txBody>
          <a:bodyPr/>
          <a:lstStyle/>
          <a:p>
            <a:r>
              <a:rPr lang="en-AU" altLang="zh-CN" b="1" i="0" dirty="0">
                <a:effectLst/>
                <a:latin typeface="Tex Gyre Heros"/>
              </a:rPr>
              <a:t>Presentation</a:t>
            </a:r>
          </a:p>
          <a:p>
            <a:endParaRPr lang="en-GB" dirty="0"/>
          </a:p>
        </p:txBody>
      </p:sp>
      <p:pic>
        <p:nvPicPr>
          <p:cNvPr id="4" name="在线媒体 3" title="Thomas Heatherwick: Building the Seed Cathedral">
            <a:hlinkClick r:id="" action="ppaction://media"/>
            <a:extLst>
              <a:ext uri="{FF2B5EF4-FFF2-40B4-BE49-F238E27FC236}">
                <a16:creationId xmlns:a16="http://schemas.microsoft.com/office/drawing/2014/main" id="{495AC600-DF2B-E021-3852-B151D8D0172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0" y="1052736"/>
            <a:ext cx="9144000" cy="516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59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BF8FF5-BC65-9111-3F6B-FD500CD14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0ACC3D-65CD-B0A8-D52F-5D53DD1B4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 descr="Ineffective-Communication">
            <a:extLst>
              <a:ext uri="{FF2B5EF4-FFF2-40B4-BE49-F238E27FC236}">
                <a16:creationId xmlns:a16="http://schemas.microsoft.com/office/drawing/2014/main" id="{39428252-E2EB-6801-C39D-958D364C4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600200"/>
            <a:ext cx="6768752" cy="4569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2570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3E9B39-C1A9-FE36-5A16-86D2FBAE1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642738-2D61-A107-8264-CDD25148A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en-GB" dirty="0"/>
              <a:t>Problem solving through communication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2565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4815C-3EAB-633E-70ED-83699D53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C8A8565-3E90-686B-7F70-A5D7694FB6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282525"/>
                </a:solidFill>
                <a:effectLst/>
                <a:latin typeface="Work Sans" pitchFamily="2" charset="0"/>
              </a:rPr>
              <a:t>Problem: </a:t>
            </a:r>
            <a:r>
              <a:rPr lang="en-AU" altLang="zh-CN" b="1" i="0" dirty="0">
                <a:solidFill>
                  <a:srgbClr val="282525"/>
                </a:solidFill>
                <a:effectLst/>
                <a:latin typeface="Work Sans" pitchFamily="2" charset="0"/>
              </a:rPr>
              <a:t>Outdated Processes</a:t>
            </a:r>
          </a:p>
          <a:p>
            <a:r>
              <a:rPr lang="en-AU" altLang="zh-CN" b="1" dirty="0">
                <a:solidFill>
                  <a:srgbClr val="282525"/>
                </a:solidFill>
                <a:latin typeface="Work Sans" pitchFamily="2" charset="0"/>
              </a:rPr>
              <a:t>Solution: </a:t>
            </a:r>
            <a:endParaRPr lang="en-AU" altLang="zh-CN" b="1" i="0" dirty="0">
              <a:solidFill>
                <a:srgbClr val="282525"/>
              </a:solidFill>
              <a:effectLst/>
              <a:latin typeface="Work Sans" pitchFamily="2" charset="0"/>
            </a:endParaRPr>
          </a:p>
          <a:p>
            <a:pPr lvl="1"/>
            <a:r>
              <a:rPr lang="en-US" altLang="zh-CN" b="0" i="0" dirty="0">
                <a:solidFill>
                  <a:srgbClr val="333333"/>
                </a:solidFill>
                <a:effectLst/>
                <a:latin typeface="Work Sans" pitchFamily="2" charset="0"/>
              </a:rPr>
              <a:t>review existing processes and identify which ones are missing</a:t>
            </a:r>
          </a:p>
          <a:p>
            <a:pPr lvl="1"/>
            <a:r>
              <a:rPr lang="en-US" altLang="zh-CN" b="0" i="0" dirty="0">
                <a:solidFill>
                  <a:srgbClr val="333333"/>
                </a:solidFill>
                <a:effectLst/>
                <a:latin typeface="Work Sans" pitchFamily="2" charset="0"/>
              </a:rPr>
              <a:t>Define the processes one at a time with the teams that will be impacted by it</a:t>
            </a:r>
          </a:p>
          <a:p>
            <a:pPr lvl="1"/>
            <a:r>
              <a:rPr lang="en-US" altLang="zh-CN" dirty="0">
                <a:solidFill>
                  <a:srgbClr val="333333"/>
                </a:solidFill>
                <a:latin typeface="Work Sans" pitchFamily="2" charset="0"/>
              </a:rPr>
              <a:t>have the processes in place, ensure maximum awareness</a:t>
            </a:r>
          </a:p>
          <a:p>
            <a:pPr lvl="1"/>
            <a:endParaRPr lang="en-US" altLang="zh-CN" sz="2000" dirty="0">
              <a:solidFill>
                <a:srgbClr val="333333"/>
              </a:solidFill>
              <a:latin typeface="Work Sans" pitchFamily="2" charset="0"/>
            </a:endParaRPr>
          </a:p>
          <a:p>
            <a:pPr lvl="1"/>
            <a:endParaRPr lang="en-AU" altLang="zh-CN" sz="2000" dirty="0">
              <a:solidFill>
                <a:srgbClr val="333333"/>
              </a:solidFill>
              <a:latin typeface="Work Sans" pitchFamily="2" charset="0"/>
            </a:endParaRPr>
          </a:p>
          <a:p>
            <a:pPr lvl="1"/>
            <a:endParaRPr lang="en-AU" altLang="zh-CN" sz="2000" dirty="0">
              <a:solidFill>
                <a:srgbClr val="333333"/>
              </a:solidFill>
              <a:latin typeface="Work Sans" pitchFamily="2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5527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4D483C-AFAB-326A-27E4-34ADE5A11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AU" altLang="zh-CN" b="1" i="0" dirty="0">
                <a:solidFill>
                  <a:srgbClr val="282525"/>
                </a:solidFill>
                <a:effectLst/>
                <a:latin typeface="Work Sans" pitchFamily="2" charset="0"/>
              </a:rPr>
            </a:br>
            <a:endParaRPr lang="en-GB" dirty="0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277A59-0755-D40A-F3BD-3BC5CB6AA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282525"/>
                </a:solidFill>
                <a:effectLst/>
                <a:latin typeface="Work Sans" pitchFamily="2" charset="0"/>
              </a:rPr>
              <a:t>Problem: </a:t>
            </a:r>
            <a:r>
              <a:rPr lang="en-AU" altLang="zh-CN" b="1" dirty="0">
                <a:solidFill>
                  <a:srgbClr val="282525"/>
                </a:solidFill>
                <a:latin typeface="Work Sans" pitchFamily="2" charset="0"/>
              </a:rPr>
              <a:t>Inefficiency In Leadership</a:t>
            </a:r>
            <a:endParaRPr lang="en-AU" altLang="zh-CN" b="1" i="0" dirty="0">
              <a:solidFill>
                <a:srgbClr val="282525"/>
              </a:solidFill>
              <a:effectLst/>
              <a:latin typeface="Work Sans" pitchFamily="2" charset="0"/>
            </a:endParaRPr>
          </a:p>
          <a:p>
            <a:r>
              <a:rPr lang="en-AU" altLang="zh-CN" b="1" dirty="0">
                <a:solidFill>
                  <a:srgbClr val="282525"/>
                </a:solidFill>
                <a:latin typeface="Work Sans" pitchFamily="2" charset="0"/>
              </a:rPr>
              <a:t>Solution:</a:t>
            </a:r>
            <a:endParaRPr lang="en-AU" altLang="zh-CN" b="1" i="0" dirty="0">
              <a:solidFill>
                <a:srgbClr val="282525"/>
              </a:solidFill>
              <a:effectLst/>
              <a:latin typeface="Work Sans" pitchFamily="2" charset="0"/>
            </a:endParaRPr>
          </a:p>
          <a:p>
            <a:pPr lvl="1"/>
            <a:r>
              <a:rPr lang="en-US" altLang="zh-CN" sz="2000" b="0" i="0" dirty="0">
                <a:solidFill>
                  <a:srgbClr val="333333"/>
                </a:solidFill>
                <a:effectLst/>
                <a:latin typeface="Work Sans" pitchFamily="2" charset="0"/>
              </a:rPr>
              <a:t>Develop &amp; maintain a communication strategy</a:t>
            </a:r>
            <a:r>
              <a:rPr lang="en-AU" altLang="zh-CN" sz="2000" b="1" dirty="0">
                <a:solidFill>
                  <a:srgbClr val="282525"/>
                </a:solidFill>
                <a:latin typeface="Work Sans" pitchFamily="2" charset="0"/>
              </a:rPr>
              <a:t> </a:t>
            </a:r>
            <a:r>
              <a:rPr lang="en-AU" altLang="zh-CN" sz="2000" dirty="0">
                <a:solidFill>
                  <a:srgbClr val="333333"/>
                </a:solidFill>
                <a:latin typeface="Work Sans" pitchFamily="2" charset="0"/>
              </a:rPr>
              <a:t>(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Work Sans" pitchFamily="2" charset="0"/>
              </a:rPr>
              <a:t>encourages openness and honesty &amp; healthy exchange of ideas)</a:t>
            </a:r>
          </a:p>
          <a:p>
            <a:pPr lvl="1"/>
            <a:r>
              <a:rPr lang="en-US" altLang="zh-CN" sz="2000" b="0" i="0" dirty="0">
                <a:solidFill>
                  <a:srgbClr val="333333"/>
                </a:solidFill>
                <a:effectLst/>
                <a:latin typeface="Work Sans" pitchFamily="2" charset="0"/>
              </a:rPr>
              <a:t>Be precise</a:t>
            </a:r>
          </a:p>
          <a:p>
            <a:pPr lvl="1"/>
            <a:r>
              <a:rPr lang="en-US" altLang="zh-CN" sz="2000" b="0" i="0" dirty="0">
                <a:solidFill>
                  <a:srgbClr val="333333"/>
                </a:solidFill>
                <a:effectLst/>
                <a:latin typeface="Work Sans" pitchFamily="2" charset="0"/>
              </a:rPr>
              <a:t>Regularly-scheduled meetings</a:t>
            </a:r>
          </a:p>
          <a:p>
            <a:pPr lvl="1"/>
            <a:r>
              <a:rPr lang="en-US" altLang="zh-CN" sz="2000" b="0" i="0" dirty="0">
                <a:solidFill>
                  <a:srgbClr val="333333"/>
                </a:solidFill>
                <a:effectLst/>
                <a:latin typeface="Work Sans" pitchFamily="2" charset="0"/>
              </a:rPr>
              <a:t>Set up status reviews, daily check-ins, etc.</a:t>
            </a:r>
          </a:p>
          <a:p>
            <a:pPr lvl="1"/>
            <a:r>
              <a:rPr lang="en-US" altLang="zh-CN" sz="2000" dirty="0">
                <a:solidFill>
                  <a:srgbClr val="333333"/>
                </a:solidFill>
                <a:latin typeface="Work Sans" pitchFamily="2" charset="0"/>
              </a:rPr>
              <a:t>Live interactions</a:t>
            </a:r>
          </a:p>
          <a:p>
            <a:pPr lvl="1"/>
            <a:r>
              <a:rPr lang="en-US" altLang="zh-CN" sz="2000" b="0" i="0" dirty="0">
                <a:solidFill>
                  <a:srgbClr val="333333"/>
                </a:solidFill>
                <a:effectLst/>
                <a:latin typeface="Work Sans" pitchFamily="2" charset="0"/>
              </a:rPr>
              <a:t>Discuss identified issues</a:t>
            </a:r>
          </a:p>
          <a:p>
            <a:pPr lvl="1"/>
            <a:r>
              <a:rPr lang="en-US" altLang="zh-CN" sz="2000" dirty="0">
                <a:solidFill>
                  <a:srgbClr val="333333"/>
                </a:solidFill>
                <a:latin typeface="Work Sans" pitchFamily="2" charset="0"/>
              </a:rPr>
              <a:t>Share the right direction with actionable steps</a:t>
            </a:r>
          </a:p>
          <a:p>
            <a:pPr lvl="1"/>
            <a:endParaRPr lang="en-US" altLang="zh-CN" b="0" i="0" dirty="0">
              <a:solidFill>
                <a:srgbClr val="333333"/>
              </a:solidFill>
              <a:effectLst/>
              <a:latin typeface="Work Sans" pitchFamily="2" charset="0"/>
            </a:endParaRPr>
          </a:p>
          <a:p>
            <a:pPr lvl="1"/>
            <a:endParaRPr lang="en-US" altLang="zh-CN" b="0" i="0" dirty="0">
              <a:solidFill>
                <a:srgbClr val="333333"/>
              </a:solidFill>
              <a:effectLst/>
              <a:latin typeface="Work Sans" pitchFamily="2" charset="0"/>
            </a:endParaRPr>
          </a:p>
          <a:p>
            <a:endParaRPr lang="en-AU" altLang="zh-CN" b="1" i="0" dirty="0">
              <a:solidFill>
                <a:srgbClr val="282525"/>
              </a:solidFill>
              <a:effectLst/>
              <a:latin typeface="Work Sans" pitchFamily="2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4448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8765EC-70A9-FDDC-67A3-3153C2F61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744353-6356-BC70-80EE-2F763A2FE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en-US" altLang="zh-CN" b="1" i="0" dirty="0">
                <a:solidFill>
                  <a:srgbClr val="282525"/>
                </a:solidFill>
                <a:effectLst/>
                <a:latin typeface="Work Sans" pitchFamily="2" charset="0"/>
              </a:rPr>
              <a:t>Problem: </a:t>
            </a:r>
            <a:r>
              <a:rPr lang="en-AU" altLang="zh-CN" b="1" dirty="0">
                <a:solidFill>
                  <a:srgbClr val="282525"/>
                </a:solidFill>
                <a:latin typeface="Work Sans" pitchFamily="2" charset="0"/>
              </a:rPr>
              <a:t>Not Enough Feedback</a:t>
            </a:r>
          </a:p>
          <a:p>
            <a:r>
              <a:rPr lang="en-AU" altLang="zh-CN" b="1" dirty="0">
                <a:solidFill>
                  <a:srgbClr val="282525"/>
                </a:solidFill>
                <a:latin typeface="Work Sans" pitchFamily="2" charset="0"/>
              </a:rPr>
              <a:t>Solution:</a:t>
            </a:r>
            <a:endParaRPr lang="en-AU" altLang="zh-CN" b="1" i="0" dirty="0">
              <a:solidFill>
                <a:srgbClr val="282525"/>
              </a:solidFill>
              <a:effectLst/>
              <a:latin typeface="Work Sans" pitchFamily="2" charset="0"/>
            </a:endParaRPr>
          </a:p>
          <a:p>
            <a:pPr lvl="1"/>
            <a:r>
              <a:rPr lang="en-US" altLang="zh-CN" b="0" i="0" dirty="0">
                <a:solidFill>
                  <a:srgbClr val="333333"/>
                </a:solidFill>
                <a:effectLst/>
                <a:latin typeface="Work Sans" pitchFamily="2" charset="0"/>
              </a:rPr>
              <a:t>Be available to listen to team members and learn from them. But also be honest about the strategy you will use to act on their feedback and ideas</a:t>
            </a:r>
          </a:p>
          <a:p>
            <a:pPr lvl="1"/>
            <a:r>
              <a:rPr lang="en-US" altLang="zh-CN" b="0" i="0" dirty="0">
                <a:solidFill>
                  <a:srgbClr val="333333"/>
                </a:solidFill>
                <a:effectLst/>
                <a:latin typeface="Work Sans" pitchFamily="2" charset="0"/>
              </a:rPr>
              <a:t>Try to schedule one-on-one appointments</a:t>
            </a:r>
          </a:p>
          <a:p>
            <a:pPr lvl="1"/>
            <a:r>
              <a:rPr lang="en-US" altLang="zh-CN" b="0" i="0" dirty="0">
                <a:solidFill>
                  <a:srgbClr val="333333"/>
                </a:solidFill>
                <a:effectLst/>
                <a:latin typeface="Work Sans" pitchFamily="2" charset="0"/>
              </a:rPr>
              <a:t>Having the right mechanism to invite, collect, review and respond to feedback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6301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11CC4BC5FF0E468EA02D4E0402251A" ma:contentTypeVersion="12" ma:contentTypeDescription="Create a new document." ma:contentTypeScope="" ma:versionID="d4e1eb53e08eb7a54ca896ebb28ded05">
  <xsd:schema xmlns:xsd="http://www.w3.org/2001/XMLSchema" xmlns:xs="http://www.w3.org/2001/XMLSchema" xmlns:p="http://schemas.microsoft.com/office/2006/metadata/properties" xmlns:ns2="3d91c525-d327-4ec6-9ac2-fb0b9d9c7c76" xmlns:ns3="a5542780-4c9d-4e8f-a19d-75dff1894c47" targetNamespace="http://schemas.microsoft.com/office/2006/metadata/properties" ma:root="true" ma:fieldsID="cf9e86fe2496cce9d4bbff863331eb6c" ns2:_="" ns3:_="">
    <xsd:import namespace="3d91c525-d327-4ec6-9ac2-fb0b9d9c7c76"/>
    <xsd:import namespace="a5542780-4c9d-4e8f-a19d-75dff1894c47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2:SharedWithUsers" minOccurs="0"/>
                <xsd:element ref="ns2:SharedWithDetail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91c525-d327-4ec6-9ac2-fb0b9d9c7c7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542780-4c9d-4e8f-a19d-75dff1894c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3d91c525-d327-4ec6-9ac2-fb0b9d9c7c76">NV372VNSCP4X-1084507678-7081</_dlc_DocId>
    <_dlc_DocIdUrl xmlns="3d91c525-d327-4ec6-9ac2-fb0b9d9c7c76">
      <Url>https://vustaff.sharepoint.com/sites/00341/_layouts/15/DocIdRedir.aspx?ID=NV372VNSCP4X-1084507678-7081</Url>
      <Description>NV372VNSCP4X-1084507678-7081</Description>
    </_dlc_DocIdUrl>
  </documentManagement>
</p:properties>
</file>

<file path=customXml/itemProps1.xml><?xml version="1.0" encoding="utf-8"?>
<ds:datastoreItem xmlns:ds="http://schemas.openxmlformats.org/officeDocument/2006/customXml" ds:itemID="{46BD2899-B2A6-46FB-BE76-8ED50D79243F}"/>
</file>

<file path=customXml/itemProps2.xml><?xml version="1.0" encoding="utf-8"?>
<ds:datastoreItem xmlns:ds="http://schemas.openxmlformats.org/officeDocument/2006/customXml" ds:itemID="{E164199C-8A48-4D10-AA70-AA4336B96954}"/>
</file>

<file path=customXml/itemProps3.xml><?xml version="1.0" encoding="utf-8"?>
<ds:datastoreItem xmlns:ds="http://schemas.openxmlformats.org/officeDocument/2006/customXml" ds:itemID="{484FC580-6459-4761-BD4E-D10C486A4F07}"/>
</file>

<file path=customXml/itemProps4.xml><?xml version="1.0" encoding="utf-8"?>
<ds:datastoreItem xmlns:ds="http://schemas.openxmlformats.org/officeDocument/2006/customXml" ds:itemID="{950F920C-31D9-4245-A0A0-44694FB44A6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11710</TotalTime>
  <Words>338</Words>
  <Application>Microsoft Office PowerPoint</Application>
  <PresentationFormat>全屏显示(4:3)</PresentationFormat>
  <Paragraphs>45</Paragraphs>
  <Slides>13</Slides>
  <Notes>7</Notes>
  <HiddenSlides>0</HiddenSlides>
  <MMClips>2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Tex Gyre Heros</vt:lpstr>
      <vt:lpstr>Arial</vt:lpstr>
      <vt:lpstr>Calibri</vt:lpstr>
      <vt:lpstr>Work Sans</vt:lpstr>
      <vt:lpstr>Office 主题​​</vt:lpstr>
      <vt:lpstr>NBD1100 Built Environment Communication and Skills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Computer</dc:creator>
  <cp:lastModifiedBy>Mengbi Li</cp:lastModifiedBy>
  <cp:revision>473</cp:revision>
  <cp:lastPrinted>2018-02-05T02:46:48Z</cp:lastPrinted>
  <dcterms:created xsi:type="dcterms:W3CDTF">2017-11-07T01:05:33Z</dcterms:created>
  <dcterms:modified xsi:type="dcterms:W3CDTF">2022-09-01T05:41:15Z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0x010100DC11CC4BC5FF0E468EA02D4E0402251A</vt:lpwstr>
  </property>
  <property fmtid="{D5CDD505-2E9C-101B-9397-08002B2CF9AE}" pid="3" name="_dlc_DocIdItemGuid">
    <vt:lpwstr>381134f1-33ca-4233-b3ae-0de5b369fec7</vt:lpwstr>
  </property>
</Properties>
</file>