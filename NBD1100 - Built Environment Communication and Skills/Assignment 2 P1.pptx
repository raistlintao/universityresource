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sldIdLst>
    <p:sldId id="256" r:id="rId2"/>
    <p:sldId id="260" r:id="rId3"/>
    <p:sldId id="258" r:id="rId4"/>
    <p:sldId id="259" r:id="rId5"/>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25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E29018-93A6-457B-AF15-EE8239E4A7C2}" v="22" dt="2023-06-09T09:37:23.6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6" autoAdjust="0"/>
    <p:restoredTop sz="97386" autoAdjust="0"/>
  </p:normalViewPr>
  <p:slideViewPr>
    <p:cSldViewPr snapToGrid="0">
      <p:cViewPr varScale="1">
        <p:scale>
          <a:sx n="104" d="100"/>
          <a:sy n="104" d="100"/>
        </p:scale>
        <p:origin x="120" y="10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ivera pesic" userId="564de7f6fa06385d" providerId="LiveId" clId="{94E29018-93A6-457B-AF15-EE8239E4A7C2}"/>
    <pc:docChg chg="undo custSel addSld delSld modSld">
      <pc:chgData name="olivera pesic" userId="564de7f6fa06385d" providerId="LiveId" clId="{94E29018-93A6-457B-AF15-EE8239E4A7C2}" dt="2023-06-09T09:38:34.151" v="1595" actId="1076"/>
      <pc:docMkLst>
        <pc:docMk/>
      </pc:docMkLst>
      <pc:sldChg chg="addSp delSp modSp mod modTransition modClrScheme chgLayout">
        <pc:chgData name="olivera pesic" userId="564de7f6fa06385d" providerId="LiveId" clId="{94E29018-93A6-457B-AF15-EE8239E4A7C2}" dt="2023-06-09T09:33:43.175" v="1496" actId="20577"/>
        <pc:sldMkLst>
          <pc:docMk/>
          <pc:sldMk cId="2138722471" sldId="256"/>
        </pc:sldMkLst>
        <pc:spChg chg="mod ord">
          <ac:chgData name="olivera pesic" userId="564de7f6fa06385d" providerId="LiveId" clId="{94E29018-93A6-457B-AF15-EE8239E4A7C2}" dt="2023-06-09T09:33:43.175" v="1496" actId="20577"/>
          <ac:spMkLst>
            <pc:docMk/>
            <pc:sldMk cId="2138722471" sldId="256"/>
            <ac:spMk id="2" creationId="{662186D1-BE2C-B8DC-48D3-5DBF45CA4683}"/>
          </ac:spMkLst>
        </pc:spChg>
        <pc:spChg chg="mod ord">
          <ac:chgData name="olivera pesic" userId="564de7f6fa06385d" providerId="LiveId" clId="{94E29018-93A6-457B-AF15-EE8239E4A7C2}" dt="2023-06-09T09:33:14.833" v="1492" actId="313"/>
          <ac:spMkLst>
            <pc:docMk/>
            <pc:sldMk cId="2138722471" sldId="256"/>
            <ac:spMk id="3" creationId="{6CDD9497-B130-C06A-7E50-351C023D3A02}"/>
          </ac:spMkLst>
        </pc:spChg>
        <pc:spChg chg="add del mod ord">
          <ac:chgData name="olivera pesic" userId="564de7f6fa06385d" providerId="LiveId" clId="{94E29018-93A6-457B-AF15-EE8239E4A7C2}" dt="2023-06-09T09:33:04.713" v="1491" actId="478"/>
          <ac:spMkLst>
            <pc:docMk/>
            <pc:sldMk cId="2138722471" sldId="256"/>
            <ac:spMk id="4" creationId="{443AE116-7D46-1D50-9F89-B06A4CE798F2}"/>
          </ac:spMkLst>
        </pc:spChg>
        <pc:spChg chg="add del mod ord">
          <ac:chgData name="olivera pesic" userId="564de7f6fa06385d" providerId="LiveId" clId="{94E29018-93A6-457B-AF15-EE8239E4A7C2}" dt="2023-06-09T08:25:30.912" v="321" actId="931"/>
          <ac:spMkLst>
            <pc:docMk/>
            <pc:sldMk cId="2138722471" sldId="256"/>
            <ac:spMk id="14" creationId="{B7DAD195-1C0B-A922-E655-21D3C3256FB9}"/>
          </ac:spMkLst>
        </pc:spChg>
        <pc:spChg chg="add mod ord">
          <ac:chgData name="olivera pesic" userId="564de7f6fa06385d" providerId="LiveId" clId="{94E29018-93A6-457B-AF15-EE8239E4A7C2}" dt="2023-06-09T09:32:58.316" v="1490" actId="255"/>
          <ac:spMkLst>
            <pc:docMk/>
            <pc:sldMk cId="2138722471" sldId="256"/>
            <ac:spMk id="15" creationId="{E03772E2-A59C-921D-522A-E9745412C9E9}"/>
          </ac:spMkLst>
        </pc:spChg>
        <pc:spChg chg="add del mod ord">
          <ac:chgData name="olivera pesic" userId="564de7f6fa06385d" providerId="LiveId" clId="{94E29018-93A6-457B-AF15-EE8239E4A7C2}" dt="2023-06-09T09:30:03.242" v="1442" actId="700"/>
          <ac:spMkLst>
            <pc:docMk/>
            <pc:sldMk cId="2138722471" sldId="256"/>
            <ac:spMk id="16" creationId="{89FE4DFE-0F72-0DC0-186B-F1AE19CA31C3}"/>
          </ac:spMkLst>
        </pc:spChg>
        <pc:picChg chg="mod">
          <ac:chgData name="olivera pesic" userId="564de7f6fa06385d" providerId="LiveId" clId="{94E29018-93A6-457B-AF15-EE8239E4A7C2}" dt="2023-06-09T09:32:45.247" v="1488" actId="14100"/>
          <ac:picMkLst>
            <pc:docMk/>
            <pc:sldMk cId="2138722471" sldId="256"/>
            <ac:picMk id="5" creationId="{D108774B-2052-24AF-E6DB-29821CF079C8}"/>
          </ac:picMkLst>
        </pc:picChg>
        <pc:picChg chg="mod">
          <ac:chgData name="olivera pesic" userId="564de7f6fa06385d" providerId="LiveId" clId="{94E29018-93A6-457B-AF15-EE8239E4A7C2}" dt="2023-06-09T09:32:35.113" v="1485" actId="14100"/>
          <ac:picMkLst>
            <pc:docMk/>
            <pc:sldMk cId="2138722471" sldId="256"/>
            <ac:picMk id="7" creationId="{E410F30A-1B15-63B9-B454-C1DAA8993091}"/>
          </ac:picMkLst>
        </pc:picChg>
        <pc:picChg chg="mod">
          <ac:chgData name="olivera pesic" userId="564de7f6fa06385d" providerId="LiveId" clId="{94E29018-93A6-457B-AF15-EE8239E4A7C2}" dt="2023-06-09T09:30:41.946" v="1449" actId="14100"/>
          <ac:picMkLst>
            <pc:docMk/>
            <pc:sldMk cId="2138722471" sldId="256"/>
            <ac:picMk id="9" creationId="{7E6F0C69-29F7-2F8E-7064-71EE60671C5D}"/>
          </ac:picMkLst>
        </pc:picChg>
        <pc:picChg chg="mod">
          <ac:chgData name="olivera pesic" userId="564de7f6fa06385d" providerId="LiveId" clId="{94E29018-93A6-457B-AF15-EE8239E4A7C2}" dt="2023-06-09T09:33:33.909" v="1493" actId="14100"/>
          <ac:picMkLst>
            <pc:docMk/>
            <pc:sldMk cId="2138722471" sldId="256"/>
            <ac:picMk id="11" creationId="{9A472D17-5C37-D9B3-08F7-E280986F9B22}"/>
          </ac:picMkLst>
        </pc:picChg>
        <pc:picChg chg="add mod">
          <ac:chgData name="olivera pesic" userId="564de7f6fa06385d" providerId="LiveId" clId="{94E29018-93A6-457B-AF15-EE8239E4A7C2}" dt="2023-06-09T09:32:21.898" v="1482" actId="1076"/>
          <ac:picMkLst>
            <pc:docMk/>
            <pc:sldMk cId="2138722471" sldId="256"/>
            <ac:picMk id="13" creationId="{43760C23-1BB8-3B9C-FE6B-955D5BDE68E7}"/>
          </ac:picMkLst>
        </pc:picChg>
        <pc:picChg chg="add mod ord">
          <ac:chgData name="olivera pesic" userId="564de7f6fa06385d" providerId="LiveId" clId="{94E29018-93A6-457B-AF15-EE8239E4A7C2}" dt="2023-06-09T09:33:36.473" v="1494" actId="14100"/>
          <ac:picMkLst>
            <pc:docMk/>
            <pc:sldMk cId="2138722471" sldId="256"/>
            <ac:picMk id="18" creationId="{5528FFE9-0B56-B0C5-8384-4CB4E82B06CB}"/>
          </ac:picMkLst>
        </pc:picChg>
      </pc:sldChg>
      <pc:sldChg chg="addSp delSp modSp new del mod">
        <pc:chgData name="olivera pesic" userId="564de7f6fa06385d" providerId="LiveId" clId="{94E29018-93A6-457B-AF15-EE8239E4A7C2}" dt="2023-06-09T09:22:15.285" v="1126" actId="2696"/>
        <pc:sldMkLst>
          <pc:docMk/>
          <pc:sldMk cId="1484439495" sldId="257"/>
        </pc:sldMkLst>
        <pc:spChg chg="del">
          <ac:chgData name="olivera pesic" userId="564de7f6fa06385d" providerId="LiveId" clId="{94E29018-93A6-457B-AF15-EE8239E4A7C2}" dt="2023-06-09T09:13:57.813" v="1075" actId="478"/>
          <ac:spMkLst>
            <pc:docMk/>
            <pc:sldMk cId="1484439495" sldId="257"/>
            <ac:spMk id="2" creationId="{B35F2DA6-55E1-6C62-0DDF-FC1847E39332}"/>
          </ac:spMkLst>
        </pc:spChg>
        <pc:picChg chg="add mod modCrop">
          <ac:chgData name="olivera pesic" userId="564de7f6fa06385d" providerId="LiveId" clId="{94E29018-93A6-457B-AF15-EE8239E4A7C2}" dt="2023-06-09T09:14:16.368" v="1079" actId="14100"/>
          <ac:picMkLst>
            <pc:docMk/>
            <pc:sldMk cId="1484439495" sldId="257"/>
            <ac:picMk id="4" creationId="{9E7BF517-1D80-C088-D42E-47FC40B1A894}"/>
          </ac:picMkLst>
        </pc:picChg>
      </pc:sldChg>
      <pc:sldChg chg="addSp delSp modSp new mod">
        <pc:chgData name="olivera pesic" userId="564de7f6fa06385d" providerId="LiveId" clId="{94E29018-93A6-457B-AF15-EE8239E4A7C2}" dt="2023-06-09T09:26:02.497" v="1385" actId="20577"/>
        <pc:sldMkLst>
          <pc:docMk/>
          <pc:sldMk cId="3601601397" sldId="258"/>
        </pc:sldMkLst>
        <pc:spChg chg="add mod">
          <ac:chgData name="olivera pesic" userId="564de7f6fa06385d" providerId="LiveId" clId="{94E29018-93A6-457B-AF15-EE8239E4A7C2}" dt="2023-06-09T09:26:02.497" v="1385" actId="20577"/>
          <ac:spMkLst>
            <pc:docMk/>
            <pc:sldMk cId="3601601397" sldId="258"/>
            <ac:spMk id="3" creationId="{067AA7E0-C2A8-A5C7-2CC4-52DD4600B250}"/>
          </ac:spMkLst>
        </pc:spChg>
        <pc:graphicFrameChg chg="add del mod modGraphic">
          <ac:chgData name="olivera pesic" userId="564de7f6fa06385d" providerId="LiveId" clId="{94E29018-93A6-457B-AF15-EE8239E4A7C2}" dt="2023-06-09T09:19:04.673" v="1109" actId="478"/>
          <ac:graphicFrameMkLst>
            <pc:docMk/>
            <pc:sldMk cId="3601601397" sldId="258"/>
            <ac:graphicFrameMk id="4" creationId="{046E9146-510B-D7F9-4A67-493190664BF2}"/>
          </ac:graphicFrameMkLst>
        </pc:graphicFrameChg>
        <pc:graphicFrameChg chg="add mod modGraphic">
          <ac:chgData name="olivera pesic" userId="564de7f6fa06385d" providerId="LiveId" clId="{94E29018-93A6-457B-AF15-EE8239E4A7C2}" dt="2023-06-09T09:25:51.337" v="1382" actId="14100"/>
          <ac:graphicFrameMkLst>
            <pc:docMk/>
            <pc:sldMk cId="3601601397" sldId="258"/>
            <ac:graphicFrameMk id="5" creationId="{21B7E899-AC06-9060-B537-015C13DE98F7}"/>
          </ac:graphicFrameMkLst>
        </pc:graphicFrameChg>
      </pc:sldChg>
      <pc:sldChg chg="addSp modSp new mod">
        <pc:chgData name="olivera pesic" userId="564de7f6fa06385d" providerId="LiveId" clId="{94E29018-93A6-457B-AF15-EE8239E4A7C2}" dt="2023-06-09T09:29:09.297" v="1440" actId="20577"/>
        <pc:sldMkLst>
          <pc:docMk/>
          <pc:sldMk cId="3100346455" sldId="259"/>
        </pc:sldMkLst>
        <pc:spChg chg="add mod">
          <ac:chgData name="olivera pesic" userId="564de7f6fa06385d" providerId="LiveId" clId="{94E29018-93A6-457B-AF15-EE8239E4A7C2}" dt="2023-06-09T09:29:09.297" v="1440" actId="20577"/>
          <ac:spMkLst>
            <pc:docMk/>
            <pc:sldMk cId="3100346455" sldId="259"/>
            <ac:spMk id="4" creationId="{DE399188-A7AF-7D12-D614-524830929274}"/>
          </ac:spMkLst>
        </pc:spChg>
        <pc:picChg chg="add mod">
          <ac:chgData name="olivera pesic" userId="564de7f6fa06385d" providerId="LiveId" clId="{94E29018-93A6-457B-AF15-EE8239E4A7C2}" dt="2023-06-09T09:26:53.411" v="1395" actId="1076"/>
          <ac:picMkLst>
            <pc:docMk/>
            <pc:sldMk cId="3100346455" sldId="259"/>
            <ac:picMk id="2" creationId="{2B114C4E-22DF-9689-974D-2A6E51E0265E}"/>
          </ac:picMkLst>
        </pc:picChg>
      </pc:sldChg>
      <pc:sldChg chg="addSp delSp modSp new mod">
        <pc:chgData name="olivera pesic" userId="564de7f6fa06385d" providerId="LiveId" clId="{94E29018-93A6-457B-AF15-EE8239E4A7C2}" dt="2023-06-09T09:38:34.151" v="1595" actId="1076"/>
        <pc:sldMkLst>
          <pc:docMk/>
          <pc:sldMk cId="2237432307" sldId="260"/>
        </pc:sldMkLst>
        <pc:spChg chg="add mod">
          <ac:chgData name="olivera pesic" userId="564de7f6fa06385d" providerId="LiveId" clId="{94E29018-93A6-457B-AF15-EE8239E4A7C2}" dt="2023-06-09T09:38:34.151" v="1595" actId="1076"/>
          <ac:spMkLst>
            <pc:docMk/>
            <pc:sldMk cId="2237432307" sldId="260"/>
            <ac:spMk id="6" creationId="{97979E41-D602-BAC7-7261-3903D94E6289}"/>
          </ac:spMkLst>
        </pc:spChg>
        <pc:picChg chg="add del mod">
          <ac:chgData name="olivera pesic" userId="564de7f6fa06385d" providerId="LiveId" clId="{94E29018-93A6-457B-AF15-EE8239E4A7C2}" dt="2023-06-09T09:36:20.881" v="1497" actId="478"/>
          <ac:picMkLst>
            <pc:docMk/>
            <pc:sldMk cId="2237432307" sldId="260"/>
            <ac:picMk id="3" creationId="{E1570C7A-0F92-640D-6903-4C7B8B323FCE}"/>
          </ac:picMkLst>
        </pc:picChg>
        <pc:picChg chg="add mod">
          <ac:chgData name="olivera pesic" userId="564de7f6fa06385d" providerId="LiveId" clId="{94E29018-93A6-457B-AF15-EE8239E4A7C2}" dt="2023-06-09T09:36:53.669" v="1502" actId="14100"/>
          <ac:picMkLst>
            <pc:docMk/>
            <pc:sldMk cId="2237432307" sldId="260"/>
            <ac:picMk id="5" creationId="{06B9A161-A548-F279-F1E6-EA5D6575F9B1}"/>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a:xfrm>
            <a:off x="2692397" y="5037663"/>
            <a:ext cx="5214635" cy="279400"/>
          </a:xfrm>
        </p:spPr>
        <p:txBody>
          <a:bodyPr/>
          <a:lstStyle/>
          <a:p>
            <a:endParaRPr lang="en-AU"/>
          </a:p>
        </p:txBody>
      </p:sp>
      <p:sp>
        <p:nvSpPr>
          <p:cNvPr id="6" name="Slide Number Placeholder 5"/>
          <p:cNvSpPr>
            <a:spLocks noGrp="1"/>
          </p:cNvSpPr>
          <p:nvPr>
            <p:ph type="sldNum" sz="quarter" idx="12"/>
          </p:nvPr>
        </p:nvSpPr>
        <p:spPr>
          <a:xfrm>
            <a:off x="8956900" y="5037663"/>
            <a:ext cx="551167" cy="279400"/>
          </a:xfrm>
        </p:spPr>
        <p:txBody>
          <a:bodyPr/>
          <a:lstStyle/>
          <a:p>
            <a:fld id="{2575A373-E8F6-477F-A878-1C1BA01C76C6}" type="slidenum">
              <a:rPr lang="en-AU" smtClean="0"/>
              <a:t>‹#›</a:t>
            </a:fld>
            <a:endParaRPr lang="en-AU"/>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8852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spTree>
    <p:extLst>
      <p:ext uri="{BB962C8B-B14F-4D97-AF65-F5344CB8AC3E}">
        <p14:creationId xmlns:p14="http://schemas.microsoft.com/office/powerpoint/2010/main" val="2321944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1465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58935F-53A8-4592-8660-3686DA9972A4}" type="datetimeFigureOut">
              <a:rPr lang="en-AU" smtClean="0"/>
              <a:t>9/06/2023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75A373-E8F6-477F-A878-1C1BA01C76C6}" type="slidenum">
              <a:rPr lang="en-AU" smtClean="0"/>
              <a:t>‹#›</a:t>
            </a:fld>
            <a:endParaRPr lang="en-AU"/>
          </a:p>
        </p:txBody>
      </p:sp>
    </p:spTree>
    <p:extLst>
      <p:ext uri="{BB962C8B-B14F-4D97-AF65-F5344CB8AC3E}">
        <p14:creationId xmlns:p14="http://schemas.microsoft.com/office/powerpoint/2010/main" val="3339446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58935F-53A8-4592-8660-3686DA9972A4}" type="datetimeFigureOut">
              <a:rPr lang="en-AU" smtClean="0"/>
              <a:t>9/06/2023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575A373-E8F6-477F-A878-1C1BA01C76C6}" type="slidenum">
              <a:rPr lang="en-AU" smtClean="0"/>
              <a:t>‹#›</a:t>
            </a:fld>
            <a:endParaRPr lang="en-AU"/>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841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58935F-53A8-4592-8660-3686DA9972A4}" type="datetimeFigureOut">
              <a:rPr lang="en-AU" smtClean="0"/>
              <a:t>9/06/2023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575A373-E8F6-477F-A878-1C1BA01C76C6}" type="slidenum">
              <a:rPr lang="en-AU" smtClean="0"/>
              <a:t>‹#›</a:t>
            </a:fld>
            <a:endParaRPr lang="en-A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7910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58935F-53A8-4592-8660-3686DA9972A4}" type="datetimeFigureOut">
              <a:rPr lang="en-AU" smtClean="0"/>
              <a:t>9/06/2023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575A373-E8F6-477F-A878-1C1BA01C76C6}" type="slidenum">
              <a:rPr lang="en-AU" smtClean="0"/>
              <a:t>‹#›</a:t>
            </a:fld>
            <a:endParaRPr lang="en-AU"/>
          </a:p>
        </p:txBody>
      </p:sp>
    </p:spTree>
    <p:extLst>
      <p:ext uri="{BB962C8B-B14F-4D97-AF65-F5344CB8AC3E}">
        <p14:creationId xmlns:p14="http://schemas.microsoft.com/office/powerpoint/2010/main" val="262432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8935F-53A8-4592-8660-3686DA9972A4}" type="datetimeFigureOut">
              <a:rPr lang="en-AU" smtClean="0"/>
              <a:t>9/06/2023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75A373-E8F6-477F-A878-1C1BA01C76C6}" type="slidenum">
              <a:rPr lang="en-AU" smtClean="0"/>
              <a:t>‹#›</a:t>
            </a:fld>
            <a:endParaRPr lang="en-AU"/>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9246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8935F-53A8-4592-8660-3686DA9972A4}" type="datetimeFigureOut">
              <a:rPr lang="en-AU" smtClean="0"/>
              <a:t>9/06/2023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75A373-E8F6-477F-A878-1C1BA01C76C6}" type="slidenum">
              <a:rPr lang="en-AU" smtClean="0"/>
              <a:t>‹#›</a:t>
            </a:fld>
            <a:endParaRPr lang="en-AU"/>
          </a:p>
        </p:txBody>
      </p:sp>
    </p:spTree>
    <p:extLst>
      <p:ext uri="{BB962C8B-B14F-4D97-AF65-F5344CB8AC3E}">
        <p14:creationId xmlns:p14="http://schemas.microsoft.com/office/powerpoint/2010/main" val="435910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58935F-53A8-4592-8660-3686DA9972A4}" type="datetimeFigureOut">
              <a:rPr lang="en-AU" smtClean="0"/>
              <a:t>9/06/2023</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575A373-E8F6-477F-A878-1C1BA01C76C6}" type="slidenum">
              <a:rPr lang="en-AU" smtClean="0"/>
              <a:t>‹#›</a:t>
            </a:fld>
            <a:endParaRPr lang="en-AU"/>
          </a:p>
        </p:txBody>
      </p:sp>
    </p:spTree>
    <p:extLst>
      <p:ext uri="{BB962C8B-B14F-4D97-AF65-F5344CB8AC3E}">
        <p14:creationId xmlns:p14="http://schemas.microsoft.com/office/powerpoint/2010/main" val="36195610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9070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9052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spTree>
    <p:extLst>
      <p:ext uri="{BB962C8B-B14F-4D97-AF65-F5344CB8AC3E}">
        <p14:creationId xmlns:p14="http://schemas.microsoft.com/office/powerpoint/2010/main" val="1070231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10752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46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5288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58935F-53A8-4592-8660-3686DA9972A4}" type="datetimeFigureOut">
              <a:rPr lang="en-AU" smtClean="0"/>
              <a:t>9/06/2023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575A373-E8F6-477F-A878-1C1BA01C76C6}" type="slidenum">
              <a:rPr lang="en-AU" smtClean="0"/>
              <a:t>‹#›</a:t>
            </a:fld>
            <a:endParaRPr lang="en-AU"/>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9980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558935F-53A8-4592-8660-3686DA9972A4}" type="datetimeFigureOut">
              <a:rPr lang="en-AU" smtClean="0"/>
              <a:t>9/06/2023</a:t>
            </a:fld>
            <a:endParaRPr lang="en-AU"/>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575A373-E8F6-477F-A878-1C1BA01C76C6}" type="slidenum">
              <a:rPr lang="en-AU" smtClean="0"/>
              <a:t>‹#›</a:t>
            </a:fld>
            <a:endParaRPr lang="en-AU"/>
          </a:p>
        </p:txBody>
      </p:sp>
    </p:spTree>
    <p:extLst>
      <p:ext uri="{BB962C8B-B14F-4D97-AF65-F5344CB8AC3E}">
        <p14:creationId xmlns:p14="http://schemas.microsoft.com/office/powerpoint/2010/main" val="1910902592"/>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5.xml"/><Relationship Id="rId6" Type="http://schemas.openxmlformats.org/officeDocument/2006/relationships/image" Target="../media/image11.jpg"/><Relationship Id="rId5" Type="http://schemas.openxmlformats.org/officeDocument/2006/relationships/image" Target="../media/image10.jpe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186D1-BE2C-B8DC-48D3-5DBF45CA4683}"/>
              </a:ext>
            </a:extLst>
          </p:cNvPr>
          <p:cNvSpPr>
            <a:spLocks noGrp="1"/>
          </p:cNvSpPr>
          <p:nvPr>
            <p:ph type="title"/>
          </p:nvPr>
        </p:nvSpPr>
        <p:spPr/>
        <p:txBody>
          <a:bodyPr>
            <a:noAutofit/>
          </a:bodyPr>
          <a:lstStyle/>
          <a:p>
            <a:r>
              <a:rPr lang="en-AU" sz="2000" dirty="0">
                <a:solidFill>
                  <a:srgbClr val="132539"/>
                </a:solidFill>
                <a:highlight>
                  <a:srgbClr val="FFFF00"/>
                </a:highlight>
                <a:latin typeface="Comic Sans MS" panose="030F0702030302020204" pitchFamily="66" charset="0"/>
              </a:rPr>
              <a:t>Little Hall at Prestwood Infant school, UK</a:t>
            </a:r>
            <a:br>
              <a:rPr lang="en-AU" sz="1600" dirty="0">
                <a:latin typeface="Comic Sans MS" panose="030F0702030302020204" pitchFamily="66" charset="0"/>
              </a:rPr>
            </a:br>
            <a:r>
              <a:rPr lang="en-AU" sz="1600" dirty="0">
                <a:latin typeface="Comic Sans MS" panose="030F0702030302020204" pitchFamily="66" charset="0"/>
              </a:rPr>
              <a:t>							               		</a:t>
            </a:r>
            <a:br>
              <a:rPr lang="en-AU" sz="1600" dirty="0">
                <a:latin typeface="Comic Sans MS" panose="030F0702030302020204" pitchFamily="66" charset="0"/>
              </a:rPr>
            </a:br>
            <a:r>
              <a:rPr lang="en-AU" sz="1600" dirty="0">
                <a:latin typeface="Comic Sans MS" panose="030F0702030302020204" pitchFamily="66" charset="0"/>
              </a:rPr>
              <a:t>					</a:t>
            </a:r>
            <a:r>
              <a:rPr lang="en-AU" sz="1600" dirty="0">
                <a:solidFill>
                  <a:srgbClr val="303030"/>
                </a:solidFill>
                <a:latin typeface="Source Sans Pro" panose="020B0503030403020204" pitchFamily="34" charset="0"/>
              </a:rPr>
              <a:t>		</a:t>
            </a:r>
            <a:r>
              <a:rPr lang="en-AU" sz="1600" dirty="0">
                <a:latin typeface="Comic Sans MS" panose="030F0702030302020204" pitchFamily="66" charset="0"/>
              </a:rPr>
              <a:t>              Built: 2015</a:t>
            </a:r>
            <a:br>
              <a:rPr lang="en-AU" sz="1600" dirty="0">
                <a:latin typeface="Comic Sans MS" panose="030F0702030302020204" pitchFamily="66" charset="0"/>
              </a:rPr>
            </a:br>
            <a:r>
              <a:rPr lang="en-AU" sz="1600" dirty="0">
                <a:latin typeface="Comic Sans MS" panose="030F0702030302020204" pitchFamily="66" charset="0"/>
              </a:rPr>
              <a:t>												     Cost: 158,000 British Pounds</a:t>
            </a:r>
            <a:br>
              <a:rPr lang="en-AU" sz="1600" dirty="0">
                <a:latin typeface="Comic Sans MS" panose="030F0702030302020204" pitchFamily="66" charset="0"/>
              </a:rPr>
            </a:br>
            <a:r>
              <a:rPr lang="en-AU" sz="1600" dirty="0">
                <a:latin typeface="Comic Sans MS" panose="030F0702030302020204" pitchFamily="66" charset="0"/>
              </a:rPr>
              <a:t>													Architects: </a:t>
            </a:r>
            <a:r>
              <a:rPr lang="en-AU" sz="1600" dirty="0">
                <a:solidFill>
                  <a:srgbClr val="303030"/>
                </a:solidFill>
                <a:latin typeface="Comic Sans MS" panose="030F0702030302020204" pitchFamily="66" charset="0"/>
              </a:rPr>
              <a:t>De </a:t>
            </a:r>
            <a:r>
              <a:rPr lang="en-AU" sz="1600" dirty="0" err="1">
                <a:solidFill>
                  <a:srgbClr val="303030"/>
                </a:solidFill>
                <a:latin typeface="Comic Sans MS" panose="030F0702030302020204" pitchFamily="66" charset="0"/>
              </a:rPr>
              <a:t>Rosee</a:t>
            </a:r>
            <a:r>
              <a:rPr lang="en-AU" sz="1600" dirty="0">
                <a:solidFill>
                  <a:srgbClr val="303030"/>
                </a:solidFill>
                <a:latin typeface="Comic Sans MS" panose="030F0702030302020204" pitchFamily="66" charset="0"/>
              </a:rPr>
              <a:t> Sa &amp; PMR</a:t>
            </a:r>
            <a:endParaRPr lang="en-AU" sz="1600" dirty="0">
              <a:latin typeface="Comic Sans MS" panose="030F0702030302020204" pitchFamily="66" charset="0"/>
            </a:endParaRPr>
          </a:p>
        </p:txBody>
      </p:sp>
      <p:sp>
        <p:nvSpPr>
          <p:cNvPr id="3" name="Subtitle 2">
            <a:extLst>
              <a:ext uri="{FF2B5EF4-FFF2-40B4-BE49-F238E27FC236}">
                <a16:creationId xmlns:a16="http://schemas.microsoft.com/office/drawing/2014/main" id="{6CDD9497-B130-C06A-7E50-351C023D3A02}"/>
              </a:ext>
            </a:extLst>
          </p:cNvPr>
          <p:cNvSpPr>
            <a:spLocks noGrp="1"/>
          </p:cNvSpPr>
          <p:nvPr>
            <p:ph type="body" idx="1"/>
          </p:nvPr>
        </p:nvSpPr>
        <p:spPr/>
        <p:txBody>
          <a:bodyPr>
            <a:noAutofit/>
          </a:bodyPr>
          <a:lstStyle/>
          <a:p>
            <a:r>
              <a:rPr lang="en-AU" sz="1200" dirty="0"/>
              <a:t>The infant school for children between 5-7 years is located in Prestwood, UK. Surrounded by trees in a quiet residential area as explained in the site analysis below.</a:t>
            </a:r>
          </a:p>
        </p:txBody>
      </p:sp>
      <p:pic>
        <p:nvPicPr>
          <p:cNvPr id="18" name="Content Placeholder 17" descr="A picture containing indoor, ceiling, flooring, property&#10;&#10;Description automatically generated">
            <a:extLst>
              <a:ext uri="{FF2B5EF4-FFF2-40B4-BE49-F238E27FC236}">
                <a16:creationId xmlns:a16="http://schemas.microsoft.com/office/drawing/2014/main" id="{5528FFE9-0B56-B0C5-8384-4CB4E82B06C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674935" y="1559005"/>
            <a:ext cx="1362667" cy="865351"/>
          </a:xfrm>
        </p:spPr>
      </p:pic>
      <p:sp>
        <p:nvSpPr>
          <p:cNvPr id="15" name="Text Placeholder 14">
            <a:extLst>
              <a:ext uri="{FF2B5EF4-FFF2-40B4-BE49-F238E27FC236}">
                <a16:creationId xmlns:a16="http://schemas.microsoft.com/office/drawing/2014/main" id="{E03772E2-A59C-921D-522A-E9745412C9E9}"/>
              </a:ext>
            </a:extLst>
          </p:cNvPr>
          <p:cNvSpPr>
            <a:spLocks noGrp="1"/>
          </p:cNvSpPr>
          <p:nvPr>
            <p:ph type="body" sz="quarter" idx="3"/>
          </p:nvPr>
        </p:nvSpPr>
        <p:spPr/>
        <p:txBody>
          <a:bodyPr/>
          <a:lstStyle/>
          <a:p>
            <a:r>
              <a:rPr lang="en-AU" sz="1200" dirty="0"/>
              <a:t>Britain's weather is unique as five air masses battle for supremacy including </a:t>
            </a:r>
            <a:r>
              <a:rPr lang="en-AU" sz="1200" dirty="0" err="1"/>
              <a:t>conitental</a:t>
            </a:r>
            <a:r>
              <a:rPr lang="en-AU" sz="1200" dirty="0"/>
              <a:t> polar, arctic maritime, polar maritime, tropical maritime and tropical continental.</a:t>
            </a:r>
          </a:p>
        </p:txBody>
      </p:sp>
      <p:pic>
        <p:nvPicPr>
          <p:cNvPr id="5" name="Picture 4" descr="A picture containing screenshot, map&#10;&#10;Description automatically generated">
            <a:extLst>
              <a:ext uri="{FF2B5EF4-FFF2-40B4-BE49-F238E27FC236}">
                <a16:creationId xmlns:a16="http://schemas.microsoft.com/office/drawing/2014/main" id="{D108774B-2052-24AF-E6DB-29821CF079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2039" y="3363418"/>
            <a:ext cx="5460361" cy="2875745"/>
          </a:xfrm>
          <a:prstGeom prst="rect">
            <a:avLst/>
          </a:prstGeom>
          <a:ln>
            <a:solidFill>
              <a:schemeClr val="accent6"/>
            </a:solidFill>
          </a:ln>
        </p:spPr>
      </p:pic>
      <p:pic>
        <p:nvPicPr>
          <p:cNvPr id="7" name="Picture 6" descr="A picture containing text, map, screenshot&#10;&#10;Description automatically generated">
            <a:extLst>
              <a:ext uri="{FF2B5EF4-FFF2-40B4-BE49-F238E27FC236}">
                <a16:creationId xmlns:a16="http://schemas.microsoft.com/office/drawing/2014/main" id="{E410F30A-1B15-63B9-B454-C1DAA89930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3363418"/>
            <a:ext cx="5486400" cy="2875745"/>
          </a:xfrm>
          <a:prstGeom prst="rect">
            <a:avLst/>
          </a:prstGeom>
          <a:ln>
            <a:solidFill>
              <a:schemeClr val="accent6"/>
            </a:solidFill>
          </a:ln>
        </p:spPr>
      </p:pic>
      <p:pic>
        <p:nvPicPr>
          <p:cNvPr id="9" name="Picture 8" descr="A group of people walking outside a building">
            <a:extLst>
              <a:ext uri="{FF2B5EF4-FFF2-40B4-BE49-F238E27FC236}">
                <a16:creationId xmlns:a16="http://schemas.microsoft.com/office/drawing/2014/main" id="{7E6F0C69-29F7-2F8E-7064-71EE60671C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 y="618836"/>
            <a:ext cx="2698201" cy="1770445"/>
          </a:xfrm>
          <a:prstGeom prst="rect">
            <a:avLst/>
          </a:prstGeom>
          <a:ln>
            <a:solidFill>
              <a:srgbClr val="92D050"/>
            </a:solidFill>
          </a:ln>
        </p:spPr>
      </p:pic>
      <p:pic>
        <p:nvPicPr>
          <p:cNvPr id="11" name="Picture 10" descr="A picture containing sketch, drawing, diagram, plan&#10;&#10;Description automatically generated">
            <a:extLst>
              <a:ext uri="{FF2B5EF4-FFF2-40B4-BE49-F238E27FC236}">
                <a16:creationId xmlns:a16="http://schemas.microsoft.com/office/drawing/2014/main" id="{9A472D17-5C37-D9B3-08F7-E280986F9B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12269" y="1559005"/>
            <a:ext cx="1362667" cy="853710"/>
          </a:xfrm>
          <a:prstGeom prst="rect">
            <a:avLst/>
          </a:prstGeom>
          <a:solidFill>
            <a:schemeClr val="accent2">
              <a:lumMod val="75000"/>
            </a:schemeClr>
          </a:solidFill>
          <a:ln>
            <a:solidFill>
              <a:schemeClr val="accent6"/>
            </a:solidFill>
          </a:ln>
        </p:spPr>
      </p:pic>
      <p:pic>
        <p:nvPicPr>
          <p:cNvPr id="13" name="Picture 12" descr="Cartoon bee with pencil">
            <a:extLst>
              <a:ext uri="{FF2B5EF4-FFF2-40B4-BE49-F238E27FC236}">
                <a16:creationId xmlns:a16="http://schemas.microsoft.com/office/drawing/2014/main" id="{43760C23-1BB8-3B9C-FE6B-955D5BDE68E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04541" y="643692"/>
            <a:ext cx="1676259" cy="1008816"/>
          </a:xfrm>
          <a:prstGeom prst="rect">
            <a:avLst/>
          </a:prstGeom>
        </p:spPr>
      </p:pic>
    </p:spTree>
    <p:extLst>
      <p:ext uri="{BB962C8B-B14F-4D97-AF65-F5344CB8AC3E}">
        <p14:creationId xmlns:p14="http://schemas.microsoft.com/office/powerpoint/2010/main" val="2138722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sketch, art, drawing, child art&#10;&#10;Description automatically generated">
            <a:extLst>
              <a:ext uri="{FF2B5EF4-FFF2-40B4-BE49-F238E27FC236}">
                <a16:creationId xmlns:a16="http://schemas.microsoft.com/office/drawing/2014/main" id="{06B9A161-A548-F279-F1E6-EA5D6575F9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1527" y="1732499"/>
            <a:ext cx="6855645" cy="3856101"/>
          </a:xfrm>
          <a:prstGeom prst="rect">
            <a:avLst/>
          </a:prstGeom>
        </p:spPr>
      </p:pic>
      <p:sp>
        <p:nvSpPr>
          <p:cNvPr id="6" name="TextBox 5">
            <a:extLst>
              <a:ext uri="{FF2B5EF4-FFF2-40B4-BE49-F238E27FC236}">
                <a16:creationId xmlns:a16="http://schemas.microsoft.com/office/drawing/2014/main" id="{97979E41-D602-BAC7-7261-3903D94E6289}"/>
              </a:ext>
            </a:extLst>
          </p:cNvPr>
          <p:cNvSpPr txBox="1"/>
          <p:nvPr/>
        </p:nvSpPr>
        <p:spPr>
          <a:xfrm>
            <a:off x="2156460" y="1269400"/>
            <a:ext cx="7879080" cy="369332"/>
          </a:xfrm>
          <a:prstGeom prst="rect">
            <a:avLst/>
          </a:prstGeom>
          <a:noFill/>
        </p:spPr>
        <p:txBody>
          <a:bodyPr wrap="none" rtlCol="0">
            <a:spAutoFit/>
          </a:bodyPr>
          <a:lstStyle/>
          <a:p>
            <a:r>
              <a:rPr lang="en-AU" dirty="0">
                <a:latin typeface="Comic Sans MS" panose="030F0702030302020204" pitchFamily="66" charset="0"/>
              </a:rPr>
              <a:t>Little Hall at Prestwood Infant school, hand-drawn perspective drawing</a:t>
            </a:r>
          </a:p>
        </p:txBody>
      </p:sp>
    </p:spTree>
    <p:extLst>
      <p:ext uri="{BB962C8B-B14F-4D97-AF65-F5344CB8AC3E}">
        <p14:creationId xmlns:p14="http://schemas.microsoft.com/office/powerpoint/2010/main" val="2237432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7AA7E0-C2A8-A5C7-2CC4-52DD4600B250}"/>
              </a:ext>
            </a:extLst>
          </p:cNvPr>
          <p:cNvSpPr txBox="1"/>
          <p:nvPr/>
        </p:nvSpPr>
        <p:spPr>
          <a:xfrm>
            <a:off x="876693" y="1032610"/>
            <a:ext cx="4864231" cy="4789132"/>
          </a:xfrm>
          <a:prstGeom prst="rect">
            <a:avLst/>
          </a:prstGeom>
          <a:noFill/>
        </p:spPr>
        <p:txBody>
          <a:bodyPr wrap="square">
            <a:spAutoFit/>
          </a:bodyPr>
          <a:lstStyle/>
          <a:p>
            <a:pPr>
              <a:lnSpc>
                <a:spcPct val="107000"/>
              </a:lnSpc>
              <a:spcBef>
                <a:spcPts val="380"/>
              </a:spcBef>
            </a:pPr>
            <a:r>
              <a:rPr lang="en-AU" sz="1100" b="1" kern="100"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Plan and Notes for my physical Model “Little Hall” </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253"/>
              </a:spcAft>
            </a:pPr>
            <a:r>
              <a:rPr lang="en-AU" sz="1100" u="sng" kern="100" dirty="0">
                <a:latin typeface="Calibri" panose="020F0502020204030204" pitchFamily="34" charset="0"/>
                <a:ea typeface="Calibri" panose="020F0502020204030204" pitchFamily="34" charset="0"/>
                <a:cs typeface="Times New Roman" panose="02020603050405020304" pitchFamily="18" charset="0"/>
              </a:rPr>
              <a:t>Shopping list:</a:t>
            </a:r>
            <a:endParaRPr lang="en-AU" sz="11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1 x Gorilla Glue Clear 51 ml				$13.60</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1 x Foam Board 5mm Thick</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(500 x770mm)						$16.00</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1 x Gorilla Mountain putty white			$9.60</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2 x Silver Flute Board 30.5x30.5cm			$7.00</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1 x Kraft board 30.5x30.5cm				$4.25</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2 x Skinny Sticks 148x5mm, 80pk			$5.00</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1x Wooden match sticks coloured			$2.98</a:t>
            </a: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253"/>
              </a:spcAft>
            </a:pPr>
            <a:r>
              <a:rPr lang="en-AU" sz="1100" u="sng" kern="100" dirty="0">
                <a:latin typeface="Calibri" panose="020F0502020204030204" pitchFamily="34" charset="0"/>
                <a:ea typeface="Calibri" panose="020F0502020204030204" pitchFamily="34" charset="0"/>
                <a:cs typeface="Times New Roman" panose="02020603050405020304" pitchFamily="18" charset="0"/>
              </a:rPr>
              <a:t>Have at home tools and utensils:</a:t>
            </a:r>
            <a:endParaRPr lang="en-AU" sz="11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253"/>
              </a:spcAft>
            </a:pPr>
            <a:r>
              <a:rPr lang="en-AU" sz="1100" kern="100" dirty="0">
                <a:latin typeface="Calibri" panose="020F0502020204030204" pitchFamily="34" charset="0"/>
                <a:ea typeface="Calibri" panose="020F0502020204030204" pitchFamily="34" charset="0"/>
                <a:cs typeface="Times New Roman" panose="02020603050405020304" pitchFamily="18" charset="0"/>
              </a:rPr>
              <a:t>Scissors, Stanley knife, ruler, pencils, eraser, sharpener, mini saw for timber cutting</a:t>
            </a:r>
          </a:p>
          <a:p>
            <a:pPr>
              <a:lnSpc>
                <a:spcPct val="107000"/>
              </a:lnSpc>
              <a:spcAft>
                <a:spcPts val="253"/>
              </a:spcAft>
            </a:pPr>
            <a:r>
              <a:rPr lang="en-AU" sz="1100" u="sng" kern="100" dirty="0">
                <a:latin typeface="Calibri" panose="020F0502020204030204" pitchFamily="34" charset="0"/>
                <a:ea typeface="Calibri" panose="020F0502020204030204" pitchFamily="34" charset="0"/>
                <a:cs typeface="Times New Roman" panose="02020603050405020304" pitchFamily="18" charset="0"/>
              </a:rPr>
              <a:t>Plan:</a:t>
            </a:r>
            <a:endParaRPr lang="en-AU" sz="1100" kern="100" dirty="0">
              <a:latin typeface="Calibri" panose="020F0502020204030204" pitchFamily="34" charset="0"/>
              <a:ea typeface="Calibri" panose="020F0502020204030204" pitchFamily="34" charset="0"/>
              <a:cs typeface="Times New Roman" panose="02020603050405020304" pitchFamily="18" charset="0"/>
            </a:endParaRPr>
          </a:p>
          <a:p>
            <a:pPr marL="108496" indent="-108496">
              <a:lnSpc>
                <a:spcPct val="107000"/>
              </a:lnSpc>
              <a:buFont typeface="Symbol" panose="05050102010706020507" pitchFamily="18" charset="2"/>
              <a:buChar char=""/>
            </a:pPr>
            <a:r>
              <a:rPr lang="en-AU" sz="1100" kern="100" dirty="0">
                <a:latin typeface="Calibri" panose="020F0502020204030204" pitchFamily="34" charset="0"/>
                <a:ea typeface="Calibri" panose="020F0502020204030204" pitchFamily="34" charset="0"/>
                <a:cs typeface="Times New Roman" panose="02020603050405020304" pitchFamily="18" charset="0"/>
              </a:rPr>
              <a:t>Using print out drawings to follow shapes and structures on foam board</a:t>
            </a:r>
          </a:p>
          <a:p>
            <a:pPr marL="108496" indent="-108496">
              <a:lnSpc>
                <a:spcPct val="107000"/>
              </a:lnSpc>
              <a:buFont typeface="Symbol" panose="05050102010706020507" pitchFamily="18" charset="2"/>
              <a:buChar char=""/>
            </a:pPr>
            <a:r>
              <a:rPr lang="en-AU" sz="1100" kern="100" dirty="0">
                <a:latin typeface="Calibri" panose="020F0502020204030204" pitchFamily="34" charset="0"/>
                <a:ea typeface="Calibri" panose="020F0502020204030204" pitchFamily="34" charset="0"/>
                <a:cs typeface="Times New Roman" panose="02020603050405020304" pitchFamily="18" charset="0"/>
              </a:rPr>
              <a:t>Kraft board for base of model</a:t>
            </a:r>
          </a:p>
          <a:p>
            <a:pPr marL="108496" indent="-108496">
              <a:lnSpc>
                <a:spcPct val="107000"/>
              </a:lnSpc>
              <a:buFont typeface="Symbol" panose="05050102010706020507" pitchFamily="18" charset="2"/>
              <a:buChar char=""/>
            </a:pPr>
            <a:r>
              <a:rPr lang="en-AU" sz="1100" kern="100" dirty="0">
                <a:latin typeface="Calibri" panose="020F0502020204030204" pitchFamily="34" charset="0"/>
                <a:ea typeface="Calibri" panose="020F0502020204030204" pitchFamily="34" charset="0"/>
                <a:cs typeface="Times New Roman" panose="02020603050405020304" pitchFamily="18" charset="0"/>
              </a:rPr>
              <a:t>Forming model out of form board</a:t>
            </a:r>
          </a:p>
          <a:p>
            <a:pPr marL="108496" indent="-108496">
              <a:lnSpc>
                <a:spcPct val="107000"/>
              </a:lnSpc>
              <a:buFont typeface="Symbol" panose="05050102010706020507" pitchFamily="18" charset="2"/>
              <a:buChar char=""/>
            </a:pPr>
            <a:r>
              <a:rPr lang="en-AU" sz="1100" kern="100" dirty="0">
                <a:latin typeface="Calibri" panose="020F0502020204030204" pitchFamily="34" charset="0"/>
                <a:ea typeface="Calibri" panose="020F0502020204030204" pitchFamily="34" charset="0"/>
                <a:cs typeface="Times New Roman" panose="02020603050405020304" pitchFamily="18" charset="0"/>
              </a:rPr>
              <a:t>Gluing together main structural parts</a:t>
            </a:r>
          </a:p>
          <a:p>
            <a:pPr marL="108496" indent="-108496">
              <a:lnSpc>
                <a:spcPct val="107000"/>
              </a:lnSpc>
              <a:buFont typeface="Symbol" panose="05050102010706020507" pitchFamily="18" charset="2"/>
              <a:buChar char=""/>
            </a:pPr>
            <a:r>
              <a:rPr lang="en-AU" sz="1100" kern="100" dirty="0">
                <a:latin typeface="Calibri" panose="020F0502020204030204" pitchFamily="34" charset="0"/>
                <a:ea typeface="Calibri" panose="020F0502020204030204" pitchFamily="34" charset="0"/>
                <a:cs typeface="Times New Roman" panose="02020603050405020304" pitchFamily="18" charset="0"/>
              </a:rPr>
              <a:t>Gluing match sticks together to form colourful stud walls</a:t>
            </a:r>
          </a:p>
          <a:p>
            <a:pPr marL="108496" indent="-108496">
              <a:lnSpc>
                <a:spcPct val="107000"/>
              </a:lnSpc>
              <a:buFont typeface="Symbol" panose="05050102010706020507" pitchFamily="18" charset="2"/>
              <a:buChar char=""/>
            </a:pPr>
            <a:r>
              <a:rPr lang="en-AU" sz="1100" kern="100" dirty="0">
                <a:latin typeface="Calibri" panose="020F0502020204030204" pitchFamily="34" charset="0"/>
                <a:ea typeface="Calibri" panose="020F0502020204030204" pitchFamily="34" charset="0"/>
                <a:cs typeface="Times New Roman" panose="02020603050405020304" pitchFamily="18" charset="0"/>
              </a:rPr>
              <a:t>Clear PVC sheeting for windows</a:t>
            </a:r>
          </a:p>
          <a:p>
            <a:pPr marL="108496" indent="-108496">
              <a:lnSpc>
                <a:spcPct val="107000"/>
              </a:lnSpc>
              <a:buFont typeface="Symbol" panose="05050102010706020507" pitchFamily="18" charset="2"/>
              <a:buChar char=""/>
            </a:pPr>
            <a:r>
              <a:rPr lang="en-AU" sz="1100" kern="100" dirty="0">
                <a:latin typeface="Calibri" panose="020F0502020204030204" pitchFamily="34" charset="0"/>
                <a:ea typeface="Calibri" panose="020F0502020204030204" pitchFamily="34" charset="0"/>
                <a:cs typeface="Times New Roman" panose="02020603050405020304" pitchFamily="18" charset="0"/>
              </a:rPr>
              <a:t>Silver flute board for metal roof sheeting</a:t>
            </a:r>
          </a:p>
          <a:p>
            <a:pPr marL="108496" indent="-108496">
              <a:lnSpc>
                <a:spcPct val="107000"/>
              </a:lnSpc>
              <a:spcAft>
                <a:spcPts val="253"/>
              </a:spcAft>
              <a:buFont typeface="Symbol" panose="05050102010706020507" pitchFamily="18" charset="2"/>
              <a:buChar char=""/>
            </a:pPr>
            <a:r>
              <a:rPr lang="en-AU" sz="1100" kern="100" dirty="0">
                <a:latin typeface="Calibri" panose="020F0502020204030204" pitchFamily="34" charset="0"/>
                <a:ea typeface="Calibri" panose="020F0502020204030204" pitchFamily="34" charset="0"/>
                <a:cs typeface="Times New Roman" panose="02020603050405020304" pitchFamily="18" charset="0"/>
              </a:rPr>
              <a:t>Allow extra 1 to 2 days for glue and spray paint to dry</a:t>
            </a:r>
          </a:p>
        </p:txBody>
      </p:sp>
      <p:graphicFrame>
        <p:nvGraphicFramePr>
          <p:cNvPr id="5" name="Table 5">
            <a:extLst>
              <a:ext uri="{FF2B5EF4-FFF2-40B4-BE49-F238E27FC236}">
                <a16:creationId xmlns:a16="http://schemas.microsoft.com/office/drawing/2014/main" id="{21B7E899-AC06-9060-B537-015C13DE98F7}"/>
              </a:ext>
            </a:extLst>
          </p:cNvPr>
          <p:cNvGraphicFramePr>
            <a:graphicFrameLocks noGrp="1"/>
          </p:cNvGraphicFramePr>
          <p:nvPr>
            <p:extLst>
              <p:ext uri="{D42A27DB-BD31-4B8C-83A1-F6EECF244321}">
                <p14:modId xmlns:p14="http://schemas.microsoft.com/office/powerpoint/2010/main" val="1889954367"/>
              </p:ext>
            </p:extLst>
          </p:nvPr>
        </p:nvGraphicFramePr>
        <p:xfrm>
          <a:off x="6262254" y="1578056"/>
          <a:ext cx="4519915" cy="3077070"/>
        </p:xfrm>
        <a:graphic>
          <a:graphicData uri="http://schemas.openxmlformats.org/drawingml/2006/table">
            <a:tbl>
              <a:tblPr firstRow="1" bandRow="1">
                <a:tableStyleId>{5C22544A-7EE6-4342-B048-85BDC9FD1C3A}</a:tableStyleId>
              </a:tblPr>
              <a:tblGrid>
                <a:gridCol w="1504489">
                  <a:extLst>
                    <a:ext uri="{9D8B030D-6E8A-4147-A177-3AD203B41FA5}">
                      <a16:colId xmlns:a16="http://schemas.microsoft.com/office/drawing/2014/main" val="848000551"/>
                    </a:ext>
                  </a:extLst>
                </a:gridCol>
                <a:gridCol w="1507713">
                  <a:extLst>
                    <a:ext uri="{9D8B030D-6E8A-4147-A177-3AD203B41FA5}">
                      <a16:colId xmlns:a16="http://schemas.microsoft.com/office/drawing/2014/main" val="2545686906"/>
                    </a:ext>
                  </a:extLst>
                </a:gridCol>
                <a:gridCol w="1507713">
                  <a:extLst>
                    <a:ext uri="{9D8B030D-6E8A-4147-A177-3AD203B41FA5}">
                      <a16:colId xmlns:a16="http://schemas.microsoft.com/office/drawing/2014/main" val="1728982870"/>
                    </a:ext>
                  </a:extLst>
                </a:gridCol>
              </a:tblGrid>
              <a:tr h="516382">
                <a:tc>
                  <a:txBody>
                    <a:bodyPr/>
                    <a:lstStyle/>
                    <a:p>
                      <a:r>
                        <a:rPr lang="en-AU" sz="1200" dirty="0">
                          <a:latin typeface="Comic Sans MS" panose="030F0702030302020204" pitchFamily="66" charset="0"/>
                        </a:rPr>
                        <a:t>Time management</a:t>
                      </a:r>
                    </a:p>
                  </a:txBody>
                  <a:tcPr/>
                </a:tc>
                <a:tc>
                  <a:txBody>
                    <a:bodyPr/>
                    <a:lstStyle/>
                    <a:p>
                      <a:r>
                        <a:rPr lang="en-AU" sz="1200" dirty="0">
                          <a:latin typeface="Comic Sans MS" panose="030F0702030302020204" pitchFamily="66" charset="0"/>
                        </a:rPr>
                        <a:t>Date</a:t>
                      </a:r>
                    </a:p>
                  </a:txBody>
                  <a:tcPr/>
                </a:tc>
                <a:tc>
                  <a:txBody>
                    <a:bodyPr/>
                    <a:lstStyle/>
                    <a:p>
                      <a:r>
                        <a:rPr lang="en-AU" sz="1200" dirty="0">
                          <a:latin typeface="Comic Sans MS" panose="030F0702030302020204" pitchFamily="66" charset="0"/>
                        </a:rPr>
                        <a:t>Status</a:t>
                      </a:r>
                    </a:p>
                  </a:txBody>
                  <a:tcPr/>
                </a:tc>
                <a:extLst>
                  <a:ext uri="{0D108BD9-81ED-4DB2-BD59-A6C34878D82A}">
                    <a16:rowId xmlns:a16="http://schemas.microsoft.com/office/drawing/2014/main" val="1471997996"/>
                  </a:ext>
                </a:extLst>
              </a:tr>
              <a:tr h="516382">
                <a:tc>
                  <a:txBody>
                    <a:bodyPr/>
                    <a:lstStyle/>
                    <a:p>
                      <a:r>
                        <a:rPr lang="en-AU" sz="1200" dirty="0"/>
                        <a:t>Materials </a:t>
                      </a:r>
                    </a:p>
                  </a:txBody>
                  <a:tcPr/>
                </a:tc>
                <a:tc>
                  <a:txBody>
                    <a:bodyPr/>
                    <a:lstStyle/>
                    <a:p>
                      <a:r>
                        <a:rPr lang="en-AU" sz="1200" dirty="0"/>
                        <a:t>08/06/2023</a:t>
                      </a:r>
                    </a:p>
                  </a:txBody>
                  <a:tcPr/>
                </a:tc>
                <a:tc>
                  <a:txBody>
                    <a:bodyPr/>
                    <a:lstStyle/>
                    <a:p>
                      <a:r>
                        <a:rPr lang="en-AU" sz="1200" dirty="0"/>
                        <a:t>Finished</a:t>
                      </a:r>
                    </a:p>
                  </a:txBody>
                  <a:tcPr/>
                </a:tc>
                <a:extLst>
                  <a:ext uri="{0D108BD9-81ED-4DB2-BD59-A6C34878D82A}">
                    <a16:rowId xmlns:a16="http://schemas.microsoft.com/office/drawing/2014/main" val="3555806140"/>
                  </a:ext>
                </a:extLst>
              </a:tr>
              <a:tr h="636635">
                <a:tc>
                  <a:txBody>
                    <a:bodyPr/>
                    <a:lstStyle/>
                    <a:p>
                      <a:r>
                        <a:rPr lang="en-AU" sz="1200" dirty="0"/>
                        <a:t>Started drawing on foam board</a:t>
                      </a:r>
                    </a:p>
                  </a:txBody>
                  <a:tcPr/>
                </a:tc>
                <a:tc>
                  <a:txBody>
                    <a:bodyPr/>
                    <a:lstStyle/>
                    <a:p>
                      <a:r>
                        <a:rPr lang="en-AU" sz="1200" dirty="0"/>
                        <a:t>09/06/2023</a:t>
                      </a:r>
                    </a:p>
                    <a:p>
                      <a:endParaRPr lang="en-AU" sz="1200" dirty="0"/>
                    </a:p>
                  </a:txBody>
                  <a:tcPr/>
                </a:tc>
                <a:tc>
                  <a:txBody>
                    <a:bodyPr/>
                    <a:lstStyle/>
                    <a:p>
                      <a:r>
                        <a:rPr lang="en-AU" sz="1200" dirty="0"/>
                        <a:t>Finished</a:t>
                      </a:r>
                    </a:p>
                  </a:txBody>
                  <a:tcPr/>
                </a:tc>
                <a:extLst>
                  <a:ext uri="{0D108BD9-81ED-4DB2-BD59-A6C34878D82A}">
                    <a16:rowId xmlns:a16="http://schemas.microsoft.com/office/drawing/2014/main" val="732580883"/>
                  </a:ext>
                </a:extLst>
              </a:tr>
              <a:tr h="516382">
                <a:tc>
                  <a:txBody>
                    <a:bodyPr/>
                    <a:lstStyle/>
                    <a:p>
                      <a:r>
                        <a:rPr lang="en-AU" sz="1200" dirty="0"/>
                        <a:t>Cutting out shapes</a:t>
                      </a:r>
                    </a:p>
                  </a:txBody>
                  <a:tcPr/>
                </a:tc>
                <a:tc>
                  <a:txBody>
                    <a:bodyPr/>
                    <a:lstStyle/>
                    <a:p>
                      <a:r>
                        <a:rPr lang="en-AU" sz="1200" dirty="0"/>
                        <a:t>Planned 10/06/2023</a:t>
                      </a:r>
                    </a:p>
                  </a:txBody>
                  <a:tcPr/>
                </a:tc>
                <a:tc>
                  <a:txBody>
                    <a:bodyPr/>
                    <a:lstStyle/>
                    <a:p>
                      <a:endParaRPr lang="en-AU" sz="1200"/>
                    </a:p>
                  </a:txBody>
                  <a:tcPr/>
                </a:tc>
                <a:extLst>
                  <a:ext uri="{0D108BD9-81ED-4DB2-BD59-A6C34878D82A}">
                    <a16:rowId xmlns:a16="http://schemas.microsoft.com/office/drawing/2014/main" val="1695002412"/>
                  </a:ext>
                </a:extLst>
              </a:tr>
              <a:tr h="891289">
                <a:tc>
                  <a:txBody>
                    <a:bodyPr/>
                    <a:lstStyle/>
                    <a:p>
                      <a:r>
                        <a:rPr lang="en-AU" sz="1200" dirty="0"/>
                        <a:t>Starting to glue together and leave to set</a:t>
                      </a:r>
                    </a:p>
                  </a:txBody>
                  <a:tcPr/>
                </a:tc>
                <a:tc>
                  <a:txBody>
                    <a:bodyPr/>
                    <a:lstStyle/>
                    <a:p>
                      <a:endParaRPr lang="en-AU" sz="1200" dirty="0"/>
                    </a:p>
                  </a:txBody>
                  <a:tcPr/>
                </a:tc>
                <a:tc>
                  <a:txBody>
                    <a:bodyPr/>
                    <a:lstStyle/>
                    <a:p>
                      <a:endParaRPr lang="en-AU" sz="1200" dirty="0"/>
                    </a:p>
                  </a:txBody>
                  <a:tcPr/>
                </a:tc>
                <a:extLst>
                  <a:ext uri="{0D108BD9-81ED-4DB2-BD59-A6C34878D82A}">
                    <a16:rowId xmlns:a16="http://schemas.microsoft.com/office/drawing/2014/main" val="965740784"/>
                  </a:ext>
                </a:extLst>
              </a:tr>
            </a:tbl>
          </a:graphicData>
        </a:graphic>
      </p:graphicFrame>
    </p:spTree>
    <p:extLst>
      <p:ext uri="{BB962C8B-B14F-4D97-AF65-F5344CB8AC3E}">
        <p14:creationId xmlns:p14="http://schemas.microsoft.com/office/powerpoint/2010/main" val="3601601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114C4E-22DF-9689-974D-2A6E51E026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34174" y="1640204"/>
            <a:ext cx="1975572" cy="2150797"/>
          </a:xfrm>
          <a:prstGeom prst="rect">
            <a:avLst/>
          </a:prstGeom>
        </p:spPr>
      </p:pic>
      <p:sp>
        <p:nvSpPr>
          <p:cNvPr id="4" name="TextBox 3">
            <a:extLst>
              <a:ext uri="{FF2B5EF4-FFF2-40B4-BE49-F238E27FC236}">
                <a16:creationId xmlns:a16="http://schemas.microsoft.com/office/drawing/2014/main" id="{DE399188-A7AF-7D12-D614-524830929274}"/>
              </a:ext>
            </a:extLst>
          </p:cNvPr>
          <p:cNvSpPr txBox="1"/>
          <p:nvPr/>
        </p:nvSpPr>
        <p:spPr>
          <a:xfrm>
            <a:off x="914400" y="831272"/>
            <a:ext cx="7767782" cy="3283848"/>
          </a:xfrm>
          <a:prstGeom prst="rect">
            <a:avLst/>
          </a:prstGeom>
          <a:noFill/>
        </p:spPr>
        <p:txBody>
          <a:bodyPr wrap="square">
            <a:spAutoFit/>
          </a:bodyPr>
          <a:lstStyle/>
          <a:p>
            <a:pPr>
              <a:lnSpc>
                <a:spcPct val="107000"/>
              </a:lnSpc>
              <a:spcBef>
                <a:spcPts val="1200"/>
              </a:spcBef>
            </a:pPr>
            <a:r>
              <a:rPr lang="en-US" sz="14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Short reflection/Graphic style plan</a:t>
            </a:r>
            <a:endParaRPr lang="en-AU" sz="1400" b="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AU"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Group 3, (Eric, Sayed, Fang and myself) decided to look at Kindergarten facilities around the world, because children all around the world deserve a save environment where they can play, learn and socialize. Kindergartens have all the same main target, to keep children safe and make them feel happy and comfortable. We selected different models around the world and everyone picked a different cultural background as well. It will be interesting to see some similarities but also differences in building design, structural design and safety for all case studies. We decided to follow same font style for the group project which will be </a:t>
            </a:r>
            <a:r>
              <a:rPr lang="en-US" sz="1400" kern="100" dirty="0">
                <a:effectLst/>
                <a:latin typeface="Comic Sans MS" panose="030F0702030302020204" pitchFamily="66" charset="0"/>
                <a:ea typeface="Calibri" panose="020F0502020204030204" pitchFamily="34" charset="0"/>
                <a:cs typeface="Times New Roman" panose="02020603050405020304" pitchFamily="18" charset="0"/>
              </a:rPr>
              <a:t>Comic Sans </a:t>
            </a:r>
            <a:r>
              <a:rPr lang="en-US" sz="1400" kern="100" dirty="0" err="1">
                <a:effectLst/>
                <a:latin typeface="Comic Sans MS" panose="030F0702030302020204" pitchFamily="66" charset="0"/>
                <a:ea typeface="Calibri" panose="020F0502020204030204" pitchFamily="34" charset="0"/>
                <a:cs typeface="Times New Roman" panose="02020603050405020304" pitchFamily="18" charset="0"/>
              </a:rPr>
              <a:t>Ms</a:t>
            </a:r>
            <a:r>
              <a:rPr lang="en-US" sz="1400" kern="100" dirty="0">
                <a:effectLst/>
                <a:latin typeface="Comic Sans MS" panose="030F0702030302020204" pitchFamily="66" charset="0"/>
                <a:ea typeface="Calibri" panose="020F0502020204030204" pitchFamily="34" charset="0"/>
                <a:cs typeface="Times New Roman" panose="02020603050405020304" pitchFamily="18" charset="0"/>
              </a:rPr>
              <a:t> </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and our poster will include a </a:t>
            </a:r>
            <a:r>
              <a:rPr lang="en-US" sz="1400" kern="100" dirty="0" err="1">
                <a:effectLst/>
                <a:latin typeface="Calibri" panose="020F0502020204030204" pitchFamily="34" charset="0"/>
                <a:ea typeface="Calibri" panose="020F0502020204030204" pitchFamily="34" charset="0"/>
                <a:cs typeface="Times New Roman" panose="02020603050405020304" pitchFamily="18" charset="0"/>
              </a:rPr>
              <a:t>centre</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picture which I have included here.</a:t>
            </a:r>
            <a:endParaRPr lang="en-AU"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I picked my personal case study Little Hall in Preston, UK. The simplicity of the building but also colorful and playful design caught my interest. </a:t>
            </a:r>
            <a:r>
              <a:rPr lang="en-AU" sz="1400" kern="100" dirty="0">
                <a:solidFill>
                  <a:srgbClr val="303030"/>
                </a:solidFill>
                <a:effectLst/>
                <a:latin typeface="Source Sans Pro" panose="020B0503030403020204" pitchFamily="34" charset="0"/>
                <a:ea typeface="Calibri" panose="020F0502020204030204" pitchFamily="34" charset="0"/>
                <a:cs typeface="Times New Roman" panose="02020603050405020304" pitchFamily="18" charset="0"/>
              </a:rPr>
              <a:t>The famous children’s author Roald Dahl was the inspiration for the building, which was built in 2015.</a:t>
            </a:r>
            <a:endParaRPr lang="en-AU"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0034645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103</TotalTime>
  <Words>545</Words>
  <Application>Microsoft Office PowerPoint</Application>
  <PresentationFormat>Widescreen</PresentationFormat>
  <Paragraphs>43</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Calibri Light</vt:lpstr>
      <vt:lpstr>Comic Sans MS</vt:lpstr>
      <vt:lpstr>Garamond</vt:lpstr>
      <vt:lpstr>Source Sans Pro</vt:lpstr>
      <vt:lpstr>Symbol</vt:lpstr>
      <vt:lpstr>Organic</vt:lpstr>
      <vt:lpstr>Little Hall at Prestwood Infant school, UK                                               Built: 2015                  Cost: 158,000 British Pounds              Architects: De Rosee Sa &amp; PMR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Little Hall at Prestwood Infant school </dc:title>
  <dc:creator>olivera pesic</dc:creator>
  <cp:lastModifiedBy>olivera pesic</cp:lastModifiedBy>
  <cp:revision>1</cp:revision>
  <dcterms:created xsi:type="dcterms:W3CDTF">2023-06-09T07:51:09Z</dcterms:created>
  <dcterms:modified xsi:type="dcterms:W3CDTF">2023-06-09T09:38:39Z</dcterms:modified>
</cp:coreProperties>
</file>