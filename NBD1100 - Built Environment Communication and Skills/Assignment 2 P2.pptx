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4" r:id="rId5"/>
    <p:sldId id="262" r:id="rId6"/>
    <p:sldId id="266" r:id="rId7"/>
    <p:sldId id="265" r:id="rId8"/>
    <p:sldId id="268" r:id="rId9"/>
    <p:sldId id="269"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3E71E8-1C1F-4052-A81E-4FFAD32357C6}" v="25" dt="2023-06-14T09:59:11.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7" d="100"/>
          <a:sy n="157" d="100"/>
        </p:scale>
        <p:origin x="38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era pesic" userId="564de7f6fa06385d" providerId="LiveId" clId="{CA741C77-F2D5-4584-9F4C-79C4B50BBEC9}"/>
    <pc:docChg chg="custSel addSld delSld modSld">
      <pc:chgData name="olivera pesic" userId="564de7f6fa06385d" providerId="LiveId" clId="{CA741C77-F2D5-4584-9F4C-79C4B50BBEC9}" dt="2023-06-13T03:00:00.281" v="145" actId="20577"/>
      <pc:docMkLst>
        <pc:docMk/>
      </pc:docMkLst>
      <pc:sldChg chg="addSp delSp modSp mod">
        <pc:chgData name="olivera pesic" userId="564de7f6fa06385d" providerId="LiveId" clId="{CA741C77-F2D5-4584-9F4C-79C4B50BBEC9}" dt="2023-06-13T02:55:24.796" v="11" actId="1076"/>
        <pc:sldMkLst>
          <pc:docMk/>
          <pc:sldMk cId="3414588050" sldId="258"/>
        </pc:sldMkLst>
        <pc:spChg chg="mod">
          <ac:chgData name="olivera pesic" userId="564de7f6fa06385d" providerId="LiveId" clId="{CA741C77-F2D5-4584-9F4C-79C4B50BBEC9}" dt="2023-06-13T02:55:24.796" v="11" actId="1076"/>
          <ac:spMkLst>
            <pc:docMk/>
            <pc:sldMk cId="3414588050" sldId="258"/>
            <ac:spMk id="2" creationId="{FF22BC8C-8806-C47D-0B40-DF2D318C5922}"/>
          </ac:spMkLst>
        </pc:spChg>
        <pc:spChg chg="del">
          <ac:chgData name="olivera pesic" userId="564de7f6fa06385d" providerId="LiveId" clId="{CA741C77-F2D5-4584-9F4C-79C4B50BBEC9}" dt="2023-06-13T02:53:14.487" v="2"/>
          <ac:spMkLst>
            <pc:docMk/>
            <pc:sldMk cId="3414588050" sldId="258"/>
            <ac:spMk id="4" creationId="{A8648CCF-18F2-E571-419E-3400B941D660}"/>
          </ac:spMkLst>
        </pc:spChg>
        <pc:picChg chg="add mod">
          <ac:chgData name="olivera pesic" userId="564de7f6fa06385d" providerId="LiveId" clId="{CA741C77-F2D5-4584-9F4C-79C4B50BBEC9}" dt="2023-06-13T02:53:19.957" v="3" actId="1076"/>
          <ac:picMkLst>
            <pc:docMk/>
            <pc:sldMk cId="3414588050" sldId="258"/>
            <ac:picMk id="7" creationId="{60F905E8-7C63-07E4-868A-61D23C949D9B}"/>
          </ac:picMkLst>
        </pc:picChg>
        <pc:picChg chg="add del mod">
          <ac:chgData name="olivera pesic" userId="564de7f6fa06385d" providerId="LiveId" clId="{CA741C77-F2D5-4584-9F4C-79C4B50BBEC9}" dt="2023-06-13T02:53:36.880" v="7" actId="478"/>
          <ac:picMkLst>
            <pc:docMk/>
            <pc:sldMk cId="3414588050" sldId="258"/>
            <ac:picMk id="8" creationId="{F7E226A5-0E3C-404B-2074-3C397C8C07FF}"/>
          </ac:picMkLst>
        </pc:picChg>
        <pc:picChg chg="add mod">
          <ac:chgData name="olivera pesic" userId="564de7f6fa06385d" providerId="LiveId" clId="{CA741C77-F2D5-4584-9F4C-79C4B50BBEC9}" dt="2023-06-13T02:53:49.838" v="10" actId="14100"/>
          <ac:picMkLst>
            <pc:docMk/>
            <pc:sldMk cId="3414588050" sldId="258"/>
            <ac:picMk id="9" creationId="{8A0E046F-AAB7-2145-245F-38A1D9EF52D8}"/>
          </ac:picMkLst>
        </pc:picChg>
      </pc:sldChg>
      <pc:sldChg chg="del">
        <pc:chgData name="olivera pesic" userId="564de7f6fa06385d" providerId="LiveId" clId="{CA741C77-F2D5-4584-9F4C-79C4B50BBEC9}" dt="2023-06-13T02:59:44.346" v="134" actId="2696"/>
        <pc:sldMkLst>
          <pc:docMk/>
          <pc:sldMk cId="3244060993" sldId="261"/>
        </pc:sldMkLst>
      </pc:sldChg>
      <pc:sldChg chg="modSp mod">
        <pc:chgData name="olivera pesic" userId="564de7f6fa06385d" providerId="LiveId" clId="{CA741C77-F2D5-4584-9F4C-79C4B50BBEC9}" dt="2023-06-13T02:56:26.328" v="13" actId="1076"/>
        <pc:sldMkLst>
          <pc:docMk/>
          <pc:sldMk cId="2164989035" sldId="262"/>
        </pc:sldMkLst>
        <pc:spChg chg="mod">
          <ac:chgData name="olivera pesic" userId="564de7f6fa06385d" providerId="LiveId" clId="{CA741C77-F2D5-4584-9F4C-79C4B50BBEC9}" dt="2023-06-13T02:56:26.328" v="13" actId="1076"/>
          <ac:spMkLst>
            <pc:docMk/>
            <pc:sldMk cId="2164989035" sldId="262"/>
            <ac:spMk id="2" creationId="{E777AB93-010E-CE61-53EA-3BDE3319D02C}"/>
          </ac:spMkLst>
        </pc:spChg>
      </pc:sldChg>
      <pc:sldChg chg="modSp mod">
        <pc:chgData name="olivera pesic" userId="564de7f6fa06385d" providerId="LiveId" clId="{CA741C77-F2D5-4584-9F4C-79C4B50BBEC9}" dt="2023-06-13T03:00:00.281" v="145" actId="20577"/>
        <pc:sldMkLst>
          <pc:docMk/>
          <pc:sldMk cId="1729411938" sldId="263"/>
        </pc:sldMkLst>
        <pc:spChg chg="mod">
          <ac:chgData name="olivera pesic" userId="564de7f6fa06385d" providerId="LiveId" clId="{CA741C77-F2D5-4584-9F4C-79C4B50BBEC9}" dt="2023-06-13T03:00:00.281" v="145" actId="20577"/>
          <ac:spMkLst>
            <pc:docMk/>
            <pc:sldMk cId="1729411938" sldId="263"/>
            <ac:spMk id="2" creationId="{40B21A1D-F98F-5979-8AED-8D20C4763CA6}"/>
          </ac:spMkLst>
        </pc:spChg>
      </pc:sldChg>
      <pc:sldChg chg="modSp mod">
        <pc:chgData name="olivera pesic" userId="564de7f6fa06385d" providerId="LiveId" clId="{CA741C77-F2D5-4584-9F4C-79C4B50BBEC9}" dt="2023-06-13T02:56:16.892" v="12" actId="1076"/>
        <pc:sldMkLst>
          <pc:docMk/>
          <pc:sldMk cId="4268605437" sldId="264"/>
        </pc:sldMkLst>
        <pc:spChg chg="mod">
          <ac:chgData name="olivera pesic" userId="564de7f6fa06385d" providerId="LiveId" clId="{CA741C77-F2D5-4584-9F4C-79C4B50BBEC9}" dt="2023-06-13T02:56:16.892" v="12" actId="1076"/>
          <ac:spMkLst>
            <pc:docMk/>
            <pc:sldMk cId="4268605437" sldId="264"/>
            <ac:spMk id="2" creationId="{5E678481-ED8B-C600-1546-8AB73A060C96}"/>
          </ac:spMkLst>
        </pc:spChg>
      </pc:sldChg>
      <pc:sldChg chg="modSp mod">
        <pc:chgData name="olivera pesic" userId="564de7f6fa06385d" providerId="LiveId" clId="{CA741C77-F2D5-4584-9F4C-79C4B50BBEC9}" dt="2023-06-13T02:57:52.280" v="58" actId="20577"/>
        <pc:sldMkLst>
          <pc:docMk/>
          <pc:sldMk cId="1155071143" sldId="265"/>
        </pc:sldMkLst>
        <pc:spChg chg="mod">
          <ac:chgData name="olivera pesic" userId="564de7f6fa06385d" providerId="LiveId" clId="{CA741C77-F2D5-4584-9F4C-79C4B50BBEC9}" dt="2023-06-13T02:57:52.280" v="58" actId="20577"/>
          <ac:spMkLst>
            <pc:docMk/>
            <pc:sldMk cId="1155071143" sldId="265"/>
            <ac:spMk id="2" creationId="{E777AB93-010E-CE61-53EA-3BDE3319D02C}"/>
          </ac:spMkLst>
        </pc:spChg>
      </pc:sldChg>
      <pc:sldChg chg="modSp mod">
        <pc:chgData name="olivera pesic" userId="564de7f6fa06385d" providerId="LiveId" clId="{CA741C77-F2D5-4584-9F4C-79C4B50BBEC9}" dt="2023-06-13T02:56:32.227" v="14" actId="1076"/>
        <pc:sldMkLst>
          <pc:docMk/>
          <pc:sldMk cId="806583544" sldId="266"/>
        </pc:sldMkLst>
        <pc:spChg chg="mod">
          <ac:chgData name="olivera pesic" userId="564de7f6fa06385d" providerId="LiveId" clId="{CA741C77-F2D5-4584-9F4C-79C4B50BBEC9}" dt="2023-06-13T02:56:32.227" v="14" actId="1076"/>
          <ac:spMkLst>
            <pc:docMk/>
            <pc:sldMk cId="806583544" sldId="266"/>
            <ac:spMk id="2" creationId="{E777AB93-010E-CE61-53EA-3BDE3319D02C}"/>
          </ac:spMkLst>
        </pc:spChg>
      </pc:sldChg>
      <pc:sldChg chg="addSp modSp add mod">
        <pc:chgData name="olivera pesic" userId="564de7f6fa06385d" providerId="LiveId" clId="{CA741C77-F2D5-4584-9F4C-79C4B50BBEC9}" dt="2023-06-13T02:53:30.257" v="4"/>
        <pc:sldMkLst>
          <pc:docMk/>
          <pc:sldMk cId="2138722471" sldId="267"/>
        </pc:sldMkLst>
        <pc:picChg chg="add mod">
          <ac:chgData name="olivera pesic" userId="564de7f6fa06385d" providerId="LiveId" clId="{CA741C77-F2D5-4584-9F4C-79C4B50BBEC9}" dt="2023-06-13T02:53:30.257" v="4"/>
          <ac:picMkLst>
            <pc:docMk/>
            <pc:sldMk cId="2138722471" sldId="267"/>
            <ac:picMk id="4" creationId="{D982DB27-425C-A37B-A8E8-09B2478466A5}"/>
          </ac:picMkLst>
        </pc:picChg>
        <pc:picChg chg="mod">
          <ac:chgData name="olivera pesic" userId="564de7f6fa06385d" providerId="LiveId" clId="{CA741C77-F2D5-4584-9F4C-79C4B50BBEC9}" dt="2023-06-13T02:53:04.576" v="1" actId="1076"/>
          <ac:picMkLst>
            <pc:docMk/>
            <pc:sldMk cId="2138722471" sldId="267"/>
            <ac:picMk id="5" creationId="{D108774B-2052-24AF-E6DB-29821CF079C8}"/>
          </ac:picMkLst>
        </pc:picChg>
      </pc:sldChg>
      <pc:sldChg chg="delSp modSp new mod">
        <pc:chgData name="olivera pesic" userId="564de7f6fa06385d" providerId="LiveId" clId="{CA741C77-F2D5-4584-9F4C-79C4B50BBEC9}" dt="2023-06-13T02:58:42.788" v="70" actId="478"/>
        <pc:sldMkLst>
          <pc:docMk/>
          <pc:sldMk cId="1398470412" sldId="268"/>
        </pc:sldMkLst>
        <pc:spChg chg="mod">
          <ac:chgData name="olivera pesic" userId="564de7f6fa06385d" providerId="LiveId" clId="{CA741C77-F2D5-4584-9F4C-79C4B50BBEC9}" dt="2023-06-13T02:58:24.573" v="66" actId="20577"/>
          <ac:spMkLst>
            <pc:docMk/>
            <pc:sldMk cId="1398470412" sldId="268"/>
            <ac:spMk id="2" creationId="{D03A86B9-8D87-874E-81FB-4181DEC70AC9}"/>
          </ac:spMkLst>
        </pc:spChg>
        <pc:spChg chg="del">
          <ac:chgData name="olivera pesic" userId="564de7f6fa06385d" providerId="LiveId" clId="{CA741C77-F2D5-4584-9F4C-79C4B50BBEC9}" dt="2023-06-13T02:58:36.132" v="68" actId="478"/>
          <ac:spMkLst>
            <pc:docMk/>
            <pc:sldMk cId="1398470412" sldId="268"/>
            <ac:spMk id="3" creationId="{7EF2542E-49A1-0901-0D6B-136C8D3200DB}"/>
          </ac:spMkLst>
        </pc:spChg>
        <pc:spChg chg="del">
          <ac:chgData name="olivera pesic" userId="564de7f6fa06385d" providerId="LiveId" clId="{CA741C77-F2D5-4584-9F4C-79C4B50BBEC9}" dt="2023-06-13T02:58:33.157" v="67" actId="478"/>
          <ac:spMkLst>
            <pc:docMk/>
            <pc:sldMk cId="1398470412" sldId="268"/>
            <ac:spMk id="4" creationId="{5F9556C7-7661-E3BC-C21C-095FACB25F63}"/>
          </ac:spMkLst>
        </pc:spChg>
        <pc:spChg chg="del">
          <ac:chgData name="olivera pesic" userId="564de7f6fa06385d" providerId="LiveId" clId="{CA741C77-F2D5-4584-9F4C-79C4B50BBEC9}" dt="2023-06-13T02:58:42.788" v="70" actId="478"/>
          <ac:spMkLst>
            <pc:docMk/>
            <pc:sldMk cId="1398470412" sldId="268"/>
            <ac:spMk id="5" creationId="{F4A62953-64B5-0F5F-F3D0-F8F7F657A75C}"/>
          </ac:spMkLst>
        </pc:spChg>
        <pc:spChg chg="del">
          <ac:chgData name="olivera pesic" userId="564de7f6fa06385d" providerId="LiveId" clId="{CA741C77-F2D5-4584-9F4C-79C4B50BBEC9}" dt="2023-06-13T02:58:41.396" v="69" actId="478"/>
          <ac:spMkLst>
            <pc:docMk/>
            <pc:sldMk cId="1398470412" sldId="268"/>
            <ac:spMk id="6" creationId="{45778E91-34D7-6802-F0B7-2D6C314D4171}"/>
          </ac:spMkLst>
        </pc:spChg>
      </pc:sldChg>
      <pc:sldChg chg="modSp add mod">
        <pc:chgData name="olivera pesic" userId="564de7f6fa06385d" providerId="LiveId" clId="{CA741C77-F2D5-4584-9F4C-79C4B50BBEC9}" dt="2023-06-13T02:59:38.707" v="133" actId="313"/>
        <pc:sldMkLst>
          <pc:docMk/>
          <pc:sldMk cId="2117147254" sldId="269"/>
        </pc:sldMkLst>
        <pc:spChg chg="mod">
          <ac:chgData name="olivera pesic" userId="564de7f6fa06385d" providerId="LiveId" clId="{CA741C77-F2D5-4584-9F4C-79C4B50BBEC9}" dt="2023-06-13T02:59:38.707" v="133" actId="313"/>
          <ac:spMkLst>
            <pc:docMk/>
            <pc:sldMk cId="2117147254" sldId="269"/>
            <ac:spMk id="2" creationId="{D03A86B9-8D87-874E-81FB-4181DEC70AC9}"/>
          </ac:spMkLst>
        </pc:spChg>
      </pc:sldChg>
    </pc:docChg>
  </pc:docChgLst>
  <pc:docChgLst>
    <pc:chgData name="olivera pesic" userId="564de7f6fa06385d" providerId="LiveId" clId="{903E71E8-1C1F-4052-A81E-4FFAD32357C6}"/>
    <pc:docChg chg="custSel delSld modSld">
      <pc:chgData name="olivera pesic" userId="564de7f6fa06385d" providerId="LiveId" clId="{903E71E8-1C1F-4052-A81E-4FFAD32357C6}" dt="2023-06-14T09:59:45.275" v="674" actId="1076"/>
      <pc:docMkLst>
        <pc:docMk/>
      </pc:docMkLst>
      <pc:sldChg chg="modSp mod">
        <pc:chgData name="olivera pesic" userId="564de7f6fa06385d" providerId="LiveId" clId="{903E71E8-1C1F-4052-A81E-4FFAD32357C6}" dt="2023-06-13T03:56:54.213" v="165" actId="20577"/>
        <pc:sldMkLst>
          <pc:docMk/>
          <pc:sldMk cId="2616211349" sldId="257"/>
        </pc:sldMkLst>
        <pc:spChg chg="mod">
          <ac:chgData name="olivera pesic" userId="564de7f6fa06385d" providerId="LiveId" clId="{903E71E8-1C1F-4052-A81E-4FFAD32357C6}" dt="2023-06-13T03:44:21.386" v="67" actId="20577"/>
          <ac:spMkLst>
            <pc:docMk/>
            <pc:sldMk cId="2616211349" sldId="257"/>
            <ac:spMk id="2" creationId="{75B775D6-474E-D8E3-90F3-438EE57B39ED}"/>
          </ac:spMkLst>
        </pc:spChg>
        <pc:spChg chg="mod">
          <ac:chgData name="olivera pesic" userId="564de7f6fa06385d" providerId="LiveId" clId="{903E71E8-1C1F-4052-A81E-4FFAD32357C6}" dt="2023-06-13T03:56:54.213" v="165" actId="20577"/>
          <ac:spMkLst>
            <pc:docMk/>
            <pc:sldMk cId="2616211349" sldId="257"/>
            <ac:spMk id="4" creationId="{B727CA2E-9D0F-48DE-39BA-1801383CA665}"/>
          </ac:spMkLst>
        </pc:spChg>
      </pc:sldChg>
      <pc:sldChg chg="addSp delSp modSp mod">
        <pc:chgData name="olivera pesic" userId="564de7f6fa06385d" providerId="LiveId" clId="{903E71E8-1C1F-4052-A81E-4FFAD32357C6}" dt="2023-06-13T03:56:17.452" v="152" actId="21"/>
        <pc:sldMkLst>
          <pc:docMk/>
          <pc:sldMk cId="3414588050" sldId="258"/>
        </pc:sldMkLst>
        <pc:spChg chg="add del mod">
          <ac:chgData name="olivera pesic" userId="564de7f6fa06385d" providerId="LiveId" clId="{903E71E8-1C1F-4052-A81E-4FFAD32357C6}" dt="2023-06-13T03:48:01.995" v="73"/>
          <ac:spMkLst>
            <pc:docMk/>
            <pc:sldMk cId="3414588050" sldId="258"/>
            <ac:spMk id="3" creationId="{8A803A0B-133A-987B-0343-0BDACA3A4CCA}"/>
          </ac:spMkLst>
        </pc:spChg>
        <pc:spChg chg="add mod">
          <ac:chgData name="olivera pesic" userId="564de7f6fa06385d" providerId="LiveId" clId="{903E71E8-1C1F-4052-A81E-4FFAD32357C6}" dt="2023-06-13T03:48:00.394" v="71"/>
          <ac:spMkLst>
            <pc:docMk/>
            <pc:sldMk cId="3414588050" sldId="258"/>
            <ac:spMk id="4" creationId="{74D51B4D-1DE4-06F8-ED0C-518621FE00CA}"/>
          </ac:spMkLst>
        </pc:spChg>
        <pc:spChg chg="add mod">
          <ac:chgData name="olivera pesic" userId="564de7f6fa06385d" providerId="LiveId" clId="{903E71E8-1C1F-4052-A81E-4FFAD32357C6}" dt="2023-06-13T03:54:14.649" v="149" actId="14100"/>
          <ac:spMkLst>
            <pc:docMk/>
            <pc:sldMk cId="3414588050" sldId="258"/>
            <ac:spMk id="5" creationId="{D81BDD1E-65B5-2D37-D237-4FDA18C9AB9D}"/>
          </ac:spMkLst>
        </pc:spChg>
        <pc:spChg chg="add mod">
          <ac:chgData name="olivera pesic" userId="564de7f6fa06385d" providerId="LiveId" clId="{903E71E8-1C1F-4052-A81E-4FFAD32357C6}" dt="2023-06-13T03:50:08.090" v="91" actId="1076"/>
          <ac:spMkLst>
            <pc:docMk/>
            <pc:sldMk cId="3414588050" sldId="258"/>
            <ac:spMk id="6" creationId="{B96B34EF-BB9A-F72E-235C-318E89341BA2}"/>
          </ac:spMkLst>
        </pc:spChg>
        <pc:spChg chg="add mod">
          <ac:chgData name="olivera pesic" userId="564de7f6fa06385d" providerId="LiveId" clId="{903E71E8-1C1F-4052-A81E-4FFAD32357C6}" dt="2023-06-13T03:56:17.452" v="152" actId="21"/>
          <ac:spMkLst>
            <pc:docMk/>
            <pc:sldMk cId="3414588050" sldId="258"/>
            <ac:spMk id="13" creationId="{785FECAC-FEA0-625E-72AB-3D251FB1764D}"/>
          </ac:spMkLst>
        </pc:spChg>
        <pc:picChg chg="add mod">
          <ac:chgData name="olivera pesic" userId="564de7f6fa06385d" providerId="LiveId" clId="{903E71E8-1C1F-4052-A81E-4FFAD32357C6}" dt="2023-06-13T03:51:11.310" v="103" actId="14100"/>
          <ac:picMkLst>
            <pc:docMk/>
            <pc:sldMk cId="3414588050" sldId="258"/>
            <ac:picMk id="8" creationId="{A86330F0-0F74-A678-1062-6590BF799DE3}"/>
          </ac:picMkLst>
        </pc:picChg>
        <pc:picChg chg="mod">
          <ac:chgData name="olivera pesic" userId="564de7f6fa06385d" providerId="LiveId" clId="{903E71E8-1C1F-4052-A81E-4FFAD32357C6}" dt="2023-06-13T03:47:39.938" v="69" actId="1076"/>
          <ac:picMkLst>
            <pc:docMk/>
            <pc:sldMk cId="3414588050" sldId="258"/>
            <ac:picMk id="9" creationId="{8A0E046F-AAB7-2145-245F-38A1D9EF52D8}"/>
          </ac:picMkLst>
        </pc:picChg>
        <pc:picChg chg="add mod">
          <ac:chgData name="olivera pesic" userId="564de7f6fa06385d" providerId="LiveId" clId="{903E71E8-1C1F-4052-A81E-4FFAD32357C6}" dt="2023-06-13T03:51:50.954" v="108" actId="14100"/>
          <ac:picMkLst>
            <pc:docMk/>
            <pc:sldMk cId="3414588050" sldId="258"/>
            <ac:picMk id="10" creationId="{FAF3C485-1B20-DA1D-9A71-1312B6BF2AB2}"/>
          </ac:picMkLst>
        </pc:picChg>
      </pc:sldChg>
      <pc:sldChg chg="addSp modSp mod">
        <pc:chgData name="olivera pesic" userId="564de7f6fa06385d" providerId="LiveId" clId="{903E71E8-1C1F-4052-A81E-4FFAD32357C6}" dt="2023-06-13T03:57:53.810" v="170" actId="14100"/>
        <pc:sldMkLst>
          <pc:docMk/>
          <pc:sldMk cId="2164989035" sldId="262"/>
        </pc:sldMkLst>
        <pc:picChg chg="add mod">
          <ac:chgData name="olivera pesic" userId="564de7f6fa06385d" providerId="LiveId" clId="{903E71E8-1C1F-4052-A81E-4FFAD32357C6}" dt="2023-06-13T03:57:53.810" v="170" actId="14100"/>
          <ac:picMkLst>
            <pc:docMk/>
            <pc:sldMk cId="2164989035" sldId="262"/>
            <ac:picMk id="4" creationId="{D85066CC-7B20-67DA-E815-BD06E562238D}"/>
          </ac:picMkLst>
        </pc:picChg>
      </pc:sldChg>
      <pc:sldChg chg="addSp modSp mod">
        <pc:chgData name="olivera pesic" userId="564de7f6fa06385d" providerId="LiveId" clId="{903E71E8-1C1F-4052-A81E-4FFAD32357C6}" dt="2023-06-14T09:59:45.275" v="674" actId="1076"/>
        <pc:sldMkLst>
          <pc:docMk/>
          <pc:sldMk cId="4268605437" sldId="264"/>
        </pc:sldMkLst>
        <pc:picChg chg="add mod">
          <ac:chgData name="olivera pesic" userId="564de7f6fa06385d" providerId="LiveId" clId="{903E71E8-1C1F-4052-A81E-4FFAD32357C6}" dt="2023-06-14T09:59:42.812" v="673" actId="1076"/>
          <ac:picMkLst>
            <pc:docMk/>
            <pc:sldMk cId="4268605437" sldId="264"/>
            <ac:picMk id="5" creationId="{660FFEDF-9475-E160-8516-45276F9897CA}"/>
          </ac:picMkLst>
        </pc:picChg>
        <pc:picChg chg="add mod">
          <ac:chgData name="olivera pesic" userId="564de7f6fa06385d" providerId="LiveId" clId="{903E71E8-1C1F-4052-A81E-4FFAD32357C6}" dt="2023-06-14T09:59:45.275" v="674" actId="1076"/>
          <ac:picMkLst>
            <pc:docMk/>
            <pc:sldMk cId="4268605437" sldId="264"/>
            <ac:picMk id="7" creationId="{ADC5647A-EC70-1E0F-B0D0-5E19035C807E}"/>
          </ac:picMkLst>
        </pc:picChg>
      </pc:sldChg>
      <pc:sldChg chg="addSp modSp mod">
        <pc:chgData name="olivera pesic" userId="564de7f6fa06385d" providerId="LiveId" clId="{903E71E8-1C1F-4052-A81E-4FFAD32357C6}" dt="2023-06-14T07:24:35.933" v="664" actId="20577"/>
        <pc:sldMkLst>
          <pc:docMk/>
          <pc:sldMk cId="1155071143" sldId="265"/>
        </pc:sldMkLst>
        <pc:spChg chg="add mod">
          <ac:chgData name="olivera pesic" userId="564de7f6fa06385d" providerId="LiveId" clId="{903E71E8-1C1F-4052-A81E-4FFAD32357C6}" dt="2023-06-13T04:02:36.159" v="188" actId="1076"/>
          <ac:spMkLst>
            <pc:docMk/>
            <pc:sldMk cId="1155071143" sldId="265"/>
            <ac:spMk id="4" creationId="{52A13D9D-478A-C6B2-191C-4B21AE5FB235}"/>
          </ac:spMkLst>
        </pc:spChg>
        <pc:spChg chg="add mod">
          <ac:chgData name="olivera pesic" userId="564de7f6fa06385d" providerId="LiveId" clId="{903E71E8-1C1F-4052-A81E-4FFAD32357C6}" dt="2023-06-14T07:24:35.933" v="664" actId="20577"/>
          <ac:spMkLst>
            <pc:docMk/>
            <pc:sldMk cId="1155071143" sldId="265"/>
            <ac:spMk id="5" creationId="{47E76A44-03F0-E60D-4C29-0BFDBB481C3E}"/>
          </ac:spMkLst>
        </pc:spChg>
        <pc:graphicFrameChg chg="add mod modGraphic">
          <ac:chgData name="olivera pesic" userId="564de7f6fa06385d" providerId="LiveId" clId="{903E71E8-1C1F-4052-A81E-4FFAD32357C6}" dt="2023-06-13T05:58:14.079" v="219" actId="20577"/>
          <ac:graphicFrameMkLst>
            <pc:docMk/>
            <pc:sldMk cId="1155071143" sldId="265"/>
            <ac:graphicFrameMk id="6" creationId="{43C21941-0319-20AA-7195-4CCE073C6ED9}"/>
          </ac:graphicFrameMkLst>
        </pc:graphicFrameChg>
      </pc:sldChg>
      <pc:sldChg chg="addSp modSp mod">
        <pc:chgData name="olivera pesic" userId="564de7f6fa06385d" providerId="LiveId" clId="{903E71E8-1C1F-4052-A81E-4FFAD32357C6}" dt="2023-06-14T07:06:51.880" v="233" actId="1076"/>
        <pc:sldMkLst>
          <pc:docMk/>
          <pc:sldMk cId="806583544" sldId="266"/>
        </pc:sldMkLst>
        <pc:picChg chg="add mod modCrop">
          <ac:chgData name="olivera pesic" userId="564de7f6fa06385d" providerId="LiveId" clId="{903E71E8-1C1F-4052-A81E-4FFAD32357C6}" dt="2023-06-14T07:06:51.880" v="233" actId="1076"/>
          <ac:picMkLst>
            <pc:docMk/>
            <pc:sldMk cId="806583544" sldId="266"/>
            <ac:picMk id="5" creationId="{B8C0BE8E-6F0C-E21E-4938-8C8EAC620EFF}"/>
          </ac:picMkLst>
        </pc:picChg>
      </pc:sldChg>
      <pc:sldChg chg="addSp delSp modSp del mod">
        <pc:chgData name="olivera pesic" userId="564de7f6fa06385d" providerId="LiveId" clId="{903E71E8-1C1F-4052-A81E-4FFAD32357C6}" dt="2023-06-13T03:54:33.390" v="150" actId="2696"/>
        <pc:sldMkLst>
          <pc:docMk/>
          <pc:sldMk cId="2138722471" sldId="267"/>
        </pc:sldMkLst>
        <pc:spChg chg="mod">
          <ac:chgData name="olivera pesic" userId="564de7f6fa06385d" providerId="LiveId" clId="{903E71E8-1C1F-4052-A81E-4FFAD32357C6}" dt="2023-06-13T03:52:02.988" v="109" actId="21"/>
          <ac:spMkLst>
            <pc:docMk/>
            <pc:sldMk cId="2138722471" sldId="267"/>
            <ac:spMk id="2" creationId="{662186D1-BE2C-B8DC-48D3-5DBF45CA4683}"/>
          </ac:spMkLst>
        </pc:spChg>
        <pc:spChg chg="mod">
          <ac:chgData name="olivera pesic" userId="564de7f6fa06385d" providerId="LiveId" clId="{903E71E8-1C1F-4052-A81E-4FFAD32357C6}" dt="2023-06-13T03:49:07.681" v="81" actId="21"/>
          <ac:spMkLst>
            <pc:docMk/>
            <pc:sldMk cId="2138722471" sldId="267"/>
            <ac:spMk id="3" creationId="{6CDD9497-B130-C06A-7E50-351C023D3A02}"/>
          </ac:spMkLst>
        </pc:spChg>
        <pc:spChg chg="add mod">
          <ac:chgData name="olivera pesic" userId="564de7f6fa06385d" providerId="LiveId" clId="{903E71E8-1C1F-4052-A81E-4FFAD32357C6}" dt="2023-06-13T03:51:26.525" v="104" actId="21"/>
          <ac:spMkLst>
            <pc:docMk/>
            <pc:sldMk cId="2138722471" sldId="267"/>
            <ac:spMk id="8" creationId="{0372B096-2F3D-424D-591A-4E9B6FE34397}"/>
          </ac:spMkLst>
        </pc:spChg>
        <pc:spChg chg="mod">
          <ac:chgData name="olivera pesic" userId="564de7f6fa06385d" providerId="LiveId" clId="{903E71E8-1C1F-4052-A81E-4FFAD32357C6}" dt="2023-06-13T03:48:11.637" v="74" actId="1076"/>
          <ac:spMkLst>
            <pc:docMk/>
            <pc:sldMk cId="2138722471" sldId="267"/>
            <ac:spMk id="15" creationId="{E03772E2-A59C-921D-522A-E9745412C9E9}"/>
          </ac:spMkLst>
        </pc:spChg>
        <pc:picChg chg="del">
          <ac:chgData name="olivera pesic" userId="564de7f6fa06385d" providerId="LiveId" clId="{903E71E8-1C1F-4052-A81E-4FFAD32357C6}" dt="2023-06-13T03:49:01.207" v="80" actId="478"/>
          <ac:picMkLst>
            <pc:docMk/>
            <pc:sldMk cId="2138722471" sldId="267"/>
            <ac:picMk id="9" creationId="{7E6F0C69-29F7-2F8E-7064-71EE60671C5D}"/>
          </ac:picMkLst>
        </pc:picChg>
        <pc:picChg chg="del mod">
          <ac:chgData name="olivera pesic" userId="564de7f6fa06385d" providerId="LiveId" clId="{903E71E8-1C1F-4052-A81E-4FFAD32357C6}" dt="2023-06-13T03:50:39.244" v="95" actId="21"/>
          <ac:picMkLst>
            <pc:docMk/>
            <pc:sldMk cId="2138722471" sldId="267"/>
            <ac:picMk id="11" creationId="{9A472D17-5C37-D9B3-08F7-E280986F9B22}"/>
          </ac:picMkLst>
        </pc:picChg>
        <pc:picChg chg="del">
          <ac:chgData name="olivera pesic" userId="564de7f6fa06385d" providerId="LiveId" clId="{903E71E8-1C1F-4052-A81E-4FFAD32357C6}" dt="2023-06-13T03:51:26.525" v="104" actId="21"/>
          <ac:picMkLst>
            <pc:docMk/>
            <pc:sldMk cId="2138722471" sldId="267"/>
            <ac:picMk id="18" creationId="{5528FFE9-0B56-B0C5-8384-4CB4E82B06CB}"/>
          </ac:picMkLst>
        </pc:picChg>
      </pc:sldChg>
      <pc:sldChg chg="addSp modSp mod">
        <pc:chgData name="olivera pesic" userId="564de7f6fa06385d" providerId="LiveId" clId="{903E71E8-1C1F-4052-A81E-4FFAD32357C6}" dt="2023-06-14T07:21:24.432" v="656" actId="2711"/>
        <pc:sldMkLst>
          <pc:docMk/>
          <pc:sldMk cId="1398470412" sldId="268"/>
        </pc:sldMkLst>
        <pc:spChg chg="add mod">
          <ac:chgData name="olivera pesic" userId="564de7f6fa06385d" providerId="LiveId" clId="{903E71E8-1C1F-4052-A81E-4FFAD32357C6}" dt="2023-06-14T07:15:55.913" v="334" actId="255"/>
          <ac:spMkLst>
            <pc:docMk/>
            <pc:sldMk cId="1398470412" sldId="268"/>
            <ac:spMk id="16" creationId="{B098DD67-1A23-408B-8399-0C36FABCF660}"/>
          </ac:spMkLst>
        </pc:spChg>
        <pc:spChg chg="add mod">
          <ac:chgData name="olivera pesic" userId="564de7f6fa06385d" providerId="LiveId" clId="{903E71E8-1C1F-4052-A81E-4FFAD32357C6}" dt="2023-06-14T07:19:12.836" v="481" actId="1076"/>
          <ac:spMkLst>
            <pc:docMk/>
            <pc:sldMk cId="1398470412" sldId="268"/>
            <ac:spMk id="17" creationId="{DFE7F7E3-E98C-C43C-609D-12AFF31D9FA4}"/>
          </ac:spMkLst>
        </pc:spChg>
        <pc:spChg chg="add mod">
          <ac:chgData name="olivera pesic" userId="564de7f6fa06385d" providerId="LiveId" clId="{903E71E8-1C1F-4052-A81E-4FFAD32357C6}" dt="2023-06-14T07:18:57.058" v="479" actId="20577"/>
          <ac:spMkLst>
            <pc:docMk/>
            <pc:sldMk cId="1398470412" sldId="268"/>
            <ac:spMk id="18" creationId="{35A1CE15-B88C-1EDD-5526-6DD490CD4AC5}"/>
          </ac:spMkLst>
        </pc:spChg>
        <pc:spChg chg="add mod">
          <ac:chgData name="olivera pesic" userId="564de7f6fa06385d" providerId="LiveId" clId="{903E71E8-1C1F-4052-A81E-4FFAD32357C6}" dt="2023-06-14T07:21:24.432" v="656" actId="2711"/>
          <ac:spMkLst>
            <pc:docMk/>
            <pc:sldMk cId="1398470412" sldId="268"/>
            <ac:spMk id="19" creationId="{BA8D9AD8-87E2-E357-242F-2E5034618DAC}"/>
          </ac:spMkLst>
        </pc:spChg>
        <pc:spChg chg="add mod">
          <ac:chgData name="olivera pesic" userId="564de7f6fa06385d" providerId="LiveId" clId="{903E71E8-1C1F-4052-A81E-4FFAD32357C6}" dt="2023-06-14T07:21:16.301" v="654" actId="255"/>
          <ac:spMkLst>
            <pc:docMk/>
            <pc:sldMk cId="1398470412" sldId="268"/>
            <ac:spMk id="20" creationId="{8CAD4869-2EE0-55BF-B539-B904C6B487F8}"/>
          </ac:spMkLst>
        </pc:spChg>
        <pc:spChg chg="add mod">
          <ac:chgData name="olivera pesic" userId="564de7f6fa06385d" providerId="LiveId" clId="{903E71E8-1C1F-4052-A81E-4FFAD32357C6}" dt="2023-06-14T07:21:08.934" v="652" actId="1076"/>
          <ac:spMkLst>
            <pc:docMk/>
            <pc:sldMk cId="1398470412" sldId="268"/>
            <ac:spMk id="21" creationId="{73E87D6F-24A4-DC84-DAD9-E33F57C91599}"/>
          </ac:spMkLst>
        </pc:spChg>
        <pc:picChg chg="add mod">
          <ac:chgData name="olivera pesic" userId="564de7f6fa06385d" providerId="LiveId" clId="{903E71E8-1C1F-4052-A81E-4FFAD32357C6}" dt="2023-06-14T07:18:41.194" v="466" actId="1076"/>
          <ac:picMkLst>
            <pc:docMk/>
            <pc:sldMk cId="1398470412" sldId="268"/>
            <ac:picMk id="4" creationId="{5DB044DC-BABA-DE11-58B2-30105936F63C}"/>
          </ac:picMkLst>
        </pc:picChg>
        <pc:picChg chg="add mod">
          <ac:chgData name="olivera pesic" userId="564de7f6fa06385d" providerId="LiveId" clId="{903E71E8-1C1F-4052-A81E-4FFAD32357C6}" dt="2023-06-14T07:19:02.960" v="480" actId="1076"/>
          <ac:picMkLst>
            <pc:docMk/>
            <pc:sldMk cId="1398470412" sldId="268"/>
            <ac:picMk id="7" creationId="{96985CD4-713F-502A-419C-A6972993AD2A}"/>
          </ac:picMkLst>
        </pc:picChg>
        <pc:picChg chg="add mod">
          <ac:chgData name="olivera pesic" userId="564de7f6fa06385d" providerId="LiveId" clId="{903E71E8-1C1F-4052-A81E-4FFAD32357C6}" dt="2023-06-14T07:20:13.873" v="591" actId="1076"/>
          <ac:picMkLst>
            <pc:docMk/>
            <pc:sldMk cId="1398470412" sldId="268"/>
            <ac:picMk id="9" creationId="{012059E2-6F15-A5AE-51C2-D7C77F5A5BAC}"/>
          </ac:picMkLst>
        </pc:picChg>
        <pc:picChg chg="add mod">
          <ac:chgData name="olivera pesic" userId="564de7f6fa06385d" providerId="LiveId" clId="{903E71E8-1C1F-4052-A81E-4FFAD32357C6}" dt="2023-06-14T07:16:57.307" v="406" actId="1076"/>
          <ac:picMkLst>
            <pc:docMk/>
            <pc:sldMk cId="1398470412" sldId="268"/>
            <ac:picMk id="11" creationId="{CA096725-501D-8204-9136-7BDFB400AC04}"/>
          </ac:picMkLst>
        </pc:picChg>
        <pc:picChg chg="add mod">
          <ac:chgData name="olivera pesic" userId="564de7f6fa06385d" providerId="LiveId" clId="{903E71E8-1C1F-4052-A81E-4FFAD32357C6}" dt="2023-06-14T07:18:37.800" v="465" actId="1076"/>
          <ac:picMkLst>
            <pc:docMk/>
            <pc:sldMk cId="1398470412" sldId="268"/>
            <ac:picMk id="13" creationId="{81B45124-8178-44E5-1176-90893FDBB4CD}"/>
          </ac:picMkLst>
        </pc:picChg>
        <pc:picChg chg="add mod">
          <ac:chgData name="olivera pesic" userId="564de7f6fa06385d" providerId="LiveId" clId="{903E71E8-1C1F-4052-A81E-4FFAD32357C6}" dt="2023-06-14T07:14:08.761" v="293" actId="14100"/>
          <ac:picMkLst>
            <pc:docMk/>
            <pc:sldMk cId="1398470412" sldId="268"/>
            <ac:picMk id="15" creationId="{A62CB88B-948B-19A6-DD40-7EFAA3312205}"/>
          </ac:picMkLst>
        </pc:picChg>
      </pc:sldChg>
      <pc:sldChg chg="addSp modSp mod">
        <pc:chgData name="olivera pesic" userId="564de7f6fa06385d" providerId="LiveId" clId="{903E71E8-1C1F-4052-A81E-4FFAD32357C6}" dt="2023-06-14T07:24:03.230" v="663" actId="20577"/>
        <pc:sldMkLst>
          <pc:docMk/>
          <pc:sldMk cId="2117147254" sldId="269"/>
        </pc:sldMkLst>
        <pc:spChg chg="add mod">
          <ac:chgData name="olivera pesic" userId="564de7f6fa06385d" providerId="LiveId" clId="{903E71E8-1C1F-4052-A81E-4FFAD32357C6}" dt="2023-06-14T07:24:03.230" v="663" actId="20577"/>
          <ac:spMkLst>
            <pc:docMk/>
            <pc:sldMk cId="2117147254" sldId="269"/>
            <ac:spMk id="5" creationId="{FC5B307A-9846-0AA5-6AB4-446E69E63FB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42ADDD-6E36-4747-9525-50B07F7DED54}" type="datetimeFigureOut">
              <a:rPr lang="en-AU" smtClean="0"/>
              <a:t>13/06/2023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B614A6F-37B3-4821-9767-3B6DA75A4894}"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066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2ADDD-6E36-4747-9525-50B07F7DED54}" type="datetimeFigureOut">
              <a:rPr lang="en-AU" smtClean="0"/>
              <a:t>13/06/2023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3174874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42ADDD-6E36-4747-9525-50B07F7DED54}" type="datetimeFigureOut">
              <a:rPr lang="en-AU" smtClean="0"/>
              <a:t>13/06/2023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B614A6F-37B3-4821-9767-3B6DA75A4894}"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301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2ADDD-6E36-4747-9525-50B07F7DED54}" type="datetimeFigureOut">
              <a:rPr lang="en-AU" smtClean="0"/>
              <a:t>13/06/2023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2627980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42ADDD-6E36-4747-9525-50B07F7DED54}" type="datetimeFigureOut">
              <a:rPr lang="en-AU" smtClean="0"/>
              <a:t>13/06/2023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1675586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42ADDD-6E36-4747-9525-50B07F7DED54}" type="datetimeFigureOut">
              <a:rPr lang="en-AU" smtClean="0"/>
              <a:t>13/06/2023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1360688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A42ADDD-6E36-4747-9525-50B07F7DED54}" type="datetimeFigureOut">
              <a:rPr lang="en-AU" smtClean="0"/>
              <a:t>13/06/2023</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94938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A42ADDD-6E36-4747-9525-50B07F7DED54}" type="datetimeFigureOut">
              <a:rPr lang="en-AU" smtClean="0"/>
              <a:t>13/06/2023</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B614A6F-37B3-4821-9767-3B6DA75A4894}" type="slidenum">
              <a:rPr lang="en-AU" smtClean="0"/>
              <a:t>‹#›</a:t>
            </a:fld>
            <a:endParaRPr lang="en-AU"/>
          </a:p>
        </p:txBody>
      </p:sp>
    </p:spTree>
    <p:extLst>
      <p:ext uri="{BB962C8B-B14F-4D97-AF65-F5344CB8AC3E}">
        <p14:creationId xmlns:p14="http://schemas.microsoft.com/office/powerpoint/2010/main" val="1649265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42ADDD-6E36-4747-9525-50B07F7DED54}" type="datetimeFigureOut">
              <a:rPr lang="en-AU" smtClean="0"/>
              <a:t>13/06/2023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2880304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2ADDD-6E36-4747-9525-50B07F7DED54}" type="datetimeFigureOut">
              <a:rPr lang="en-AU" smtClean="0"/>
              <a:t>13/06/2023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2252911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2ADDD-6E36-4747-9525-50B07F7DED54}" type="datetimeFigureOut">
              <a:rPr lang="en-AU" smtClean="0"/>
              <a:t>13/06/2023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B614A6F-37B3-4821-9767-3B6DA75A4894}" type="slidenum">
              <a:rPr lang="en-AU" smtClean="0"/>
              <a:t>‹#›</a:t>
            </a:fld>
            <a:endParaRPr lang="en-AU"/>
          </a:p>
        </p:txBody>
      </p:sp>
    </p:spTree>
    <p:extLst>
      <p:ext uri="{BB962C8B-B14F-4D97-AF65-F5344CB8AC3E}">
        <p14:creationId xmlns:p14="http://schemas.microsoft.com/office/powerpoint/2010/main" val="4272906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A42ADDD-6E36-4747-9525-50B07F7DED54}" type="datetimeFigureOut">
              <a:rPr lang="en-AU" smtClean="0"/>
              <a:t>13/06/2023</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B614A6F-37B3-4821-9767-3B6DA75A4894}"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16721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6.jpeg"/><Relationship Id="rId5" Type="http://schemas.openxmlformats.org/officeDocument/2006/relationships/image" Target="../media/image5.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jpeg"/><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picture containing playground, grass, outdoor, aerial photography&#10;&#10;Description automatically generated">
            <a:extLst>
              <a:ext uri="{FF2B5EF4-FFF2-40B4-BE49-F238E27FC236}">
                <a16:creationId xmlns:a16="http://schemas.microsoft.com/office/drawing/2014/main" id="{D8710973-1A94-E36D-9D5A-C83B3084B84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9268" b="19268"/>
          <a:stretch>
            <a:fillRect/>
          </a:stretch>
        </p:blipFill>
        <p:spPr>
          <a:xfrm>
            <a:off x="5905501" y="1706653"/>
            <a:ext cx="6096001" cy="2340142"/>
          </a:xfrm>
        </p:spPr>
        <p:style>
          <a:lnRef idx="3">
            <a:schemeClr val="lt1"/>
          </a:lnRef>
          <a:fillRef idx="1">
            <a:schemeClr val="accent1"/>
          </a:fillRef>
          <a:effectRef idx="1">
            <a:schemeClr val="accent1"/>
          </a:effectRef>
          <a:fontRef idx="minor">
            <a:schemeClr val="lt1"/>
          </a:fontRef>
        </p:style>
      </p:pic>
      <p:pic>
        <p:nvPicPr>
          <p:cNvPr id="15" name="圖片 14">
            <a:extLst>
              <a:ext uri="{FF2B5EF4-FFF2-40B4-BE49-F238E27FC236}">
                <a16:creationId xmlns:a16="http://schemas.microsoft.com/office/drawing/2014/main" id="{0AA9B681-C97A-9211-0E24-8AB41C6EF154}"/>
              </a:ext>
            </a:extLst>
          </p:cNvPr>
          <p:cNvPicPr>
            <a:picLocks noChangeAspect="1"/>
          </p:cNvPicPr>
          <p:nvPr/>
        </p:nvPicPr>
        <p:blipFill>
          <a:blip r:embed="rId3"/>
          <a:stretch>
            <a:fillRect/>
          </a:stretch>
        </p:blipFill>
        <p:spPr>
          <a:xfrm>
            <a:off x="5853199" y="0"/>
            <a:ext cx="6338787" cy="2431557"/>
          </a:xfrm>
          <a:prstGeom prst="rect">
            <a:avLst/>
          </a:prstGeom>
        </p:spPr>
      </p:pic>
      <p:sp>
        <p:nvSpPr>
          <p:cNvPr id="2" name="Title 1">
            <a:extLst>
              <a:ext uri="{FF2B5EF4-FFF2-40B4-BE49-F238E27FC236}">
                <a16:creationId xmlns:a16="http://schemas.microsoft.com/office/drawing/2014/main" id="{0E012126-DBB8-6E9A-5155-864ED89FDAFD}"/>
              </a:ext>
            </a:extLst>
          </p:cNvPr>
          <p:cNvSpPr>
            <a:spLocks noGrp="1"/>
          </p:cNvSpPr>
          <p:nvPr>
            <p:ph type="title"/>
          </p:nvPr>
        </p:nvSpPr>
        <p:spPr>
          <a:xfrm>
            <a:off x="754380" y="5054466"/>
            <a:ext cx="10113264" cy="822960"/>
          </a:xfrm>
        </p:spPr>
        <p:txBody>
          <a:bodyPr/>
          <a:lstStyle/>
          <a:p>
            <a:r>
              <a:rPr lang="en-US" sz="2800" dirty="0">
                <a:latin typeface="Comic Sans MS" panose="030F0702030302020204" pitchFamily="66" charset="0"/>
              </a:rPr>
              <a:t>Kindergartens around the world</a:t>
            </a:r>
            <a:endParaRPr lang="en-AU" sz="2800" dirty="0">
              <a:latin typeface="Comic Sans MS" panose="030F0702030302020204" pitchFamily="66" charset="0"/>
            </a:endParaRPr>
          </a:p>
        </p:txBody>
      </p:sp>
      <p:sp>
        <p:nvSpPr>
          <p:cNvPr id="3" name="Subtitle 2">
            <a:extLst>
              <a:ext uri="{FF2B5EF4-FFF2-40B4-BE49-F238E27FC236}">
                <a16:creationId xmlns:a16="http://schemas.microsoft.com/office/drawing/2014/main" id="{1AACA285-03E4-88AB-6063-EAB6260DF444}"/>
              </a:ext>
            </a:extLst>
          </p:cNvPr>
          <p:cNvSpPr>
            <a:spLocks noGrp="1"/>
          </p:cNvSpPr>
          <p:nvPr>
            <p:ph type="body" sz="half" idx="2"/>
          </p:nvPr>
        </p:nvSpPr>
        <p:spPr>
          <a:xfrm>
            <a:off x="796567" y="6033969"/>
            <a:ext cx="10113264" cy="594360"/>
          </a:xfrm>
        </p:spPr>
        <p:txBody>
          <a:bodyPr/>
          <a:lstStyle/>
          <a:p>
            <a:r>
              <a:rPr lang="en-US" dirty="0">
                <a:latin typeface="Comic Sans MS" panose="030F0702030302020204" pitchFamily="66" charset="0"/>
              </a:rPr>
              <a:t>Group 3 : Fang – Eric – Sayed – Olivera </a:t>
            </a:r>
            <a:endParaRPr lang="en-AU" dirty="0">
              <a:latin typeface="Comic Sans MS" panose="030F0702030302020204" pitchFamily="66" charset="0"/>
            </a:endParaRPr>
          </a:p>
        </p:txBody>
      </p:sp>
      <p:pic>
        <p:nvPicPr>
          <p:cNvPr id="7" name="Picture 6" descr="A picture containing outdoor, cloud, plant, tree&#10;&#10;Description automatically generated">
            <a:extLst>
              <a:ext uri="{FF2B5EF4-FFF2-40B4-BE49-F238E27FC236}">
                <a16:creationId xmlns:a16="http://schemas.microsoft.com/office/drawing/2014/main" id="{916888F9-753E-F95F-6E96-3A0D9F4CE8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6096001" cy="2340142"/>
          </a:xfrm>
          <a:prstGeom prst="rect">
            <a:avLst/>
          </a:prstGeom>
        </p:spPr>
      </p:pic>
      <p:pic>
        <p:nvPicPr>
          <p:cNvPr id="9" name="Picture 8" descr="A picture containing architecture, sky, cloud, outdoor&#10;&#10;Description automatically generated">
            <a:extLst>
              <a:ext uri="{FF2B5EF4-FFF2-40B4-BE49-F238E27FC236}">
                <a16:creationId xmlns:a16="http://schemas.microsoft.com/office/drawing/2014/main" id="{C676E665-A01E-7860-E65D-88B62EC37A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326606"/>
            <a:ext cx="6286500" cy="2652962"/>
          </a:xfrm>
          <a:prstGeom prst="rect">
            <a:avLst/>
          </a:prstGeom>
        </p:spPr>
      </p:pic>
      <p:pic>
        <p:nvPicPr>
          <p:cNvPr id="11" name="Picture 10" descr="A group of people walking outside a building&#10;&#10;Description automatically generated with low confidence">
            <a:extLst>
              <a:ext uri="{FF2B5EF4-FFF2-40B4-BE49-F238E27FC236}">
                <a16:creationId xmlns:a16="http://schemas.microsoft.com/office/drawing/2014/main" id="{44C7A323-5E8B-C64E-CE53-64E805706D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6500" y="2340142"/>
            <a:ext cx="5905486" cy="2652962"/>
          </a:xfrm>
          <a:prstGeom prst="rect">
            <a:avLst/>
          </a:prstGeom>
        </p:spPr>
      </p:pic>
      <p:pic>
        <p:nvPicPr>
          <p:cNvPr id="5" name="Picture 4" descr="A group of children holding hands around a planet&#10;&#10;Description automatically generated with medium confidence">
            <a:extLst>
              <a:ext uri="{FF2B5EF4-FFF2-40B4-BE49-F238E27FC236}">
                <a16:creationId xmlns:a16="http://schemas.microsoft.com/office/drawing/2014/main" id="{18F06429-3E6F-774A-3444-1CCBC9EB714D}"/>
              </a:ext>
            </a:extLst>
          </p:cNvPr>
          <p:cNvPicPr>
            <a:picLocks noChangeAspect="1"/>
          </p:cNvPicPr>
          <p:nvPr/>
        </p:nvPicPr>
        <p:blipFill rotWithShape="1">
          <a:blip r:embed="rId7">
            <a:extLst>
              <a:ext uri="{28A0092B-C50C-407E-A947-70E740481C1C}">
                <a14:useLocalDpi xmlns:a14="http://schemas.microsoft.com/office/drawing/2010/main" val="0"/>
              </a:ext>
            </a:extLst>
          </a:blip>
          <a:srcRect b="7055"/>
          <a:stretch/>
        </p:blipFill>
        <p:spPr>
          <a:xfrm>
            <a:off x="4374815" y="724904"/>
            <a:ext cx="3862807" cy="376588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3" name="TextBox 12">
            <a:extLst>
              <a:ext uri="{FF2B5EF4-FFF2-40B4-BE49-F238E27FC236}">
                <a16:creationId xmlns:a16="http://schemas.microsoft.com/office/drawing/2014/main" id="{0984508B-F352-9994-115C-34C05130F0EC}"/>
              </a:ext>
            </a:extLst>
          </p:cNvPr>
          <p:cNvSpPr txBox="1"/>
          <p:nvPr/>
        </p:nvSpPr>
        <p:spPr>
          <a:xfrm>
            <a:off x="8019419" y="4715911"/>
            <a:ext cx="4253087" cy="338554"/>
          </a:xfrm>
          <a:prstGeom prst="rect">
            <a:avLst/>
          </a:prstGeom>
          <a:noFill/>
        </p:spPr>
        <p:txBody>
          <a:bodyPr wrap="none" rtlCol="0">
            <a:spAutoFit/>
          </a:bodyPr>
          <a:lstStyle/>
          <a:p>
            <a:r>
              <a:rPr lang="en-US" sz="1600" dirty="0">
                <a:solidFill>
                  <a:schemeClr val="bg1"/>
                </a:solidFill>
                <a:latin typeface="Comic Sans MS" panose="030F0702030302020204" pitchFamily="66" charset="0"/>
              </a:rPr>
              <a:t>Little Hall at Prestwood Infant School, UK</a:t>
            </a:r>
            <a:endParaRPr lang="en-AU" sz="1600" dirty="0">
              <a:solidFill>
                <a:schemeClr val="bg1"/>
              </a:solidFill>
              <a:latin typeface="Comic Sans MS" panose="030F0702030302020204" pitchFamily="66" charset="0"/>
            </a:endParaRPr>
          </a:p>
        </p:txBody>
      </p:sp>
      <p:sp>
        <p:nvSpPr>
          <p:cNvPr id="14" name="TextBox 13">
            <a:extLst>
              <a:ext uri="{FF2B5EF4-FFF2-40B4-BE49-F238E27FC236}">
                <a16:creationId xmlns:a16="http://schemas.microsoft.com/office/drawing/2014/main" id="{AA59CF64-691F-B411-46F3-90EA4F4F41B2}"/>
              </a:ext>
            </a:extLst>
          </p:cNvPr>
          <p:cNvSpPr txBox="1"/>
          <p:nvPr/>
        </p:nvSpPr>
        <p:spPr>
          <a:xfrm>
            <a:off x="42111" y="4642058"/>
            <a:ext cx="4285147" cy="338554"/>
          </a:xfrm>
          <a:prstGeom prst="rect">
            <a:avLst/>
          </a:prstGeom>
          <a:noFill/>
        </p:spPr>
        <p:txBody>
          <a:bodyPr wrap="none" rtlCol="0">
            <a:spAutoFit/>
          </a:bodyPr>
          <a:lstStyle/>
          <a:p>
            <a:r>
              <a:rPr lang="en-AU" sz="1600" dirty="0" err="1">
                <a:solidFill>
                  <a:schemeClr val="bg1"/>
                </a:solidFill>
                <a:latin typeface="Comic Sans MS" panose="030F0702030302020204" pitchFamily="66" charset="0"/>
              </a:rPr>
              <a:t>Šmartno</a:t>
            </a:r>
            <a:r>
              <a:rPr lang="en-AU" sz="1600" dirty="0">
                <a:solidFill>
                  <a:schemeClr val="bg1"/>
                </a:solidFill>
                <a:latin typeface="Comic Sans MS" panose="030F0702030302020204" pitchFamily="66" charset="0"/>
              </a:rPr>
              <a:t> Timeshare Kindergarten, Slovenia</a:t>
            </a:r>
          </a:p>
        </p:txBody>
      </p:sp>
      <p:sp>
        <p:nvSpPr>
          <p:cNvPr id="17" name="TextBox 16">
            <a:extLst>
              <a:ext uri="{FF2B5EF4-FFF2-40B4-BE49-F238E27FC236}">
                <a16:creationId xmlns:a16="http://schemas.microsoft.com/office/drawing/2014/main" id="{A7E8D9C6-CBA8-4849-839D-75310D3EA43A}"/>
              </a:ext>
            </a:extLst>
          </p:cNvPr>
          <p:cNvSpPr txBox="1"/>
          <p:nvPr/>
        </p:nvSpPr>
        <p:spPr>
          <a:xfrm>
            <a:off x="-35306" y="1970810"/>
            <a:ext cx="3078087" cy="338554"/>
          </a:xfrm>
          <a:prstGeom prst="rect">
            <a:avLst/>
          </a:prstGeom>
          <a:noFill/>
        </p:spPr>
        <p:txBody>
          <a:bodyPr wrap="none" rtlCol="0">
            <a:spAutoFit/>
          </a:bodyPr>
          <a:lstStyle/>
          <a:p>
            <a:r>
              <a:rPr lang="en-AU" sz="1600" dirty="0">
                <a:solidFill>
                  <a:schemeClr val="bg1"/>
                </a:solidFill>
                <a:latin typeface="Comic Sans MS" panose="030F0702030302020204" pitchFamily="66" charset="0"/>
              </a:rPr>
              <a:t>Eco </a:t>
            </a:r>
            <a:r>
              <a:rPr lang="en-AU" sz="1600" dirty="0" err="1">
                <a:solidFill>
                  <a:schemeClr val="bg1"/>
                </a:solidFill>
                <a:latin typeface="Comic Sans MS" panose="030F0702030302020204" pitchFamily="66" charset="0"/>
              </a:rPr>
              <a:t>Moyo</a:t>
            </a:r>
            <a:r>
              <a:rPr lang="en-AU" sz="1600" dirty="0">
                <a:solidFill>
                  <a:schemeClr val="bg1"/>
                </a:solidFill>
                <a:latin typeface="Comic Sans MS" panose="030F0702030302020204" pitchFamily="66" charset="0"/>
              </a:rPr>
              <a:t> Kindergarten, Kenya</a:t>
            </a:r>
          </a:p>
        </p:txBody>
      </p:sp>
      <p:sp>
        <p:nvSpPr>
          <p:cNvPr id="18" name="TextBox 17">
            <a:extLst>
              <a:ext uri="{FF2B5EF4-FFF2-40B4-BE49-F238E27FC236}">
                <a16:creationId xmlns:a16="http://schemas.microsoft.com/office/drawing/2014/main" id="{1EFBE35A-F669-A5D8-4F70-0F358A2A145B}"/>
              </a:ext>
            </a:extLst>
          </p:cNvPr>
          <p:cNvSpPr txBox="1"/>
          <p:nvPr/>
        </p:nvSpPr>
        <p:spPr>
          <a:xfrm>
            <a:off x="8340019" y="2059341"/>
            <a:ext cx="3932487" cy="338554"/>
          </a:xfrm>
          <a:prstGeom prst="rect">
            <a:avLst/>
          </a:prstGeom>
          <a:noFill/>
        </p:spPr>
        <p:txBody>
          <a:bodyPr wrap="none" rtlCol="0">
            <a:spAutoFit/>
          </a:bodyPr>
          <a:lstStyle/>
          <a:p>
            <a:r>
              <a:rPr lang="en-US" sz="1600" dirty="0" err="1">
                <a:solidFill>
                  <a:schemeClr val="bg1"/>
                </a:solidFill>
                <a:latin typeface="Comic Sans MS" panose="030F0702030302020204" pitchFamily="66" charset="0"/>
              </a:rPr>
              <a:t>Navyug</a:t>
            </a:r>
            <a:r>
              <a:rPr lang="en-US" sz="1600" dirty="0">
                <a:solidFill>
                  <a:schemeClr val="bg1"/>
                </a:solidFill>
                <a:latin typeface="Comic Sans MS" panose="030F0702030302020204" pitchFamily="66" charset="0"/>
              </a:rPr>
              <a:t> International Pre-School, India</a:t>
            </a:r>
            <a:endParaRPr lang="en-AU" sz="1600" dirty="0">
              <a:solidFill>
                <a:schemeClr val="bg1"/>
              </a:solidFill>
              <a:latin typeface="Comic Sans MS" panose="030F0702030302020204" pitchFamily="66" charset="0"/>
            </a:endParaRPr>
          </a:p>
        </p:txBody>
      </p:sp>
    </p:spTree>
    <p:extLst>
      <p:ext uri="{BB962C8B-B14F-4D97-AF65-F5344CB8AC3E}">
        <p14:creationId xmlns:p14="http://schemas.microsoft.com/office/powerpoint/2010/main" val="4262939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75D6-474E-D8E3-90F3-438EE57B39ED}"/>
              </a:ext>
            </a:extLst>
          </p:cNvPr>
          <p:cNvSpPr>
            <a:spLocks noGrp="1"/>
          </p:cNvSpPr>
          <p:nvPr>
            <p:ph type="title"/>
          </p:nvPr>
        </p:nvSpPr>
        <p:spPr/>
        <p:txBody>
          <a:bodyPr/>
          <a:lstStyle/>
          <a:p>
            <a:r>
              <a:rPr lang="en-US" sz="2800" dirty="0">
                <a:latin typeface="Comic Sans MS" panose="030F0702030302020204" pitchFamily="66" charset="0"/>
              </a:rPr>
              <a:t>Little Hall at Prestwood Infant school, United Kingdom</a:t>
            </a:r>
            <a:endParaRPr lang="en-AU" sz="2800" dirty="0">
              <a:latin typeface="Comic Sans MS" panose="030F0702030302020204" pitchFamily="66" charset="0"/>
            </a:endParaRPr>
          </a:p>
        </p:txBody>
      </p:sp>
      <p:sp>
        <p:nvSpPr>
          <p:cNvPr id="4" name="Text Placeholder 3">
            <a:extLst>
              <a:ext uri="{FF2B5EF4-FFF2-40B4-BE49-F238E27FC236}">
                <a16:creationId xmlns:a16="http://schemas.microsoft.com/office/drawing/2014/main" id="{B727CA2E-9D0F-48DE-39BA-1801383CA665}"/>
              </a:ext>
            </a:extLst>
          </p:cNvPr>
          <p:cNvSpPr>
            <a:spLocks noGrp="1"/>
          </p:cNvSpPr>
          <p:nvPr>
            <p:ph type="body" sz="half" idx="2"/>
          </p:nvPr>
        </p:nvSpPr>
        <p:spPr>
          <a:xfrm>
            <a:off x="1097280" y="5897880"/>
            <a:ext cx="10113264" cy="822960"/>
          </a:xfrm>
        </p:spPr>
        <p:txBody>
          <a:bodyPr>
            <a:noAutofit/>
          </a:bodyPr>
          <a:lstStyle/>
          <a:p>
            <a:r>
              <a:rPr lang="en-AU" dirty="0">
                <a:latin typeface="Comic Sans MS" panose="030F0702030302020204" pitchFamily="66" charset="0"/>
              </a:rPr>
              <a:t>Built: 2015</a:t>
            </a:r>
          </a:p>
          <a:p>
            <a:r>
              <a:rPr lang="en-AU" dirty="0">
                <a:latin typeface="Comic Sans MS" panose="030F0702030302020204" pitchFamily="66" charset="0"/>
              </a:rPr>
              <a:t>Cost: 158,000 British Pounds</a:t>
            </a:r>
          </a:p>
          <a:p>
            <a:r>
              <a:rPr lang="en-AU" dirty="0">
                <a:latin typeface="Comic Sans MS" panose="030F0702030302020204" pitchFamily="66" charset="0"/>
              </a:rPr>
              <a:t>Architects: </a:t>
            </a:r>
            <a:r>
              <a:rPr lang="en-AU" dirty="0">
                <a:solidFill>
                  <a:schemeClr val="bg1"/>
                </a:solidFill>
                <a:latin typeface="Comic Sans MS" panose="030F0702030302020204" pitchFamily="66" charset="0"/>
              </a:rPr>
              <a:t>De Rosee Sa &amp; PMR</a:t>
            </a:r>
          </a:p>
          <a:p>
            <a:endParaRPr lang="en-AU" dirty="0">
              <a:latin typeface="Comic Sans MS" panose="030F0702030302020204" pitchFamily="66" charset="0"/>
            </a:endParaRPr>
          </a:p>
        </p:txBody>
      </p:sp>
      <p:sp>
        <p:nvSpPr>
          <p:cNvPr id="7" name="圖片版面配置區 6">
            <a:extLst>
              <a:ext uri="{FF2B5EF4-FFF2-40B4-BE49-F238E27FC236}">
                <a16:creationId xmlns:a16="http://schemas.microsoft.com/office/drawing/2014/main" id="{2A03D279-E886-6972-13CF-3C968FA87547}"/>
              </a:ext>
            </a:extLst>
          </p:cNvPr>
          <p:cNvSpPr>
            <a:spLocks noGrp="1"/>
          </p:cNvSpPr>
          <p:nvPr>
            <p:ph type="pic" idx="1"/>
          </p:nvPr>
        </p:nvSpPr>
        <p:spPr/>
      </p:sp>
      <p:pic>
        <p:nvPicPr>
          <p:cNvPr id="10" name="圖片 9">
            <a:extLst>
              <a:ext uri="{FF2B5EF4-FFF2-40B4-BE49-F238E27FC236}">
                <a16:creationId xmlns:a16="http://schemas.microsoft.com/office/drawing/2014/main" id="{56ADEC86-E239-F49C-9F19-CAA7DEC6ABC0}"/>
              </a:ext>
            </a:extLst>
          </p:cNvPr>
          <p:cNvPicPr>
            <a:picLocks noChangeAspect="1"/>
          </p:cNvPicPr>
          <p:nvPr/>
        </p:nvPicPr>
        <p:blipFill>
          <a:blip r:embed="rId2"/>
          <a:stretch>
            <a:fillRect/>
          </a:stretch>
        </p:blipFill>
        <p:spPr>
          <a:xfrm>
            <a:off x="-16" y="0"/>
            <a:ext cx="12193439" cy="4915076"/>
          </a:xfrm>
          <a:prstGeom prst="rect">
            <a:avLst/>
          </a:prstGeom>
        </p:spPr>
      </p:pic>
    </p:spTree>
    <p:extLst>
      <p:ext uri="{BB962C8B-B14F-4D97-AF65-F5344CB8AC3E}">
        <p14:creationId xmlns:p14="http://schemas.microsoft.com/office/powerpoint/2010/main" val="2616211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BC8C-8806-C47D-0B40-DF2D318C5922}"/>
              </a:ext>
            </a:extLst>
          </p:cNvPr>
          <p:cNvSpPr>
            <a:spLocks noGrp="1"/>
          </p:cNvSpPr>
          <p:nvPr>
            <p:ph type="title"/>
          </p:nvPr>
        </p:nvSpPr>
        <p:spPr>
          <a:xfrm>
            <a:off x="801251" y="155035"/>
            <a:ext cx="10058400" cy="1450757"/>
          </a:xfrm>
        </p:spPr>
        <p:txBody>
          <a:bodyPr>
            <a:normAutofit/>
          </a:bodyPr>
          <a:lstStyle/>
          <a:p>
            <a:r>
              <a:rPr lang="en-US" sz="2800" dirty="0">
                <a:latin typeface="Comic Sans MS" panose="030F0702030302020204" pitchFamily="66" charset="0"/>
              </a:rPr>
              <a:t>1. Floor plan analysis - Portfolio Stage 1</a:t>
            </a:r>
            <a:endParaRPr lang="en-AU" sz="2800" dirty="0">
              <a:latin typeface="Comic Sans MS" panose="030F0702030302020204" pitchFamily="66" charset="0"/>
            </a:endParaRPr>
          </a:p>
        </p:txBody>
      </p:sp>
      <p:pic>
        <p:nvPicPr>
          <p:cNvPr id="7" name="Content Placeholder 6" descr="A picture containing screenshot, map&#10;&#10;Description automatically generated">
            <a:extLst>
              <a:ext uri="{FF2B5EF4-FFF2-40B4-BE49-F238E27FC236}">
                <a16:creationId xmlns:a16="http://schemas.microsoft.com/office/drawing/2014/main" id="{60F905E8-7C63-07E4-868A-61D23C949D9B}"/>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6689131" y="3494693"/>
            <a:ext cx="5259450" cy="2670313"/>
          </a:xfrm>
          <a:prstGeom prst="rect">
            <a:avLst/>
          </a:prstGeom>
          <a:ln>
            <a:solidFill>
              <a:schemeClr val="accent6"/>
            </a:solidFill>
          </a:ln>
        </p:spPr>
      </p:pic>
      <p:pic>
        <p:nvPicPr>
          <p:cNvPr id="9" name="Picture 8" descr="A picture containing text, map, screenshot&#10;&#10;Description automatically generated">
            <a:extLst>
              <a:ext uri="{FF2B5EF4-FFF2-40B4-BE49-F238E27FC236}">
                <a16:creationId xmlns:a16="http://schemas.microsoft.com/office/drawing/2014/main" id="{8A0E046F-AAB7-2145-245F-38A1D9EF52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572" y="3494693"/>
            <a:ext cx="5694559" cy="2670313"/>
          </a:xfrm>
          <a:prstGeom prst="rect">
            <a:avLst/>
          </a:prstGeom>
          <a:ln>
            <a:solidFill>
              <a:schemeClr val="accent6"/>
            </a:solidFill>
          </a:ln>
        </p:spPr>
      </p:pic>
      <p:pic>
        <p:nvPicPr>
          <p:cNvPr id="11" name="圖片 10">
            <a:extLst>
              <a:ext uri="{FF2B5EF4-FFF2-40B4-BE49-F238E27FC236}">
                <a16:creationId xmlns:a16="http://schemas.microsoft.com/office/drawing/2014/main" id="{957994EE-5B2C-BBDC-9B1E-D2DE0A673D8E}"/>
              </a:ext>
            </a:extLst>
          </p:cNvPr>
          <p:cNvPicPr>
            <a:picLocks noChangeAspect="1"/>
          </p:cNvPicPr>
          <p:nvPr/>
        </p:nvPicPr>
        <p:blipFill>
          <a:blip r:embed="rId4"/>
          <a:stretch>
            <a:fillRect/>
          </a:stretch>
        </p:blipFill>
        <p:spPr>
          <a:xfrm>
            <a:off x="10697809" y="155035"/>
            <a:ext cx="1250772" cy="1172959"/>
          </a:xfrm>
          <a:prstGeom prst="rect">
            <a:avLst/>
          </a:prstGeom>
        </p:spPr>
      </p:pic>
      <p:sp>
        <p:nvSpPr>
          <p:cNvPr id="4" name="TextBox 3">
            <a:extLst>
              <a:ext uri="{FF2B5EF4-FFF2-40B4-BE49-F238E27FC236}">
                <a16:creationId xmlns:a16="http://schemas.microsoft.com/office/drawing/2014/main" id="{74D51B4D-1DE4-06F8-ED0C-518621FE00CA}"/>
              </a:ext>
            </a:extLst>
          </p:cNvPr>
          <p:cNvSpPr txBox="1"/>
          <p:nvPr/>
        </p:nvSpPr>
        <p:spPr>
          <a:xfrm>
            <a:off x="4736432" y="2697079"/>
            <a:ext cx="184731" cy="369332"/>
          </a:xfrm>
          <a:prstGeom prst="rect">
            <a:avLst/>
          </a:prstGeom>
          <a:noFill/>
        </p:spPr>
        <p:txBody>
          <a:bodyPr wrap="none" rtlCol="0">
            <a:spAutoFit/>
          </a:bodyPr>
          <a:lstStyle/>
          <a:p>
            <a:endParaRPr lang="en-AU" dirty="0"/>
          </a:p>
        </p:txBody>
      </p:sp>
      <p:sp>
        <p:nvSpPr>
          <p:cNvPr id="5" name="TextBox 4">
            <a:extLst>
              <a:ext uri="{FF2B5EF4-FFF2-40B4-BE49-F238E27FC236}">
                <a16:creationId xmlns:a16="http://schemas.microsoft.com/office/drawing/2014/main" id="{D81BDD1E-65B5-2D37-D237-4FDA18C9AB9D}"/>
              </a:ext>
            </a:extLst>
          </p:cNvPr>
          <p:cNvSpPr txBox="1"/>
          <p:nvPr/>
        </p:nvSpPr>
        <p:spPr>
          <a:xfrm>
            <a:off x="6620256" y="2558579"/>
            <a:ext cx="6109798" cy="784830"/>
          </a:xfrm>
          <a:prstGeom prst="rect">
            <a:avLst/>
          </a:prstGeom>
          <a:noFill/>
        </p:spPr>
        <p:txBody>
          <a:bodyPr wrap="square" rtlCol="0">
            <a:spAutoFit/>
          </a:bodyPr>
          <a:lstStyle/>
          <a:p>
            <a:r>
              <a:rPr lang="en-AU" sz="1500" dirty="0">
                <a:latin typeface="Comic Sans MS" panose="030F0702030302020204" pitchFamily="66" charset="0"/>
              </a:rPr>
              <a:t>Britain's weather is unique as five air masses battle for supremacy including continental polar, arctic maritime, polar maritime, tropical maritime and tropical continental.</a:t>
            </a:r>
          </a:p>
        </p:txBody>
      </p:sp>
      <p:sp>
        <p:nvSpPr>
          <p:cNvPr id="6" name="TextBox 5">
            <a:extLst>
              <a:ext uri="{FF2B5EF4-FFF2-40B4-BE49-F238E27FC236}">
                <a16:creationId xmlns:a16="http://schemas.microsoft.com/office/drawing/2014/main" id="{B96B34EF-BB9A-F72E-235C-318E89341BA2}"/>
              </a:ext>
            </a:extLst>
          </p:cNvPr>
          <p:cNvSpPr txBox="1"/>
          <p:nvPr/>
        </p:nvSpPr>
        <p:spPr>
          <a:xfrm>
            <a:off x="893199" y="2558579"/>
            <a:ext cx="4931863" cy="1015663"/>
          </a:xfrm>
          <a:prstGeom prst="rect">
            <a:avLst/>
          </a:prstGeom>
          <a:noFill/>
        </p:spPr>
        <p:txBody>
          <a:bodyPr wrap="square" rtlCol="0">
            <a:spAutoFit/>
          </a:bodyPr>
          <a:lstStyle/>
          <a:p>
            <a:r>
              <a:rPr lang="en-AU" sz="1500" dirty="0">
                <a:latin typeface="Comic Sans MS" panose="030F0702030302020204" pitchFamily="66" charset="0"/>
              </a:rPr>
              <a:t>The infant school for children between 5-7 years is located in Prestwood, UK. Surrounded by trees in a quiet residential area as explained in the site analysis below.</a:t>
            </a:r>
          </a:p>
        </p:txBody>
      </p:sp>
      <p:pic>
        <p:nvPicPr>
          <p:cNvPr id="8" name="Picture 7" descr="A picture containing sketch, drawing, diagram, plan&#10;&#10;Description automatically generated">
            <a:extLst>
              <a:ext uri="{FF2B5EF4-FFF2-40B4-BE49-F238E27FC236}">
                <a16:creationId xmlns:a16="http://schemas.microsoft.com/office/drawing/2014/main" id="{A86330F0-0F74-A678-1062-6590BF799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4177" y="0"/>
            <a:ext cx="2960126" cy="1743456"/>
          </a:xfrm>
          <a:prstGeom prst="rect">
            <a:avLst/>
          </a:prstGeom>
          <a:solidFill>
            <a:schemeClr val="accent2">
              <a:lumMod val="75000"/>
            </a:schemeClr>
          </a:solidFill>
          <a:ln>
            <a:solidFill>
              <a:schemeClr val="accent6"/>
            </a:solidFill>
          </a:ln>
        </p:spPr>
      </p:pic>
      <p:pic>
        <p:nvPicPr>
          <p:cNvPr id="10" name="Content Placeholder 17" descr="A picture containing indoor, ceiling, flooring, property&#10;&#10;Description automatically generated">
            <a:extLst>
              <a:ext uri="{FF2B5EF4-FFF2-40B4-BE49-F238E27FC236}">
                <a16:creationId xmlns:a16="http://schemas.microsoft.com/office/drawing/2014/main" id="{FAF3C485-1B20-DA1D-9A71-1312B6BF2A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4572" y="1743456"/>
            <a:ext cx="2919060" cy="878971"/>
          </a:xfrm>
          <a:prstGeom prst="rect">
            <a:avLst/>
          </a:prstGeom>
        </p:spPr>
      </p:pic>
      <p:sp>
        <p:nvSpPr>
          <p:cNvPr id="13" name="TextBox 12">
            <a:extLst>
              <a:ext uri="{FF2B5EF4-FFF2-40B4-BE49-F238E27FC236}">
                <a16:creationId xmlns:a16="http://schemas.microsoft.com/office/drawing/2014/main" id="{785FECAC-FEA0-625E-72AB-3D251FB1764D}"/>
              </a:ext>
            </a:extLst>
          </p:cNvPr>
          <p:cNvSpPr txBox="1"/>
          <p:nvPr/>
        </p:nvSpPr>
        <p:spPr>
          <a:xfrm>
            <a:off x="3913632" y="1057351"/>
            <a:ext cx="6364224" cy="830997"/>
          </a:xfrm>
          <a:prstGeom prst="rect">
            <a:avLst/>
          </a:prstGeom>
          <a:noFill/>
        </p:spPr>
        <p:txBody>
          <a:bodyPr wrap="square">
            <a:spAutoFit/>
          </a:bodyPr>
          <a:lstStyle/>
          <a:p>
            <a:r>
              <a:rPr lang="en-AU" sz="1800" dirty="0">
                <a:latin typeface="Comic Sans MS" panose="030F0702030302020204" pitchFamily="66" charset="0"/>
              </a:rPr>
              <a:t> 	</a:t>
            </a:r>
            <a:r>
              <a:rPr lang="en-AU" sz="1500" dirty="0">
                <a:latin typeface="Comic Sans MS" panose="030F0702030302020204" pitchFamily="66" charset="0"/>
              </a:rPr>
              <a:t>	</a:t>
            </a:r>
            <a:br>
              <a:rPr lang="en-AU" sz="1500" dirty="0">
                <a:latin typeface="Comic Sans MS" panose="030F0702030302020204" pitchFamily="66" charset="0"/>
              </a:rPr>
            </a:br>
            <a:r>
              <a:rPr lang="en-AU" sz="1500" dirty="0">
                <a:latin typeface="Comic Sans MS" panose="030F0702030302020204" pitchFamily="66" charset="0"/>
              </a:rPr>
              <a:t>					</a:t>
            </a:r>
            <a:r>
              <a:rPr lang="en-AU" sz="1500" dirty="0">
                <a:solidFill>
                  <a:srgbClr val="303030"/>
                </a:solidFill>
                <a:latin typeface="Comic Sans MS" panose="030F0702030302020204" pitchFamily="66" charset="0"/>
              </a:rPr>
              <a:t>		</a:t>
            </a:r>
            <a:r>
              <a:rPr lang="en-AU" sz="1500" dirty="0">
                <a:latin typeface="Comic Sans MS" panose="030F0702030302020204" pitchFamily="66" charset="0"/>
              </a:rPr>
              <a:t>              </a:t>
            </a:r>
          </a:p>
          <a:p>
            <a:endParaRPr lang="en-AU" sz="1500" dirty="0">
              <a:latin typeface="Comic Sans MS" panose="030F0702030302020204" pitchFamily="66" charset="0"/>
            </a:endParaRPr>
          </a:p>
        </p:txBody>
      </p:sp>
    </p:spTree>
    <p:extLst>
      <p:ext uri="{BB962C8B-B14F-4D97-AF65-F5344CB8AC3E}">
        <p14:creationId xmlns:p14="http://schemas.microsoft.com/office/powerpoint/2010/main" val="341458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8481-ED8B-C600-1546-8AB73A060C96}"/>
              </a:ext>
            </a:extLst>
          </p:cNvPr>
          <p:cNvSpPr>
            <a:spLocks noGrp="1"/>
          </p:cNvSpPr>
          <p:nvPr>
            <p:ph type="title"/>
          </p:nvPr>
        </p:nvSpPr>
        <p:spPr/>
        <p:txBody>
          <a:bodyPr>
            <a:normAutofit/>
          </a:bodyPr>
          <a:lstStyle/>
          <a:p>
            <a:r>
              <a:rPr lang="en-US" sz="2800" dirty="0">
                <a:latin typeface="Comic Sans MS" panose="030F0702030302020204" pitchFamily="66" charset="0"/>
              </a:rPr>
              <a:t>2. Floor plan analysis - Portfolio Stage 2</a:t>
            </a:r>
            <a:endParaRPr lang="en-AU" sz="2800" dirty="0"/>
          </a:p>
        </p:txBody>
      </p:sp>
      <p:pic>
        <p:nvPicPr>
          <p:cNvPr id="4" name="圖片 3">
            <a:extLst>
              <a:ext uri="{FF2B5EF4-FFF2-40B4-BE49-F238E27FC236}">
                <a16:creationId xmlns:a16="http://schemas.microsoft.com/office/drawing/2014/main" id="{A980096A-5719-2555-121E-186923A739DB}"/>
              </a:ext>
            </a:extLst>
          </p:cNvPr>
          <p:cNvPicPr>
            <a:picLocks noChangeAspect="1"/>
          </p:cNvPicPr>
          <p:nvPr/>
        </p:nvPicPr>
        <p:blipFill>
          <a:blip r:embed="rId2"/>
          <a:stretch>
            <a:fillRect/>
          </a:stretch>
        </p:blipFill>
        <p:spPr>
          <a:xfrm>
            <a:off x="10697809" y="155035"/>
            <a:ext cx="1250772" cy="1172959"/>
          </a:xfrm>
          <a:prstGeom prst="rect">
            <a:avLst/>
          </a:prstGeom>
        </p:spPr>
      </p:pic>
      <p:pic>
        <p:nvPicPr>
          <p:cNvPr id="5" name="Picture 4" descr="A floor plan of a building&#10;&#10;Description automatically generated with medium confidence">
            <a:extLst>
              <a:ext uri="{FF2B5EF4-FFF2-40B4-BE49-F238E27FC236}">
                <a16:creationId xmlns:a16="http://schemas.microsoft.com/office/drawing/2014/main" id="{660FFEDF-9475-E160-8516-45276F9897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04" y="2001007"/>
            <a:ext cx="5760732" cy="4319025"/>
          </a:xfrm>
          <a:prstGeom prst="rect">
            <a:avLst/>
          </a:prstGeom>
        </p:spPr>
      </p:pic>
      <p:pic>
        <p:nvPicPr>
          <p:cNvPr id="7" name="Picture 6" descr="A diagram of a floor plan&#10;&#10;Description automatically generated with low confidence">
            <a:extLst>
              <a:ext uri="{FF2B5EF4-FFF2-40B4-BE49-F238E27FC236}">
                <a16:creationId xmlns:a16="http://schemas.microsoft.com/office/drawing/2014/main" id="{ADC5647A-EC70-1E0F-B0D0-5E19035C80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8736" y="2001007"/>
            <a:ext cx="5760732" cy="4319025"/>
          </a:xfrm>
          <a:prstGeom prst="rect">
            <a:avLst/>
          </a:prstGeom>
        </p:spPr>
      </p:pic>
    </p:spTree>
    <p:extLst>
      <p:ext uri="{BB962C8B-B14F-4D97-AF65-F5344CB8AC3E}">
        <p14:creationId xmlns:p14="http://schemas.microsoft.com/office/powerpoint/2010/main" val="426860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AB93-010E-CE61-53EA-3BDE3319D02C}"/>
              </a:ext>
            </a:extLst>
          </p:cNvPr>
          <p:cNvSpPr>
            <a:spLocks noGrp="1"/>
          </p:cNvSpPr>
          <p:nvPr>
            <p:ph type="title"/>
          </p:nvPr>
        </p:nvSpPr>
        <p:spPr/>
        <p:txBody>
          <a:bodyPr>
            <a:normAutofit/>
          </a:bodyPr>
          <a:lstStyle/>
          <a:p>
            <a:r>
              <a:rPr lang="en-US" sz="2800" dirty="0">
                <a:latin typeface="Comic Sans MS" panose="030F0702030302020204" pitchFamily="66" charset="0"/>
              </a:rPr>
              <a:t>3. Hand</a:t>
            </a:r>
            <a:r>
              <a:rPr lang="zh-TW" altLang="en-US" sz="2800" dirty="0">
                <a:latin typeface="Comic Sans MS" panose="030F0702030302020204" pitchFamily="66" charset="0"/>
              </a:rPr>
              <a:t> </a:t>
            </a:r>
            <a:r>
              <a:rPr lang="en-US" sz="2800" dirty="0">
                <a:latin typeface="Comic Sans MS" panose="030F0702030302020204" pitchFamily="66" charset="0"/>
              </a:rPr>
              <a:t>sketching Stage 1</a:t>
            </a:r>
            <a:endParaRPr lang="en-AU" sz="2800" dirty="0">
              <a:latin typeface="Comic Sans MS" panose="030F0702030302020204" pitchFamily="66" charset="0"/>
            </a:endParaRPr>
          </a:p>
        </p:txBody>
      </p:sp>
      <p:pic>
        <p:nvPicPr>
          <p:cNvPr id="3" name="圖片 2">
            <a:extLst>
              <a:ext uri="{FF2B5EF4-FFF2-40B4-BE49-F238E27FC236}">
                <a16:creationId xmlns:a16="http://schemas.microsoft.com/office/drawing/2014/main" id="{DC28BDCA-8786-1C4B-ABAC-F3403BCFC0C2}"/>
              </a:ext>
            </a:extLst>
          </p:cNvPr>
          <p:cNvPicPr>
            <a:picLocks noChangeAspect="1"/>
          </p:cNvPicPr>
          <p:nvPr/>
        </p:nvPicPr>
        <p:blipFill>
          <a:blip r:embed="rId2"/>
          <a:stretch>
            <a:fillRect/>
          </a:stretch>
        </p:blipFill>
        <p:spPr>
          <a:xfrm>
            <a:off x="10697809" y="155035"/>
            <a:ext cx="1250772" cy="1172959"/>
          </a:xfrm>
          <a:prstGeom prst="rect">
            <a:avLst/>
          </a:prstGeom>
        </p:spPr>
      </p:pic>
      <p:pic>
        <p:nvPicPr>
          <p:cNvPr id="4" name="Picture 3" descr="A picture containing sketch, art, drawing, child art&#10;&#10;Description automatically generated">
            <a:extLst>
              <a:ext uri="{FF2B5EF4-FFF2-40B4-BE49-F238E27FC236}">
                <a16:creationId xmlns:a16="http://schemas.microsoft.com/office/drawing/2014/main" id="{D85066CC-7B20-67DA-E815-BD06E5622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319" y="1783584"/>
            <a:ext cx="8085513" cy="4547866"/>
          </a:xfrm>
          <a:prstGeom prst="rect">
            <a:avLst/>
          </a:prstGeom>
        </p:spPr>
      </p:pic>
    </p:spTree>
    <p:extLst>
      <p:ext uri="{BB962C8B-B14F-4D97-AF65-F5344CB8AC3E}">
        <p14:creationId xmlns:p14="http://schemas.microsoft.com/office/powerpoint/2010/main" val="216498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AB93-010E-CE61-53EA-3BDE3319D02C}"/>
              </a:ext>
            </a:extLst>
          </p:cNvPr>
          <p:cNvSpPr>
            <a:spLocks noGrp="1"/>
          </p:cNvSpPr>
          <p:nvPr>
            <p:ph type="title"/>
          </p:nvPr>
        </p:nvSpPr>
        <p:spPr/>
        <p:txBody>
          <a:bodyPr>
            <a:normAutofit/>
          </a:bodyPr>
          <a:lstStyle/>
          <a:p>
            <a:r>
              <a:rPr lang="en-US" sz="2800" dirty="0">
                <a:latin typeface="Comic Sans MS" panose="030F0702030302020204" pitchFamily="66" charset="0"/>
              </a:rPr>
              <a:t>4. Hand sketching Stage 2</a:t>
            </a:r>
            <a:endParaRPr lang="en-AU" sz="2800" dirty="0">
              <a:latin typeface="Comic Sans MS" panose="030F0702030302020204" pitchFamily="66" charset="0"/>
            </a:endParaRPr>
          </a:p>
        </p:txBody>
      </p:sp>
      <p:pic>
        <p:nvPicPr>
          <p:cNvPr id="3" name="圖片 2">
            <a:extLst>
              <a:ext uri="{FF2B5EF4-FFF2-40B4-BE49-F238E27FC236}">
                <a16:creationId xmlns:a16="http://schemas.microsoft.com/office/drawing/2014/main" id="{4ED55B25-4AE0-4D24-CCD4-7C4B2F42A9FA}"/>
              </a:ext>
            </a:extLst>
          </p:cNvPr>
          <p:cNvPicPr>
            <a:picLocks noChangeAspect="1"/>
          </p:cNvPicPr>
          <p:nvPr/>
        </p:nvPicPr>
        <p:blipFill>
          <a:blip r:embed="rId2"/>
          <a:stretch>
            <a:fillRect/>
          </a:stretch>
        </p:blipFill>
        <p:spPr>
          <a:xfrm>
            <a:off x="10697809" y="155035"/>
            <a:ext cx="1250772" cy="1172959"/>
          </a:xfrm>
          <a:prstGeom prst="rect">
            <a:avLst/>
          </a:prstGeom>
        </p:spPr>
      </p:pic>
      <p:pic>
        <p:nvPicPr>
          <p:cNvPr id="5" name="Picture 4" descr="A picture containing sketch, drawing, line art, art&#10;&#10;Description automatically generated">
            <a:extLst>
              <a:ext uri="{FF2B5EF4-FFF2-40B4-BE49-F238E27FC236}">
                <a16:creationId xmlns:a16="http://schemas.microsoft.com/office/drawing/2014/main" id="{B8C0BE8E-6F0C-E21E-4938-8C8EAC620EFF}"/>
              </a:ext>
            </a:extLst>
          </p:cNvPr>
          <p:cNvPicPr>
            <a:picLocks noChangeAspect="1"/>
          </p:cNvPicPr>
          <p:nvPr/>
        </p:nvPicPr>
        <p:blipFill rotWithShape="1">
          <a:blip r:embed="rId3">
            <a:extLst>
              <a:ext uri="{28A0092B-C50C-407E-A947-70E740481C1C}">
                <a14:useLocalDpi xmlns:a14="http://schemas.microsoft.com/office/drawing/2010/main" val="0"/>
              </a:ext>
            </a:extLst>
          </a:blip>
          <a:srcRect l="9453" t="2458" r="23069" b="28224"/>
          <a:stretch/>
        </p:blipFill>
        <p:spPr>
          <a:xfrm rot="5400000">
            <a:off x="3898229" y="630882"/>
            <a:ext cx="3862140" cy="6376737"/>
          </a:xfrm>
          <a:prstGeom prst="rect">
            <a:avLst/>
          </a:prstGeom>
        </p:spPr>
      </p:pic>
    </p:spTree>
    <p:extLst>
      <p:ext uri="{BB962C8B-B14F-4D97-AF65-F5344CB8AC3E}">
        <p14:creationId xmlns:p14="http://schemas.microsoft.com/office/powerpoint/2010/main" val="80658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AB93-010E-CE61-53EA-3BDE3319D02C}"/>
              </a:ext>
            </a:extLst>
          </p:cNvPr>
          <p:cNvSpPr>
            <a:spLocks noGrp="1"/>
          </p:cNvSpPr>
          <p:nvPr>
            <p:ph type="title"/>
          </p:nvPr>
        </p:nvSpPr>
        <p:spPr/>
        <p:txBody>
          <a:bodyPr>
            <a:normAutofit/>
          </a:bodyPr>
          <a:lstStyle/>
          <a:p>
            <a:r>
              <a:rPr lang="en-US" sz="2800" dirty="0">
                <a:latin typeface="Comic Sans MS" panose="030F0702030302020204" pitchFamily="66" charset="0"/>
              </a:rPr>
              <a:t>5. Notes/plan for physical Model</a:t>
            </a:r>
            <a:endParaRPr lang="en-AU" sz="2800" dirty="0">
              <a:latin typeface="Comic Sans MS" panose="030F0702030302020204" pitchFamily="66" charset="0"/>
            </a:endParaRPr>
          </a:p>
        </p:txBody>
      </p:sp>
      <p:pic>
        <p:nvPicPr>
          <p:cNvPr id="3" name="圖片 2">
            <a:extLst>
              <a:ext uri="{FF2B5EF4-FFF2-40B4-BE49-F238E27FC236}">
                <a16:creationId xmlns:a16="http://schemas.microsoft.com/office/drawing/2014/main" id="{AEC0749F-2132-6A26-1808-87AF9C5D6485}"/>
              </a:ext>
            </a:extLst>
          </p:cNvPr>
          <p:cNvPicPr>
            <a:picLocks noChangeAspect="1"/>
          </p:cNvPicPr>
          <p:nvPr/>
        </p:nvPicPr>
        <p:blipFill>
          <a:blip r:embed="rId2"/>
          <a:stretch>
            <a:fillRect/>
          </a:stretch>
        </p:blipFill>
        <p:spPr>
          <a:xfrm>
            <a:off x="10697809" y="155035"/>
            <a:ext cx="1250772" cy="1172959"/>
          </a:xfrm>
          <a:prstGeom prst="rect">
            <a:avLst/>
          </a:prstGeom>
        </p:spPr>
      </p:pic>
      <p:sp>
        <p:nvSpPr>
          <p:cNvPr id="5" name="TextBox 4">
            <a:extLst>
              <a:ext uri="{FF2B5EF4-FFF2-40B4-BE49-F238E27FC236}">
                <a16:creationId xmlns:a16="http://schemas.microsoft.com/office/drawing/2014/main" id="{47E76A44-03F0-E60D-4C29-0BFDBB481C3E}"/>
              </a:ext>
            </a:extLst>
          </p:cNvPr>
          <p:cNvSpPr txBox="1"/>
          <p:nvPr/>
        </p:nvSpPr>
        <p:spPr>
          <a:xfrm>
            <a:off x="180474" y="1821877"/>
            <a:ext cx="4963026" cy="2895023"/>
          </a:xfrm>
          <a:prstGeom prst="rect">
            <a:avLst/>
          </a:prstGeom>
          <a:noFill/>
        </p:spPr>
        <p:txBody>
          <a:bodyPr wrap="square">
            <a:spAutoFit/>
          </a:bodyPr>
          <a:lstStyle/>
          <a:p>
            <a:pPr>
              <a:lnSpc>
                <a:spcPct val="107000"/>
              </a:lnSpc>
              <a:spcAft>
                <a:spcPts val="253"/>
              </a:spcAft>
            </a:pPr>
            <a:r>
              <a:rPr lang="en-AU" sz="1500" u="sng" kern="100" dirty="0">
                <a:latin typeface="Comic Sans MS" panose="030F0702030302020204" pitchFamily="66" charset="0"/>
                <a:ea typeface="Calibri" panose="020F0502020204030204" pitchFamily="34" charset="0"/>
                <a:cs typeface="Times New Roman" panose="02020603050405020304" pitchFamily="18" charset="0"/>
              </a:rPr>
              <a:t>Shopping list:</a:t>
            </a:r>
            <a:endParaRPr lang="en-AU" sz="1500" kern="100" dirty="0">
              <a:latin typeface="Comic Sans MS" panose="030F0702030302020204" pitchFamily="66" charset="0"/>
              <a:ea typeface="Calibri" panose="020F0502020204030204" pitchFamily="34" charset="0"/>
              <a:cs typeface="Times New Roman" panose="02020603050405020304" pitchFamily="18" charset="0"/>
            </a:endParaRP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1 x Gorilla Glue Clear 51 ml				$13.60</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1 x Foam Board 5mm Thick</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(500 x770mm)							$16.00</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1 x Gorilla Mountain putty white			$9.60</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2 x Silver Flute Board 30.5x30.5cm			$7.00</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1 x Kraft board 30.5x30.5cm				$4.25</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2 x Skinny Sticks 148x5mm, 80pk			$5.00</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1x Wooden match sticks coloured			$2.98</a:t>
            </a: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 </a:t>
            </a:r>
            <a:endParaRPr lang="en-AU" sz="1500" dirty="0">
              <a:latin typeface="Comic Sans MS" panose="030F0702030302020204" pitchFamily="66" charset="0"/>
            </a:endParaRPr>
          </a:p>
        </p:txBody>
      </p:sp>
      <p:sp>
        <p:nvSpPr>
          <p:cNvPr id="4" name="TextBox 3">
            <a:extLst>
              <a:ext uri="{FF2B5EF4-FFF2-40B4-BE49-F238E27FC236}">
                <a16:creationId xmlns:a16="http://schemas.microsoft.com/office/drawing/2014/main" id="{52A13D9D-478A-C6B2-191C-4B21AE5FB235}"/>
              </a:ext>
            </a:extLst>
          </p:cNvPr>
          <p:cNvSpPr txBox="1"/>
          <p:nvPr/>
        </p:nvSpPr>
        <p:spPr>
          <a:xfrm>
            <a:off x="5083583" y="1522884"/>
            <a:ext cx="7053714" cy="3493008"/>
          </a:xfrm>
          <a:prstGeom prst="rect">
            <a:avLst/>
          </a:prstGeom>
          <a:noFill/>
        </p:spPr>
        <p:txBody>
          <a:bodyPr wrap="square" rtlCol="0">
            <a:spAutoFit/>
          </a:bodyPr>
          <a:lstStyle/>
          <a:p>
            <a:pPr>
              <a:lnSpc>
                <a:spcPct val="107000"/>
              </a:lnSpc>
              <a:spcAft>
                <a:spcPts val="253"/>
              </a:spcAft>
            </a:pPr>
            <a:endParaRPr lang="en-AU" sz="1800" kern="100" dirty="0">
              <a:latin typeface="Comic Sans MS" panose="030F0702030302020204" pitchFamily="66" charset="0"/>
              <a:ea typeface="Calibri" panose="020F0502020204030204" pitchFamily="34" charset="0"/>
              <a:cs typeface="Times New Roman" panose="02020603050405020304" pitchFamily="18" charset="0"/>
            </a:endParaRPr>
          </a:p>
          <a:p>
            <a:pPr>
              <a:lnSpc>
                <a:spcPct val="107000"/>
              </a:lnSpc>
              <a:spcAft>
                <a:spcPts val="253"/>
              </a:spcAft>
            </a:pPr>
            <a:r>
              <a:rPr lang="en-AU" sz="1500" u="sng" kern="100" dirty="0">
                <a:latin typeface="Comic Sans MS" panose="030F0702030302020204" pitchFamily="66" charset="0"/>
                <a:ea typeface="Calibri" panose="020F0502020204030204" pitchFamily="34" charset="0"/>
                <a:cs typeface="Times New Roman" panose="02020603050405020304" pitchFamily="18" charset="0"/>
              </a:rPr>
              <a:t>Have at home tools and utensils:</a:t>
            </a:r>
            <a:endParaRPr lang="en-AU" sz="1500" kern="100" dirty="0">
              <a:latin typeface="Comic Sans MS" panose="030F0702030302020204" pitchFamily="66" charset="0"/>
              <a:ea typeface="Calibri" panose="020F0502020204030204" pitchFamily="34" charset="0"/>
              <a:cs typeface="Times New Roman" panose="02020603050405020304" pitchFamily="18" charset="0"/>
            </a:endParaRPr>
          </a:p>
          <a:p>
            <a:pPr>
              <a:lnSpc>
                <a:spcPct val="107000"/>
              </a:lnSpc>
              <a:spcAft>
                <a:spcPts val="253"/>
              </a:spcAft>
            </a:pPr>
            <a:r>
              <a:rPr lang="en-AU" sz="1500" kern="100" dirty="0">
                <a:latin typeface="Comic Sans MS" panose="030F0702030302020204" pitchFamily="66" charset="0"/>
                <a:ea typeface="Calibri" panose="020F0502020204030204" pitchFamily="34" charset="0"/>
                <a:cs typeface="Times New Roman" panose="02020603050405020304" pitchFamily="18" charset="0"/>
              </a:rPr>
              <a:t>Scissors, Stanley knife, ruler, pencils, eraser, sharpener, mini saw for timber cutting</a:t>
            </a:r>
          </a:p>
          <a:p>
            <a:pPr>
              <a:lnSpc>
                <a:spcPct val="107000"/>
              </a:lnSpc>
              <a:spcAft>
                <a:spcPts val="253"/>
              </a:spcAft>
            </a:pPr>
            <a:r>
              <a:rPr lang="en-AU" sz="1500" u="sng" kern="100" dirty="0">
                <a:latin typeface="Comic Sans MS" panose="030F0702030302020204" pitchFamily="66" charset="0"/>
                <a:ea typeface="Calibri" panose="020F0502020204030204" pitchFamily="34" charset="0"/>
                <a:cs typeface="Times New Roman" panose="02020603050405020304" pitchFamily="18" charset="0"/>
              </a:rPr>
              <a:t>Plan:</a:t>
            </a:r>
            <a:endParaRPr lang="en-AU" sz="1500" kern="100" dirty="0">
              <a:latin typeface="Comic Sans MS" panose="030F0702030302020204" pitchFamily="66" charset="0"/>
              <a:ea typeface="Calibri" panose="020F0502020204030204" pitchFamily="34" charset="0"/>
              <a:cs typeface="Times New Roman" panose="02020603050405020304" pitchFamily="18" charset="0"/>
            </a:endParaRP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Using print out drawings to follow shapes and structures on foam board</a:t>
            </a: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Kraft board for base of model</a:t>
            </a: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Forming model out of form board</a:t>
            </a: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Gluing together main structural parts</a:t>
            </a: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Gluing match sticks together to form colourful stud walls</a:t>
            </a: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Clear PVC sheeting for windows</a:t>
            </a:r>
          </a:p>
          <a:p>
            <a:pPr marL="108496" indent="-108496">
              <a:lnSpc>
                <a:spcPct val="107000"/>
              </a:lnSpc>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Silver flute board for metal roof sheeting</a:t>
            </a:r>
          </a:p>
          <a:p>
            <a:pPr marL="108496" indent="-108496">
              <a:lnSpc>
                <a:spcPct val="107000"/>
              </a:lnSpc>
              <a:spcAft>
                <a:spcPts val="253"/>
              </a:spcAft>
              <a:buFont typeface="Symbol" panose="05050102010706020507" pitchFamily="18" charset="2"/>
              <a:buChar char=""/>
            </a:pPr>
            <a:r>
              <a:rPr lang="en-AU" sz="1500" kern="100" dirty="0">
                <a:latin typeface="Comic Sans MS" panose="030F0702030302020204" pitchFamily="66" charset="0"/>
                <a:ea typeface="Calibri" panose="020F0502020204030204" pitchFamily="34" charset="0"/>
                <a:cs typeface="Times New Roman" panose="02020603050405020304" pitchFamily="18" charset="0"/>
              </a:rPr>
              <a:t>Allow extra 1 to 2 days for glue and spray paint to dry</a:t>
            </a:r>
            <a:endParaRPr lang="en-AU" sz="1500" dirty="0">
              <a:latin typeface="Comic Sans MS" panose="030F0702030302020204" pitchFamily="66" charset="0"/>
            </a:endParaRPr>
          </a:p>
        </p:txBody>
      </p:sp>
      <p:graphicFrame>
        <p:nvGraphicFramePr>
          <p:cNvPr id="6" name="Table 5">
            <a:extLst>
              <a:ext uri="{FF2B5EF4-FFF2-40B4-BE49-F238E27FC236}">
                <a16:creationId xmlns:a16="http://schemas.microsoft.com/office/drawing/2014/main" id="{43C21941-0319-20AA-7195-4CCE073C6ED9}"/>
              </a:ext>
            </a:extLst>
          </p:cNvPr>
          <p:cNvGraphicFramePr>
            <a:graphicFrameLocks noGrp="1"/>
          </p:cNvGraphicFramePr>
          <p:nvPr>
            <p:extLst>
              <p:ext uri="{D42A27DB-BD31-4B8C-83A1-F6EECF244321}">
                <p14:modId xmlns:p14="http://schemas.microsoft.com/office/powerpoint/2010/main" val="2798190306"/>
              </p:ext>
            </p:extLst>
          </p:nvPr>
        </p:nvGraphicFramePr>
        <p:xfrm>
          <a:off x="0" y="4372248"/>
          <a:ext cx="4963026" cy="1953902"/>
        </p:xfrm>
        <a:graphic>
          <a:graphicData uri="http://schemas.openxmlformats.org/drawingml/2006/table">
            <a:tbl>
              <a:tblPr firstRow="1" bandRow="1">
                <a:tableStyleId>{5C22544A-7EE6-4342-B048-85BDC9FD1C3A}</a:tableStyleId>
              </a:tblPr>
              <a:tblGrid>
                <a:gridCol w="1651982">
                  <a:extLst>
                    <a:ext uri="{9D8B030D-6E8A-4147-A177-3AD203B41FA5}">
                      <a16:colId xmlns:a16="http://schemas.microsoft.com/office/drawing/2014/main" val="848000551"/>
                    </a:ext>
                  </a:extLst>
                </a:gridCol>
                <a:gridCol w="1655522">
                  <a:extLst>
                    <a:ext uri="{9D8B030D-6E8A-4147-A177-3AD203B41FA5}">
                      <a16:colId xmlns:a16="http://schemas.microsoft.com/office/drawing/2014/main" val="2545686906"/>
                    </a:ext>
                  </a:extLst>
                </a:gridCol>
                <a:gridCol w="1655522">
                  <a:extLst>
                    <a:ext uri="{9D8B030D-6E8A-4147-A177-3AD203B41FA5}">
                      <a16:colId xmlns:a16="http://schemas.microsoft.com/office/drawing/2014/main" val="1728982870"/>
                    </a:ext>
                  </a:extLst>
                </a:gridCol>
              </a:tblGrid>
              <a:tr h="256978">
                <a:tc>
                  <a:txBody>
                    <a:bodyPr/>
                    <a:lstStyle/>
                    <a:p>
                      <a:r>
                        <a:rPr lang="en-AU" sz="1200" dirty="0">
                          <a:latin typeface="Comic Sans MS" panose="030F0702030302020204" pitchFamily="66" charset="0"/>
                        </a:rPr>
                        <a:t>Time management</a:t>
                      </a:r>
                    </a:p>
                  </a:txBody>
                  <a:tcPr/>
                </a:tc>
                <a:tc>
                  <a:txBody>
                    <a:bodyPr/>
                    <a:lstStyle/>
                    <a:p>
                      <a:r>
                        <a:rPr lang="en-AU" sz="1200" dirty="0">
                          <a:latin typeface="Comic Sans MS" panose="030F0702030302020204" pitchFamily="66" charset="0"/>
                        </a:rPr>
                        <a:t>Date</a:t>
                      </a:r>
                    </a:p>
                  </a:txBody>
                  <a:tcPr/>
                </a:tc>
                <a:tc>
                  <a:txBody>
                    <a:bodyPr/>
                    <a:lstStyle/>
                    <a:p>
                      <a:r>
                        <a:rPr lang="en-AU" sz="1200" dirty="0">
                          <a:latin typeface="Comic Sans MS" panose="030F0702030302020204" pitchFamily="66" charset="0"/>
                        </a:rPr>
                        <a:t>Status</a:t>
                      </a:r>
                    </a:p>
                  </a:txBody>
                  <a:tcPr/>
                </a:tc>
                <a:extLst>
                  <a:ext uri="{0D108BD9-81ED-4DB2-BD59-A6C34878D82A}">
                    <a16:rowId xmlns:a16="http://schemas.microsoft.com/office/drawing/2014/main" val="1471997996"/>
                  </a:ext>
                </a:extLst>
              </a:tr>
              <a:tr h="256978">
                <a:tc>
                  <a:txBody>
                    <a:bodyPr/>
                    <a:lstStyle/>
                    <a:p>
                      <a:r>
                        <a:rPr lang="en-AU" sz="1200" dirty="0">
                          <a:latin typeface="Comic Sans MS" panose="030F0702030302020204" pitchFamily="66" charset="0"/>
                        </a:rPr>
                        <a:t>Materials </a:t>
                      </a:r>
                    </a:p>
                  </a:txBody>
                  <a:tcPr/>
                </a:tc>
                <a:tc>
                  <a:txBody>
                    <a:bodyPr/>
                    <a:lstStyle/>
                    <a:p>
                      <a:r>
                        <a:rPr lang="en-AU" sz="1200" dirty="0">
                          <a:latin typeface="Comic Sans MS" panose="030F0702030302020204" pitchFamily="66" charset="0"/>
                        </a:rPr>
                        <a:t>08/06/2023</a:t>
                      </a:r>
                    </a:p>
                  </a:txBody>
                  <a:tcPr/>
                </a:tc>
                <a:tc>
                  <a:txBody>
                    <a:bodyPr/>
                    <a:lstStyle/>
                    <a:p>
                      <a:r>
                        <a:rPr lang="en-AU" sz="1200" dirty="0">
                          <a:latin typeface="Comic Sans MS" panose="030F0702030302020204" pitchFamily="66" charset="0"/>
                        </a:rPr>
                        <a:t>Finished</a:t>
                      </a:r>
                    </a:p>
                  </a:txBody>
                  <a:tcPr/>
                </a:tc>
                <a:extLst>
                  <a:ext uri="{0D108BD9-81ED-4DB2-BD59-A6C34878D82A}">
                    <a16:rowId xmlns:a16="http://schemas.microsoft.com/office/drawing/2014/main" val="3555806140"/>
                  </a:ext>
                </a:extLst>
              </a:tr>
              <a:tr h="428296">
                <a:tc>
                  <a:txBody>
                    <a:bodyPr/>
                    <a:lstStyle/>
                    <a:p>
                      <a:r>
                        <a:rPr lang="en-AU" sz="1200" dirty="0">
                          <a:latin typeface="Comic Sans MS" panose="030F0702030302020204" pitchFamily="66" charset="0"/>
                        </a:rPr>
                        <a:t>Started drawing on foam board</a:t>
                      </a:r>
                    </a:p>
                  </a:txBody>
                  <a:tcPr/>
                </a:tc>
                <a:tc>
                  <a:txBody>
                    <a:bodyPr/>
                    <a:lstStyle/>
                    <a:p>
                      <a:r>
                        <a:rPr lang="en-AU" sz="1200" dirty="0">
                          <a:latin typeface="Comic Sans MS" panose="030F0702030302020204" pitchFamily="66" charset="0"/>
                        </a:rPr>
                        <a:t>09/06/2023</a:t>
                      </a:r>
                    </a:p>
                    <a:p>
                      <a:endParaRPr lang="en-AU" sz="1200" dirty="0">
                        <a:latin typeface="Comic Sans MS" panose="030F0702030302020204" pitchFamily="66" charset="0"/>
                      </a:endParaRPr>
                    </a:p>
                  </a:txBody>
                  <a:tcPr/>
                </a:tc>
                <a:tc>
                  <a:txBody>
                    <a:bodyPr/>
                    <a:lstStyle/>
                    <a:p>
                      <a:r>
                        <a:rPr lang="en-AU" sz="1200" dirty="0">
                          <a:latin typeface="Comic Sans MS" panose="030F0702030302020204" pitchFamily="66" charset="0"/>
                        </a:rPr>
                        <a:t>Finished</a:t>
                      </a:r>
                    </a:p>
                  </a:txBody>
                  <a:tcPr/>
                </a:tc>
                <a:extLst>
                  <a:ext uri="{0D108BD9-81ED-4DB2-BD59-A6C34878D82A}">
                    <a16:rowId xmlns:a16="http://schemas.microsoft.com/office/drawing/2014/main" val="732580883"/>
                  </a:ext>
                </a:extLst>
              </a:tr>
              <a:tr h="307982">
                <a:tc>
                  <a:txBody>
                    <a:bodyPr/>
                    <a:lstStyle/>
                    <a:p>
                      <a:r>
                        <a:rPr lang="en-AU" sz="1200" dirty="0">
                          <a:latin typeface="Comic Sans MS" panose="030F0702030302020204" pitchFamily="66" charset="0"/>
                        </a:rPr>
                        <a:t>Cutting out shapes</a:t>
                      </a:r>
                    </a:p>
                  </a:txBody>
                  <a:tcPr/>
                </a:tc>
                <a:tc>
                  <a:txBody>
                    <a:bodyPr/>
                    <a:lstStyle/>
                    <a:p>
                      <a:r>
                        <a:rPr lang="en-AU" sz="1200" dirty="0">
                          <a:latin typeface="Comic Sans MS" panose="030F0702030302020204" pitchFamily="66" charset="0"/>
                        </a:rPr>
                        <a:t>10/06/2023</a:t>
                      </a:r>
                    </a:p>
                  </a:txBody>
                  <a:tcPr/>
                </a:tc>
                <a:tc>
                  <a:txBody>
                    <a:bodyPr/>
                    <a:lstStyle/>
                    <a:p>
                      <a:r>
                        <a:rPr lang="en-AU" sz="1200" dirty="0">
                          <a:latin typeface="Comic Sans MS" panose="030F0702030302020204" pitchFamily="66" charset="0"/>
                        </a:rPr>
                        <a:t>Finished</a:t>
                      </a:r>
                    </a:p>
                  </a:txBody>
                  <a:tcPr/>
                </a:tc>
                <a:extLst>
                  <a:ext uri="{0D108BD9-81ED-4DB2-BD59-A6C34878D82A}">
                    <a16:rowId xmlns:a16="http://schemas.microsoft.com/office/drawing/2014/main" val="1695002412"/>
                  </a:ext>
                </a:extLst>
              </a:tr>
              <a:tr h="599614">
                <a:tc>
                  <a:txBody>
                    <a:bodyPr/>
                    <a:lstStyle/>
                    <a:p>
                      <a:r>
                        <a:rPr lang="en-AU" sz="1200" dirty="0">
                          <a:latin typeface="Comic Sans MS" panose="030F0702030302020204" pitchFamily="66" charset="0"/>
                        </a:rPr>
                        <a:t>Starting to glue together and leave to set</a:t>
                      </a:r>
                    </a:p>
                  </a:txBody>
                  <a:tcPr/>
                </a:tc>
                <a:tc>
                  <a:txBody>
                    <a:bodyPr/>
                    <a:lstStyle/>
                    <a:p>
                      <a:endParaRPr lang="en-AU" sz="1200" dirty="0">
                        <a:latin typeface="Comic Sans MS" panose="030F0702030302020204" pitchFamily="66" charset="0"/>
                      </a:endParaRPr>
                    </a:p>
                  </a:txBody>
                  <a:tcPr/>
                </a:tc>
                <a:tc>
                  <a:txBody>
                    <a:bodyPr/>
                    <a:lstStyle/>
                    <a:p>
                      <a:endParaRPr lang="en-AU" sz="1200" dirty="0">
                        <a:latin typeface="Comic Sans MS" panose="030F0702030302020204" pitchFamily="66" charset="0"/>
                      </a:endParaRPr>
                    </a:p>
                  </a:txBody>
                  <a:tcPr/>
                </a:tc>
                <a:extLst>
                  <a:ext uri="{0D108BD9-81ED-4DB2-BD59-A6C34878D82A}">
                    <a16:rowId xmlns:a16="http://schemas.microsoft.com/office/drawing/2014/main" val="965740784"/>
                  </a:ext>
                </a:extLst>
              </a:tr>
            </a:tbl>
          </a:graphicData>
        </a:graphic>
      </p:graphicFrame>
    </p:spTree>
    <p:extLst>
      <p:ext uri="{BB962C8B-B14F-4D97-AF65-F5344CB8AC3E}">
        <p14:creationId xmlns:p14="http://schemas.microsoft.com/office/powerpoint/2010/main" val="1155071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86B9-8D87-874E-81FB-4181DEC70AC9}"/>
              </a:ext>
            </a:extLst>
          </p:cNvPr>
          <p:cNvSpPr>
            <a:spLocks noGrp="1"/>
          </p:cNvSpPr>
          <p:nvPr>
            <p:ph type="title"/>
          </p:nvPr>
        </p:nvSpPr>
        <p:spPr/>
        <p:txBody>
          <a:bodyPr>
            <a:normAutofit/>
          </a:bodyPr>
          <a:lstStyle/>
          <a:p>
            <a:r>
              <a:rPr lang="en-US" sz="2800" dirty="0">
                <a:latin typeface="Comic Sans MS" panose="030F0702030302020204" pitchFamily="66" charset="0"/>
              </a:rPr>
              <a:t>6. Physical Model progress</a:t>
            </a:r>
            <a:endParaRPr lang="en-AU" sz="2800" dirty="0"/>
          </a:p>
        </p:txBody>
      </p:sp>
      <p:pic>
        <p:nvPicPr>
          <p:cNvPr id="6" name="圖片 5">
            <a:extLst>
              <a:ext uri="{FF2B5EF4-FFF2-40B4-BE49-F238E27FC236}">
                <a16:creationId xmlns:a16="http://schemas.microsoft.com/office/drawing/2014/main" id="{F5D7DE05-8565-8B37-DB32-CF68F1BD3D73}"/>
              </a:ext>
            </a:extLst>
          </p:cNvPr>
          <p:cNvPicPr>
            <a:picLocks noChangeAspect="1"/>
          </p:cNvPicPr>
          <p:nvPr/>
        </p:nvPicPr>
        <p:blipFill>
          <a:blip r:embed="rId2"/>
          <a:stretch>
            <a:fillRect/>
          </a:stretch>
        </p:blipFill>
        <p:spPr>
          <a:xfrm>
            <a:off x="10697809" y="155035"/>
            <a:ext cx="1250772" cy="1172959"/>
          </a:xfrm>
          <a:prstGeom prst="rect">
            <a:avLst/>
          </a:prstGeom>
        </p:spPr>
      </p:pic>
      <p:pic>
        <p:nvPicPr>
          <p:cNvPr id="4" name="Picture 3" descr="A picture containing outdoor, art, ground&#10;&#10;Description automatically generated">
            <a:extLst>
              <a:ext uri="{FF2B5EF4-FFF2-40B4-BE49-F238E27FC236}">
                <a16:creationId xmlns:a16="http://schemas.microsoft.com/office/drawing/2014/main" id="{5DB044DC-BABA-DE11-58B2-30105936F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5849467" y="1514764"/>
            <a:ext cx="1674169" cy="2207796"/>
          </a:xfrm>
          <a:prstGeom prst="rect">
            <a:avLst/>
          </a:prstGeom>
        </p:spPr>
      </p:pic>
      <p:pic>
        <p:nvPicPr>
          <p:cNvPr id="7" name="Picture 6" descr="A picture containing person, indoor, holding, design&#10;&#10;Description automatically generated">
            <a:extLst>
              <a:ext uri="{FF2B5EF4-FFF2-40B4-BE49-F238E27FC236}">
                <a16:creationId xmlns:a16="http://schemas.microsoft.com/office/drawing/2014/main" id="{96985CD4-713F-502A-419C-A6972993A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3217930" y="1514765"/>
            <a:ext cx="1674168" cy="2207797"/>
          </a:xfrm>
          <a:prstGeom prst="rect">
            <a:avLst/>
          </a:prstGeom>
        </p:spPr>
      </p:pic>
      <p:pic>
        <p:nvPicPr>
          <p:cNvPr id="9" name="Picture 8" descr="A picture containing child art, office supplies, stationery, art&#10;&#10;Description automatically generated">
            <a:extLst>
              <a:ext uri="{FF2B5EF4-FFF2-40B4-BE49-F238E27FC236}">
                <a16:creationId xmlns:a16="http://schemas.microsoft.com/office/drawing/2014/main" id="{012059E2-6F15-A5AE-51C2-D7C77F5A5B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1118" y="4066699"/>
            <a:ext cx="2207795" cy="1674168"/>
          </a:xfrm>
          <a:prstGeom prst="rect">
            <a:avLst/>
          </a:prstGeom>
        </p:spPr>
      </p:pic>
      <p:pic>
        <p:nvPicPr>
          <p:cNvPr id="11" name="Picture 10" descr="A picture containing office supplies, office instrument, pen, stationery&#10;&#10;Description automatically generated">
            <a:extLst>
              <a:ext uri="{FF2B5EF4-FFF2-40B4-BE49-F238E27FC236}">
                <a16:creationId xmlns:a16="http://schemas.microsoft.com/office/drawing/2014/main" id="{CA096725-501D-8204-9136-7BDFB400AC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555568" y="3799886"/>
            <a:ext cx="1674169" cy="2207795"/>
          </a:xfrm>
          <a:prstGeom prst="rect">
            <a:avLst/>
          </a:prstGeom>
        </p:spPr>
      </p:pic>
      <p:pic>
        <p:nvPicPr>
          <p:cNvPr id="13" name="Picture 12" descr="A picture containing stationary, envelope, paper product, paper&#10;&#10;Description automatically generated">
            <a:extLst>
              <a:ext uri="{FF2B5EF4-FFF2-40B4-BE49-F238E27FC236}">
                <a16:creationId xmlns:a16="http://schemas.microsoft.com/office/drawing/2014/main" id="{81B45124-8178-44E5-1176-90893FDBB4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90014" y="1731563"/>
            <a:ext cx="2207795" cy="1674169"/>
          </a:xfrm>
          <a:prstGeom prst="rect">
            <a:avLst/>
          </a:prstGeom>
        </p:spPr>
      </p:pic>
      <p:pic>
        <p:nvPicPr>
          <p:cNvPr id="15" name="Picture 14" descr="A picture containing text, office supplies, tool, pen&#10;&#10;Description automatically generated">
            <a:extLst>
              <a:ext uri="{FF2B5EF4-FFF2-40B4-BE49-F238E27FC236}">
                <a16:creationId xmlns:a16="http://schemas.microsoft.com/office/drawing/2014/main" id="{A62CB88B-948B-19A6-DD40-7EFAA33122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8756" y="1781582"/>
            <a:ext cx="2207797" cy="1674167"/>
          </a:xfrm>
          <a:prstGeom prst="rect">
            <a:avLst/>
          </a:prstGeom>
        </p:spPr>
      </p:pic>
      <p:sp>
        <p:nvSpPr>
          <p:cNvPr id="16" name="TextBox 15">
            <a:extLst>
              <a:ext uri="{FF2B5EF4-FFF2-40B4-BE49-F238E27FC236}">
                <a16:creationId xmlns:a16="http://schemas.microsoft.com/office/drawing/2014/main" id="{B098DD67-1A23-408B-8399-0C36FABCF660}"/>
              </a:ext>
            </a:extLst>
          </p:cNvPr>
          <p:cNvSpPr txBox="1"/>
          <p:nvPr/>
        </p:nvSpPr>
        <p:spPr>
          <a:xfrm>
            <a:off x="288755" y="3374858"/>
            <a:ext cx="1850186" cy="323165"/>
          </a:xfrm>
          <a:prstGeom prst="rect">
            <a:avLst/>
          </a:prstGeom>
          <a:noFill/>
        </p:spPr>
        <p:txBody>
          <a:bodyPr wrap="none" rtlCol="0">
            <a:spAutoFit/>
          </a:bodyPr>
          <a:lstStyle/>
          <a:p>
            <a:r>
              <a:rPr lang="en-AU" sz="1500" dirty="0">
                <a:latin typeface="Comic Sans MS" panose="030F0702030302020204" pitchFamily="66" charset="0"/>
              </a:rPr>
              <a:t>Cutting out shapes</a:t>
            </a:r>
          </a:p>
        </p:txBody>
      </p:sp>
      <p:sp>
        <p:nvSpPr>
          <p:cNvPr id="17" name="TextBox 16">
            <a:extLst>
              <a:ext uri="{FF2B5EF4-FFF2-40B4-BE49-F238E27FC236}">
                <a16:creationId xmlns:a16="http://schemas.microsoft.com/office/drawing/2014/main" id="{DFE7F7E3-E98C-C43C-609D-12AFF31D9FA4}"/>
              </a:ext>
            </a:extLst>
          </p:cNvPr>
          <p:cNvSpPr txBox="1"/>
          <p:nvPr/>
        </p:nvSpPr>
        <p:spPr>
          <a:xfrm>
            <a:off x="2838505" y="3400480"/>
            <a:ext cx="2706190" cy="553998"/>
          </a:xfrm>
          <a:prstGeom prst="rect">
            <a:avLst/>
          </a:prstGeom>
          <a:noFill/>
        </p:spPr>
        <p:txBody>
          <a:bodyPr wrap="none" rtlCol="0">
            <a:spAutoFit/>
          </a:bodyPr>
          <a:lstStyle/>
          <a:p>
            <a:r>
              <a:rPr lang="en-AU" sz="1500" dirty="0">
                <a:latin typeface="Comic Sans MS" panose="030F0702030302020204" pitchFamily="66" charset="0"/>
              </a:rPr>
              <a:t>Comparing clear foil to </a:t>
            </a:r>
          </a:p>
          <a:p>
            <a:r>
              <a:rPr lang="en-AU" sz="1500" dirty="0">
                <a:latin typeface="Comic Sans MS" panose="030F0702030302020204" pitchFamily="66" charset="0"/>
              </a:rPr>
              <a:t>translucent foil for windows</a:t>
            </a:r>
          </a:p>
        </p:txBody>
      </p:sp>
      <p:sp>
        <p:nvSpPr>
          <p:cNvPr id="18" name="TextBox 17">
            <a:extLst>
              <a:ext uri="{FF2B5EF4-FFF2-40B4-BE49-F238E27FC236}">
                <a16:creationId xmlns:a16="http://schemas.microsoft.com/office/drawing/2014/main" id="{35A1CE15-B88C-1EDD-5526-6DD490CD4AC5}"/>
              </a:ext>
            </a:extLst>
          </p:cNvPr>
          <p:cNvSpPr txBox="1"/>
          <p:nvPr/>
        </p:nvSpPr>
        <p:spPr>
          <a:xfrm>
            <a:off x="5582653" y="3400480"/>
            <a:ext cx="2324675" cy="553998"/>
          </a:xfrm>
          <a:prstGeom prst="rect">
            <a:avLst/>
          </a:prstGeom>
          <a:noFill/>
        </p:spPr>
        <p:txBody>
          <a:bodyPr wrap="none" rtlCol="0">
            <a:spAutoFit/>
          </a:bodyPr>
          <a:lstStyle/>
          <a:p>
            <a:r>
              <a:rPr lang="en-AU" sz="1500" dirty="0">
                <a:latin typeface="Comic Sans MS" panose="030F0702030302020204" pitchFamily="66" charset="0"/>
              </a:rPr>
              <a:t>Building window frames </a:t>
            </a:r>
          </a:p>
          <a:p>
            <a:r>
              <a:rPr lang="en-AU" sz="1500" dirty="0">
                <a:latin typeface="Comic Sans MS" panose="030F0702030302020204" pitchFamily="66" charset="0"/>
              </a:rPr>
              <a:t>and applying glue </a:t>
            </a:r>
          </a:p>
        </p:txBody>
      </p:sp>
      <p:sp>
        <p:nvSpPr>
          <p:cNvPr id="19" name="TextBox 18">
            <a:extLst>
              <a:ext uri="{FF2B5EF4-FFF2-40B4-BE49-F238E27FC236}">
                <a16:creationId xmlns:a16="http://schemas.microsoft.com/office/drawing/2014/main" id="{BA8D9AD8-87E2-E357-242F-2E5034618DAC}"/>
              </a:ext>
            </a:extLst>
          </p:cNvPr>
          <p:cNvSpPr txBox="1"/>
          <p:nvPr/>
        </p:nvSpPr>
        <p:spPr>
          <a:xfrm>
            <a:off x="8361947" y="3352776"/>
            <a:ext cx="2642070" cy="323165"/>
          </a:xfrm>
          <a:prstGeom prst="rect">
            <a:avLst/>
          </a:prstGeom>
          <a:noFill/>
        </p:spPr>
        <p:txBody>
          <a:bodyPr wrap="none" rtlCol="0">
            <a:spAutoFit/>
          </a:bodyPr>
          <a:lstStyle/>
          <a:p>
            <a:r>
              <a:rPr lang="en-AU" sz="1500" dirty="0">
                <a:latin typeface="Comic Sans MS" panose="030F0702030302020204" pitchFamily="66" charset="0"/>
              </a:rPr>
              <a:t>Finalising structural shapes</a:t>
            </a:r>
          </a:p>
        </p:txBody>
      </p:sp>
      <p:sp>
        <p:nvSpPr>
          <p:cNvPr id="20" name="TextBox 19">
            <a:extLst>
              <a:ext uri="{FF2B5EF4-FFF2-40B4-BE49-F238E27FC236}">
                <a16:creationId xmlns:a16="http://schemas.microsoft.com/office/drawing/2014/main" id="{8CAD4869-2EE0-55BF-B539-B904C6B487F8}"/>
              </a:ext>
            </a:extLst>
          </p:cNvPr>
          <p:cNvSpPr txBox="1"/>
          <p:nvPr/>
        </p:nvSpPr>
        <p:spPr>
          <a:xfrm>
            <a:off x="243074" y="5740867"/>
            <a:ext cx="2257349" cy="553998"/>
          </a:xfrm>
          <a:prstGeom prst="rect">
            <a:avLst/>
          </a:prstGeom>
          <a:noFill/>
        </p:spPr>
        <p:txBody>
          <a:bodyPr wrap="none" rtlCol="0">
            <a:spAutoFit/>
          </a:bodyPr>
          <a:lstStyle/>
          <a:p>
            <a:r>
              <a:rPr lang="en-AU" sz="1500" dirty="0">
                <a:latin typeface="Comic Sans MS" panose="030F0702030302020204" pitchFamily="66" charset="0"/>
              </a:rPr>
              <a:t>Applying timber sticks </a:t>
            </a:r>
          </a:p>
          <a:p>
            <a:r>
              <a:rPr lang="en-AU" sz="1500" dirty="0">
                <a:latin typeface="Comic Sans MS" panose="030F0702030302020204" pitchFamily="66" charset="0"/>
              </a:rPr>
              <a:t>with tweezers</a:t>
            </a:r>
          </a:p>
        </p:txBody>
      </p:sp>
      <p:sp>
        <p:nvSpPr>
          <p:cNvPr id="21" name="TextBox 20">
            <a:extLst>
              <a:ext uri="{FF2B5EF4-FFF2-40B4-BE49-F238E27FC236}">
                <a16:creationId xmlns:a16="http://schemas.microsoft.com/office/drawing/2014/main" id="{73E87D6F-24A4-DC84-DAD9-E33F57C91599}"/>
              </a:ext>
            </a:extLst>
          </p:cNvPr>
          <p:cNvSpPr txBox="1"/>
          <p:nvPr/>
        </p:nvSpPr>
        <p:spPr>
          <a:xfrm>
            <a:off x="2695074" y="5740867"/>
            <a:ext cx="3193503" cy="323165"/>
          </a:xfrm>
          <a:prstGeom prst="rect">
            <a:avLst/>
          </a:prstGeom>
          <a:noFill/>
        </p:spPr>
        <p:txBody>
          <a:bodyPr wrap="none" rtlCol="0">
            <a:spAutoFit/>
          </a:bodyPr>
          <a:lstStyle/>
          <a:p>
            <a:r>
              <a:rPr lang="en-AU" sz="1500" dirty="0">
                <a:latin typeface="Comic Sans MS" panose="030F0702030302020204" pitchFamily="66" charset="0"/>
              </a:rPr>
              <a:t>Following colour pattern of sticks</a:t>
            </a:r>
          </a:p>
        </p:txBody>
      </p:sp>
    </p:spTree>
    <p:extLst>
      <p:ext uri="{BB962C8B-B14F-4D97-AF65-F5344CB8AC3E}">
        <p14:creationId xmlns:p14="http://schemas.microsoft.com/office/powerpoint/2010/main" val="1398470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86B9-8D87-874E-81FB-4181DEC70AC9}"/>
              </a:ext>
            </a:extLst>
          </p:cNvPr>
          <p:cNvSpPr>
            <a:spLocks noGrp="1"/>
          </p:cNvSpPr>
          <p:nvPr>
            <p:ph type="title"/>
          </p:nvPr>
        </p:nvSpPr>
        <p:spPr/>
        <p:txBody>
          <a:bodyPr>
            <a:normAutofit/>
          </a:bodyPr>
          <a:lstStyle/>
          <a:p>
            <a:r>
              <a:rPr lang="en-US" sz="2800" dirty="0">
                <a:latin typeface="Comic Sans MS" panose="030F0702030302020204" pitchFamily="66" charset="0"/>
              </a:rPr>
              <a:t>7. Group topic theme “Kindergartens all over the world”</a:t>
            </a:r>
            <a:endParaRPr lang="en-AU" sz="2800" dirty="0"/>
          </a:p>
        </p:txBody>
      </p:sp>
      <p:pic>
        <p:nvPicPr>
          <p:cNvPr id="4" name="圖片 3">
            <a:extLst>
              <a:ext uri="{FF2B5EF4-FFF2-40B4-BE49-F238E27FC236}">
                <a16:creationId xmlns:a16="http://schemas.microsoft.com/office/drawing/2014/main" id="{F33DB843-8BF2-7696-32B1-3995C6BBC9D5}"/>
              </a:ext>
            </a:extLst>
          </p:cNvPr>
          <p:cNvPicPr>
            <a:picLocks noChangeAspect="1"/>
          </p:cNvPicPr>
          <p:nvPr/>
        </p:nvPicPr>
        <p:blipFill>
          <a:blip r:embed="rId2"/>
          <a:stretch>
            <a:fillRect/>
          </a:stretch>
        </p:blipFill>
        <p:spPr>
          <a:xfrm>
            <a:off x="10697809" y="155035"/>
            <a:ext cx="1250772" cy="1172959"/>
          </a:xfrm>
          <a:prstGeom prst="rect">
            <a:avLst/>
          </a:prstGeom>
        </p:spPr>
      </p:pic>
      <p:sp>
        <p:nvSpPr>
          <p:cNvPr id="5" name="TextBox 4">
            <a:extLst>
              <a:ext uri="{FF2B5EF4-FFF2-40B4-BE49-F238E27FC236}">
                <a16:creationId xmlns:a16="http://schemas.microsoft.com/office/drawing/2014/main" id="{FC5B307A-9846-0AA5-6AB4-446E69E63FB6}"/>
              </a:ext>
            </a:extLst>
          </p:cNvPr>
          <p:cNvSpPr txBox="1"/>
          <p:nvPr/>
        </p:nvSpPr>
        <p:spPr>
          <a:xfrm>
            <a:off x="1167063" y="1810753"/>
            <a:ext cx="7978440" cy="3145348"/>
          </a:xfrm>
          <a:prstGeom prst="rect">
            <a:avLst/>
          </a:prstGeom>
          <a:noFill/>
        </p:spPr>
        <p:txBody>
          <a:bodyPr wrap="square">
            <a:spAutoFit/>
          </a:bodyPr>
          <a:lstStyle/>
          <a:p>
            <a:pPr>
              <a:lnSpc>
                <a:spcPct val="107000"/>
              </a:lnSpc>
              <a:spcAft>
                <a:spcPts val="800"/>
              </a:spcAft>
            </a:pPr>
            <a:r>
              <a:rPr lang="en-US" sz="1500" kern="100" dirty="0">
                <a:effectLst/>
                <a:latin typeface="Comic Sans MS" panose="030F0702030302020204" pitchFamily="66" charset="0"/>
                <a:ea typeface="Calibri" panose="020F0502020204030204" pitchFamily="34" charset="0"/>
                <a:cs typeface="Times New Roman" panose="02020603050405020304" pitchFamily="18" charset="0"/>
              </a:rPr>
              <a:t>Group 3, (Eric, Sayed, Fang and myself) decided to look at Kindergarten facilities around the world, because children all around the world deserve a save environment where they can play, learn and socialize. Kindergartens have all the same main target, to keep children safe and make them feel happy and comfortable. We selected different models around the world and everyone picked a different cultural background as well. It will be interesting to see some similarities but also differences in building design, structural design and safety for all case studies. We decided to follow same font style for the group project which will be Comic Sans </a:t>
            </a:r>
            <a:r>
              <a:rPr lang="en-US" sz="1500" kern="100" dirty="0" err="1">
                <a:effectLst/>
                <a:latin typeface="Comic Sans MS" panose="030F0702030302020204" pitchFamily="66" charset="0"/>
                <a:ea typeface="Calibri" panose="020F0502020204030204" pitchFamily="34" charset="0"/>
                <a:cs typeface="Times New Roman" panose="02020603050405020304" pitchFamily="18" charset="0"/>
              </a:rPr>
              <a:t>Ms</a:t>
            </a:r>
            <a:r>
              <a:rPr lang="en-US" sz="1500" kern="100" dirty="0">
                <a:effectLst/>
                <a:latin typeface="Comic Sans MS" panose="030F0702030302020204" pitchFamily="66" charset="0"/>
                <a:ea typeface="Calibri" panose="020F0502020204030204" pitchFamily="34" charset="0"/>
                <a:cs typeface="Times New Roman" panose="02020603050405020304" pitchFamily="18" charset="0"/>
              </a:rPr>
              <a:t> and our poster will include a </a:t>
            </a:r>
            <a:r>
              <a:rPr lang="en-US" sz="1500" kern="100" dirty="0" err="1">
                <a:effectLst/>
                <a:latin typeface="Comic Sans MS" panose="030F0702030302020204" pitchFamily="66" charset="0"/>
                <a:ea typeface="Calibri" panose="020F0502020204030204" pitchFamily="34" charset="0"/>
                <a:cs typeface="Times New Roman" panose="02020603050405020304" pitchFamily="18" charset="0"/>
              </a:rPr>
              <a:t>centre</a:t>
            </a:r>
            <a:r>
              <a:rPr lang="en-US" sz="1500" kern="100" dirty="0">
                <a:effectLst/>
                <a:latin typeface="Comic Sans MS" panose="030F0702030302020204" pitchFamily="66" charset="0"/>
                <a:ea typeface="Calibri" panose="020F0502020204030204" pitchFamily="34" charset="0"/>
                <a:cs typeface="Times New Roman" panose="02020603050405020304" pitchFamily="18" charset="0"/>
              </a:rPr>
              <a:t> picture which I have included here.</a:t>
            </a:r>
            <a:endParaRPr lang="en-AU" sz="1500" kern="100" dirty="0">
              <a:effectLst/>
              <a:latin typeface="Comic Sans MS" panose="030F0702030302020204" pitchFamily="66" charset="0"/>
              <a:ea typeface="Calibri" panose="020F0502020204030204" pitchFamily="34" charset="0"/>
              <a:cs typeface="Times New Roman" panose="02020603050405020304" pitchFamily="18" charset="0"/>
            </a:endParaRPr>
          </a:p>
          <a:p>
            <a:pPr>
              <a:lnSpc>
                <a:spcPct val="107000"/>
              </a:lnSpc>
              <a:spcAft>
                <a:spcPts val="800"/>
              </a:spcAft>
            </a:pPr>
            <a:r>
              <a:rPr lang="en-US" sz="1500" kern="100" dirty="0">
                <a:effectLst/>
                <a:latin typeface="Comic Sans MS" panose="030F0702030302020204" pitchFamily="66" charset="0"/>
                <a:ea typeface="Calibri" panose="020F0502020204030204" pitchFamily="34" charset="0"/>
                <a:cs typeface="Times New Roman" panose="02020603050405020304" pitchFamily="18" charset="0"/>
              </a:rPr>
              <a:t>I picked the case study Little Hall in Preston, UK. The simplicity of the building but also colorful and playful design caught my interest. </a:t>
            </a:r>
            <a:r>
              <a:rPr lang="en-AU" sz="1500" kern="100" dirty="0">
                <a:solidFill>
                  <a:srgbClr val="303030"/>
                </a:solidFill>
                <a:effectLst/>
                <a:latin typeface="Comic Sans MS" panose="030F0702030302020204" pitchFamily="66" charset="0"/>
                <a:ea typeface="Calibri" panose="020F0502020204030204" pitchFamily="34" charset="0"/>
                <a:cs typeface="Times New Roman" panose="02020603050405020304" pitchFamily="18" charset="0"/>
              </a:rPr>
              <a:t>The famous children’s author Roald Dahl was the inspiration for the building, which was built in 2015.</a:t>
            </a:r>
            <a:endParaRPr lang="en-AU" sz="1500" kern="100" dirty="0">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7147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B21A1D-F98F-5979-8AED-8D20C4763CA6}"/>
              </a:ext>
            </a:extLst>
          </p:cNvPr>
          <p:cNvSpPr txBox="1"/>
          <p:nvPr/>
        </p:nvSpPr>
        <p:spPr>
          <a:xfrm>
            <a:off x="703847" y="751974"/>
            <a:ext cx="8367964" cy="2877711"/>
          </a:xfrm>
          <a:prstGeom prst="rect">
            <a:avLst/>
          </a:prstGeom>
          <a:noFill/>
        </p:spPr>
        <p:txBody>
          <a:bodyPr wrap="square" rtlCol="0">
            <a:spAutoFit/>
          </a:bodyPr>
          <a:lstStyle/>
          <a:p>
            <a:r>
              <a:rPr lang="en-US" sz="2800" dirty="0">
                <a:latin typeface="Comic Sans MS" panose="030F0702030302020204" pitchFamily="66" charset="0"/>
              </a:rPr>
              <a:t>8. Our group theme style:</a:t>
            </a:r>
          </a:p>
          <a:p>
            <a:endParaRPr lang="en-US" dirty="0">
              <a:latin typeface="Comic Sans MS" panose="030F0702030302020204" pitchFamily="66" charset="0"/>
            </a:endParaRPr>
          </a:p>
          <a:p>
            <a:r>
              <a:rPr lang="en-US" sz="1500" dirty="0">
                <a:latin typeface="Comic Sans MS" panose="030F0702030302020204" pitchFamily="66" charset="0"/>
              </a:rPr>
              <a:t>Topic: Kindergarten all over the world</a:t>
            </a:r>
          </a:p>
          <a:p>
            <a:endParaRPr lang="en-US" sz="1500" dirty="0">
              <a:latin typeface="Comic Sans MS" panose="030F0702030302020204" pitchFamily="66" charset="0"/>
            </a:endParaRPr>
          </a:p>
          <a:p>
            <a:r>
              <a:rPr lang="en-US" sz="1500" dirty="0">
                <a:latin typeface="Comic Sans MS" panose="030F0702030302020204" pitchFamily="66" charset="0"/>
              </a:rPr>
              <a:t>Logo: Picture 1</a:t>
            </a:r>
          </a:p>
          <a:p>
            <a:r>
              <a:rPr lang="en-US" sz="1500" dirty="0">
                <a:latin typeface="Comic Sans MS" panose="030F0702030302020204" pitchFamily="66" charset="0"/>
              </a:rPr>
              <a:t>Font style : Comic Sans </a:t>
            </a:r>
            <a:r>
              <a:rPr lang="en-US" sz="1500" dirty="0" err="1">
                <a:latin typeface="Comic Sans MS" panose="030F0702030302020204" pitchFamily="66" charset="0"/>
              </a:rPr>
              <a:t>Ms</a:t>
            </a:r>
            <a:endParaRPr lang="en-US" sz="1500" dirty="0">
              <a:latin typeface="Comic Sans MS" panose="030F0702030302020204" pitchFamily="66" charset="0"/>
            </a:endParaRPr>
          </a:p>
          <a:p>
            <a:r>
              <a:rPr lang="en-US" sz="1500" dirty="0">
                <a:latin typeface="Comic Sans MS" panose="030F0702030302020204" pitchFamily="66" charset="0"/>
              </a:rPr>
              <a:t>Font size:  Title 28, Text 15</a:t>
            </a:r>
          </a:p>
          <a:p>
            <a:r>
              <a:rPr lang="en-US" sz="1500" dirty="0">
                <a:latin typeface="Comic Sans MS" panose="030F0702030302020204" pitchFamily="66" charset="0"/>
              </a:rPr>
              <a:t>Document type: </a:t>
            </a:r>
            <a:r>
              <a:rPr lang="en-US" sz="1500" dirty="0" err="1">
                <a:latin typeface="Comic Sans MS" panose="030F0702030302020204" pitchFamily="66" charset="0"/>
              </a:rPr>
              <a:t>Powerpoint</a:t>
            </a:r>
            <a:r>
              <a:rPr lang="en-US" sz="1500" dirty="0">
                <a:latin typeface="Comic Sans MS" panose="030F0702030302020204" pitchFamily="66" charset="0"/>
              </a:rPr>
              <a:t> </a:t>
            </a:r>
          </a:p>
          <a:p>
            <a:r>
              <a:rPr lang="en-US" sz="1500" dirty="0" err="1">
                <a:latin typeface="Comic Sans MS" panose="030F0702030302020204" pitchFamily="66" charset="0"/>
              </a:rPr>
              <a:t>Colour</a:t>
            </a:r>
            <a:r>
              <a:rPr lang="en-US" sz="1500" dirty="0">
                <a:latin typeface="Comic Sans MS" panose="030F0702030302020204" pitchFamily="66" charset="0"/>
              </a:rPr>
              <a:t> code:	White </a:t>
            </a:r>
            <a:r>
              <a:rPr lang="en-US" sz="1500" dirty="0" err="1">
                <a:latin typeface="Comic Sans MS" panose="030F0702030302020204" pitchFamily="66" charset="0"/>
              </a:rPr>
              <a:t>backround</a:t>
            </a:r>
            <a:r>
              <a:rPr lang="en-US" sz="1500" dirty="0">
                <a:latin typeface="Comic Sans MS" panose="030F0702030302020204" pitchFamily="66" charset="0"/>
              </a:rPr>
              <a:t>, orange footing</a:t>
            </a:r>
          </a:p>
          <a:p>
            <a:r>
              <a:rPr lang="en-US" sz="1500" dirty="0">
                <a:latin typeface="Comic Sans MS" panose="030F0702030302020204" pitchFamily="66" charset="0"/>
              </a:rPr>
              <a:t>Layout: Landscape format</a:t>
            </a:r>
          </a:p>
          <a:p>
            <a:r>
              <a:rPr lang="en-US" sz="1500" dirty="0" err="1">
                <a:latin typeface="Comic Sans MS" panose="030F0702030302020204" pitchFamily="66" charset="0"/>
              </a:rPr>
              <a:t>Photosize</a:t>
            </a:r>
            <a:r>
              <a:rPr lang="en-US" sz="1500" dirty="0">
                <a:latin typeface="Comic Sans MS" panose="030F0702030302020204" pitchFamily="66" charset="0"/>
              </a:rPr>
              <a:t>: 10cm x 15cm</a:t>
            </a:r>
            <a:endParaRPr lang="en-AU" sz="1500" dirty="0">
              <a:latin typeface="Comic Sans MS" panose="030F0702030302020204" pitchFamily="66" charset="0"/>
            </a:endParaRPr>
          </a:p>
        </p:txBody>
      </p:sp>
      <p:sp>
        <p:nvSpPr>
          <p:cNvPr id="5" name="TextBox 4">
            <a:extLst>
              <a:ext uri="{FF2B5EF4-FFF2-40B4-BE49-F238E27FC236}">
                <a16:creationId xmlns:a16="http://schemas.microsoft.com/office/drawing/2014/main" id="{1C207D76-9AA6-061B-B327-70CB297237CD}"/>
              </a:ext>
            </a:extLst>
          </p:cNvPr>
          <p:cNvSpPr txBox="1"/>
          <p:nvPr/>
        </p:nvSpPr>
        <p:spPr>
          <a:xfrm>
            <a:off x="9071811" y="3005846"/>
            <a:ext cx="1015214" cy="369332"/>
          </a:xfrm>
          <a:prstGeom prst="rect">
            <a:avLst/>
          </a:prstGeom>
          <a:noFill/>
        </p:spPr>
        <p:txBody>
          <a:bodyPr wrap="none" rtlCol="0">
            <a:spAutoFit/>
          </a:bodyPr>
          <a:lstStyle/>
          <a:p>
            <a:r>
              <a:rPr lang="en-US" dirty="0"/>
              <a:t>Picture 1</a:t>
            </a:r>
            <a:endParaRPr lang="en-AU" dirty="0"/>
          </a:p>
        </p:txBody>
      </p:sp>
      <p:pic>
        <p:nvPicPr>
          <p:cNvPr id="6" name="圖片 5">
            <a:extLst>
              <a:ext uri="{FF2B5EF4-FFF2-40B4-BE49-F238E27FC236}">
                <a16:creationId xmlns:a16="http://schemas.microsoft.com/office/drawing/2014/main" id="{EA1A041B-AD17-6388-3756-24CB1FF0338D}"/>
              </a:ext>
            </a:extLst>
          </p:cNvPr>
          <p:cNvPicPr>
            <a:picLocks noChangeAspect="1"/>
          </p:cNvPicPr>
          <p:nvPr/>
        </p:nvPicPr>
        <p:blipFill>
          <a:blip r:embed="rId2"/>
          <a:stretch>
            <a:fillRect/>
          </a:stretch>
        </p:blipFill>
        <p:spPr>
          <a:xfrm>
            <a:off x="8311881" y="628484"/>
            <a:ext cx="2535074" cy="2377362"/>
          </a:xfrm>
          <a:prstGeom prst="rect">
            <a:avLst/>
          </a:prstGeom>
        </p:spPr>
      </p:pic>
    </p:spTree>
    <p:extLst>
      <p:ext uri="{BB962C8B-B14F-4D97-AF65-F5344CB8AC3E}">
        <p14:creationId xmlns:p14="http://schemas.microsoft.com/office/powerpoint/2010/main" val="172941193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1936</TotalTime>
  <Words>659</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Calibri Light</vt:lpstr>
      <vt:lpstr>Comic Sans MS</vt:lpstr>
      <vt:lpstr>Symbol</vt:lpstr>
      <vt:lpstr>Retrospect</vt:lpstr>
      <vt:lpstr>Kindergartens around the world</vt:lpstr>
      <vt:lpstr>Little Hall at Prestwood Infant school, United Kingdom</vt:lpstr>
      <vt:lpstr>1. Floor plan analysis - Portfolio Stage 1</vt:lpstr>
      <vt:lpstr>2. Floor plan analysis - Portfolio Stage 2</vt:lpstr>
      <vt:lpstr>3. Hand sketching Stage 1</vt:lpstr>
      <vt:lpstr>4. Hand sketching Stage 2</vt:lpstr>
      <vt:lpstr>5. Notes/plan for physical Model</vt:lpstr>
      <vt:lpstr>6. Physical Model progress</vt:lpstr>
      <vt:lpstr>7. Group topic theme “Kindergartens all over the world”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Kindergartens around the world</dc:title>
  <dc:creator>olivera pesic</dc:creator>
  <cp:lastModifiedBy>olivera pesic</cp:lastModifiedBy>
  <cp:revision>2</cp:revision>
  <dcterms:created xsi:type="dcterms:W3CDTF">2023-06-13T01:25:11Z</dcterms:created>
  <dcterms:modified xsi:type="dcterms:W3CDTF">2023-06-14T09:59:53Z</dcterms:modified>
</cp:coreProperties>
</file>