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0" r:id="rId4"/>
  </p:sldMasterIdLst>
  <p:notesMasterIdLst>
    <p:notesMasterId r:id="rId15"/>
  </p:notesMasterIdLst>
  <p:handoutMasterIdLst>
    <p:handoutMasterId r:id="rId16"/>
  </p:handoutMasterIdLst>
  <p:sldIdLst>
    <p:sldId id="256" r:id="rId5"/>
    <p:sldId id="265" r:id="rId6"/>
    <p:sldId id="266" r:id="rId7"/>
    <p:sldId id="267" r:id="rId8"/>
    <p:sldId id="268" r:id="rId9"/>
    <p:sldId id="273" r:id="rId10"/>
    <p:sldId id="269" r:id="rId11"/>
    <p:sldId id="270" r:id="rId12"/>
    <p:sldId id="271" r:id="rId13"/>
    <p:sldId id="27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D4CE1A-A9AE-40E2-B161-C153B3508E61}" v="15" dt="2024-03-31T13:06:08.333"/>
  </p1510:revLst>
</p1510:revInfo>
</file>

<file path=ppt/tableStyles.xml><?xml version="1.0" encoding="utf-8"?>
<a:tblStyleLst xmlns:a="http://schemas.openxmlformats.org/drawingml/2006/main" def="{5C22544A-7EE6-4342-B048-85BDC9FD1C3A}">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226" autoAdjust="0"/>
  </p:normalViewPr>
  <p:slideViewPr>
    <p:cSldViewPr snapToGrid="0">
      <p:cViewPr>
        <p:scale>
          <a:sx n="111" d="100"/>
          <a:sy n="111" d="100"/>
        </p:scale>
        <p:origin x="78" y="-12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5" d="100"/>
          <a:sy n="65" d="100"/>
        </p:scale>
        <p:origin x="3154"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FBB03A1-C24F-4AEB-9DD5-D5017ED06F3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9CB5780-3D57-4E6A-BC9A-0C96CD05123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7C77B77-5EE6-4093-AC8C-63883B0D4818}" type="datetimeFigureOut">
              <a:rPr lang="en-US" smtClean="0"/>
              <a:t>4/8/2024</a:t>
            </a:fld>
            <a:endParaRPr lang="en-US" dirty="0"/>
          </a:p>
        </p:txBody>
      </p:sp>
      <p:sp>
        <p:nvSpPr>
          <p:cNvPr id="4" name="Footer Placeholder 3">
            <a:extLst>
              <a:ext uri="{FF2B5EF4-FFF2-40B4-BE49-F238E27FC236}">
                <a16:creationId xmlns:a16="http://schemas.microsoft.com/office/drawing/2014/main" id="{AC363907-A416-496F-891A-9B09D46C502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0E4685EE-62FF-4BE0-9742-02426CC68A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C5FDE1-B145-40CB-B667-FBD1AC713BA9}" type="slidenum">
              <a:rPr lang="en-US" smtClean="0"/>
              <a:t>‹#›</a:t>
            </a:fld>
            <a:endParaRPr lang="en-US" dirty="0"/>
          </a:p>
        </p:txBody>
      </p:sp>
    </p:spTree>
    <p:extLst>
      <p:ext uri="{BB962C8B-B14F-4D97-AF65-F5344CB8AC3E}">
        <p14:creationId xmlns:p14="http://schemas.microsoft.com/office/powerpoint/2010/main" val="15565114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1E6DE8-1D09-4157-BE91-8AE8974945A2}" type="datetimeFigureOut">
              <a:rPr lang="en-US" smtClean="0"/>
              <a:t>4/8/2024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5C198C-F94F-45D5-B9E3-B6FFB8BCAC79}" type="slidenum">
              <a:rPr lang="en-US" smtClean="0"/>
              <a:t>‹#›</a:t>
            </a:fld>
            <a:endParaRPr lang="en-US" dirty="0"/>
          </a:p>
        </p:txBody>
      </p:sp>
    </p:spTree>
    <p:extLst>
      <p:ext uri="{BB962C8B-B14F-4D97-AF65-F5344CB8AC3E}">
        <p14:creationId xmlns:p14="http://schemas.microsoft.com/office/powerpoint/2010/main" val="3494000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E96E83-048C-4132-9ABC-E5A0C22DA94E}"/>
              </a:ext>
              <a:ext uri="{C183D7F6-B498-43B3-948B-1728B52AA6E4}">
                <adec:decorative xmlns:adec="http://schemas.microsoft.com/office/drawing/2017/decorative" val="1"/>
              </a:ext>
            </a:extLst>
          </p:cNvPr>
          <p:cNvSpPr/>
          <p:nvPr userDrawn="1"/>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useBgFill="1">
        <p:nvSpPr>
          <p:cNvPr id="11" name="Rectangle 10">
            <a:extLst>
              <a:ext uri="{FF2B5EF4-FFF2-40B4-BE49-F238E27FC236}">
                <a16:creationId xmlns:a16="http://schemas.microsoft.com/office/drawing/2014/main" id="{3E498F49-BE12-4A88-909F-4B988B236ED7}"/>
              </a:ext>
              <a:ext uri="{C183D7F6-B498-43B3-948B-1728B52AA6E4}">
                <adec:decorative xmlns:adec="http://schemas.microsoft.com/office/drawing/2017/decorative" val="1"/>
              </a:ext>
            </a:extLst>
          </p:cNvPr>
          <p:cNvSpPr/>
          <p:nvPr userDrawn="1"/>
        </p:nvSpPr>
        <p:spPr>
          <a:xfrm>
            <a:off x="1524" y="0"/>
            <a:ext cx="12188952" cy="6858000"/>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useBgFill="1">
        <p:nvSpPr>
          <p:cNvPr id="13" name="Rectangle 12">
            <a:extLst>
              <a:ext uri="{FF2B5EF4-FFF2-40B4-BE49-F238E27FC236}">
                <a16:creationId xmlns:a16="http://schemas.microsoft.com/office/drawing/2014/main" id="{B60267AE-9C0D-4634-B312-C6DD54710776}"/>
              </a:ext>
              <a:ext uri="{C183D7F6-B498-43B3-948B-1728B52AA6E4}">
                <adec:decorative xmlns:adec="http://schemas.microsoft.com/office/drawing/2017/decorative" val="1"/>
              </a:ext>
            </a:extLst>
          </p:cNvPr>
          <p:cNvSpPr/>
          <p:nvPr userDrawn="1"/>
        </p:nvSpPr>
        <p:spPr>
          <a:xfrm>
            <a:off x="5441003" y="640080"/>
            <a:ext cx="6111585" cy="55778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2" name="Title 1">
            <a:extLst>
              <a:ext uri="{FF2B5EF4-FFF2-40B4-BE49-F238E27FC236}">
                <a16:creationId xmlns:a16="http://schemas.microsoft.com/office/drawing/2014/main" id="{04BECD51-9119-4996-B4FC-2AD4321646BC}"/>
              </a:ext>
            </a:extLst>
          </p:cNvPr>
          <p:cNvSpPr>
            <a:spLocks noGrp="1"/>
          </p:cNvSpPr>
          <p:nvPr>
            <p:ph type="title" hasCustomPrompt="1"/>
          </p:nvPr>
        </p:nvSpPr>
        <p:spPr>
          <a:xfrm>
            <a:off x="5937594" y="1328058"/>
            <a:ext cx="5096630" cy="3378338"/>
          </a:xfrm>
        </p:spPr>
        <p:txBody>
          <a:bodyPr anchor="b">
            <a:normAutofit/>
          </a:bodyPr>
          <a:lstStyle>
            <a:lvl1pPr>
              <a:defRPr sz="5400" baseline="0"/>
            </a:lvl1pPr>
          </a:lstStyle>
          <a:p>
            <a:r>
              <a:rPr lang="en-US" dirty="0"/>
              <a:t>Click to add title</a:t>
            </a:r>
          </a:p>
        </p:txBody>
      </p:sp>
      <p:sp>
        <p:nvSpPr>
          <p:cNvPr id="20" name="Picture Placeholder 18">
            <a:extLst>
              <a:ext uri="{FF2B5EF4-FFF2-40B4-BE49-F238E27FC236}">
                <a16:creationId xmlns:a16="http://schemas.microsoft.com/office/drawing/2014/main" id="{956F6DB6-D6E1-4A50-9114-8601DF942196}"/>
              </a:ext>
            </a:extLst>
          </p:cNvPr>
          <p:cNvSpPr>
            <a:spLocks noGrp="1"/>
          </p:cNvSpPr>
          <p:nvPr>
            <p:ph type="pic" sz="quarter" idx="13" hasCustomPrompt="1"/>
          </p:nvPr>
        </p:nvSpPr>
        <p:spPr>
          <a:xfrm>
            <a:off x="639763" y="635000"/>
            <a:ext cx="4800600" cy="5578475"/>
          </a:xfrm>
        </p:spPr>
        <p:txBody>
          <a:bodyPr/>
          <a:lstStyle>
            <a:lvl1pPr algn="ctr">
              <a:defRPr/>
            </a:lvl1pPr>
          </a:lstStyle>
          <a:p>
            <a:r>
              <a:rPr lang="en-US" dirty="0"/>
              <a:t>Click to add photo</a:t>
            </a:r>
          </a:p>
        </p:txBody>
      </p:sp>
      <p:sp>
        <p:nvSpPr>
          <p:cNvPr id="26" name="Text Placeholder 24">
            <a:extLst>
              <a:ext uri="{FF2B5EF4-FFF2-40B4-BE49-F238E27FC236}">
                <a16:creationId xmlns:a16="http://schemas.microsoft.com/office/drawing/2014/main" id="{5381B5BB-CEA3-436C-8A43-C3C4889F11C4}"/>
              </a:ext>
            </a:extLst>
          </p:cNvPr>
          <p:cNvSpPr>
            <a:spLocks noGrp="1"/>
          </p:cNvSpPr>
          <p:nvPr>
            <p:ph type="body" sz="quarter" idx="15" hasCustomPrompt="1"/>
          </p:nvPr>
        </p:nvSpPr>
        <p:spPr>
          <a:xfrm>
            <a:off x="5948480" y="4668045"/>
            <a:ext cx="5096630" cy="1000125"/>
          </a:xfrm>
        </p:spPr>
        <p:txBody>
          <a:bodyPr>
            <a:noAutofit/>
          </a:bodyPr>
          <a:lstStyle>
            <a:lvl1pPr>
              <a:defRPr sz="2400" b="0" cap="all" spc="600" baseline="0"/>
            </a:lvl1pPr>
          </a:lstStyle>
          <a:p>
            <a:pPr lvl="0"/>
            <a:r>
              <a:rPr lang="en-US" dirty="0"/>
              <a:t>Click to add subtitle</a:t>
            </a:r>
          </a:p>
        </p:txBody>
      </p:sp>
    </p:spTree>
    <p:extLst>
      <p:ext uri="{BB962C8B-B14F-4D97-AF65-F5344CB8AC3E}">
        <p14:creationId xmlns:p14="http://schemas.microsoft.com/office/powerpoint/2010/main" val="3851443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FFFAE35-BD0D-4D19-892D-36475DD52893}"/>
              </a:ext>
              <a:ext uri="{C183D7F6-B498-43B3-948B-1728B52AA6E4}">
                <adec:decorative xmlns:adec="http://schemas.microsoft.com/office/drawing/2017/decorative" val="1"/>
              </a:ext>
            </a:extLst>
          </p:cNvPr>
          <p:cNvSpPr/>
          <p:nvPr userDrawn="1"/>
        </p:nvSpPr>
        <p:spPr>
          <a:xfrm>
            <a:off x="4063656" y="0"/>
            <a:ext cx="8128343" cy="986306"/>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22" name="Picture Placeholder 18">
            <a:extLst>
              <a:ext uri="{FF2B5EF4-FFF2-40B4-BE49-F238E27FC236}">
                <a16:creationId xmlns:a16="http://schemas.microsoft.com/office/drawing/2014/main" id="{FE2031E3-F975-4AFF-B76E-6BB46A2D3485}"/>
              </a:ext>
            </a:extLst>
          </p:cNvPr>
          <p:cNvSpPr>
            <a:spLocks noGrp="1"/>
          </p:cNvSpPr>
          <p:nvPr>
            <p:ph type="pic" sz="quarter" idx="14" hasCustomPrompt="1"/>
          </p:nvPr>
        </p:nvSpPr>
        <p:spPr>
          <a:xfrm>
            <a:off x="3090671" y="0"/>
            <a:ext cx="3000249" cy="3382963"/>
          </a:xfrm>
          <a:custGeom>
            <a:avLst/>
            <a:gdLst>
              <a:gd name="connsiteX0" fmla="*/ 0 w 2999232"/>
              <a:gd name="connsiteY0" fmla="*/ 0 h 3382963"/>
              <a:gd name="connsiteX1" fmla="*/ 2999232 w 2999232"/>
              <a:gd name="connsiteY1" fmla="*/ 0 h 3382963"/>
              <a:gd name="connsiteX2" fmla="*/ 2999232 w 2999232"/>
              <a:gd name="connsiteY2" fmla="*/ 3382963 h 3382963"/>
              <a:gd name="connsiteX3" fmla="*/ 0 w 2999232"/>
              <a:gd name="connsiteY3" fmla="*/ 3382963 h 3382963"/>
              <a:gd name="connsiteX4" fmla="*/ 0 w 2999232"/>
              <a:gd name="connsiteY4" fmla="*/ 0 h 3382963"/>
              <a:gd name="connsiteX0" fmla="*/ 0 w 2999232"/>
              <a:gd name="connsiteY0" fmla="*/ 0 h 3382963"/>
              <a:gd name="connsiteX1" fmla="*/ 968249 w 2999232"/>
              <a:gd name="connsiteY1" fmla="*/ 0 h 3382963"/>
              <a:gd name="connsiteX2" fmla="*/ 2999232 w 2999232"/>
              <a:gd name="connsiteY2" fmla="*/ 0 h 3382963"/>
              <a:gd name="connsiteX3" fmla="*/ 2999232 w 2999232"/>
              <a:gd name="connsiteY3" fmla="*/ 3382963 h 3382963"/>
              <a:gd name="connsiteX4" fmla="*/ 0 w 2999232"/>
              <a:gd name="connsiteY4" fmla="*/ 3382963 h 3382963"/>
              <a:gd name="connsiteX5" fmla="*/ 0 w 2999232"/>
              <a:gd name="connsiteY5" fmla="*/ 0 h 3382963"/>
              <a:gd name="connsiteX0" fmla="*/ 0 w 3000249"/>
              <a:gd name="connsiteY0" fmla="*/ 0 h 3382963"/>
              <a:gd name="connsiteX1" fmla="*/ 968249 w 3000249"/>
              <a:gd name="connsiteY1" fmla="*/ 0 h 3382963"/>
              <a:gd name="connsiteX2" fmla="*/ 2999232 w 3000249"/>
              <a:gd name="connsiteY2" fmla="*/ 0 h 3382963"/>
              <a:gd name="connsiteX3" fmla="*/ 3000249 w 3000249"/>
              <a:gd name="connsiteY3" fmla="*/ 274320 h 3382963"/>
              <a:gd name="connsiteX4" fmla="*/ 2999232 w 3000249"/>
              <a:gd name="connsiteY4" fmla="*/ 3382963 h 3382963"/>
              <a:gd name="connsiteX5" fmla="*/ 0 w 3000249"/>
              <a:gd name="connsiteY5" fmla="*/ 3382963 h 3382963"/>
              <a:gd name="connsiteX6" fmla="*/ 0 w 3000249"/>
              <a:gd name="connsiteY6" fmla="*/ 0 h 3382963"/>
              <a:gd name="connsiteX0" fmla="*/ 0 w 3000249"/>
              <a:gd name="connsiteY0" fmla="*/ 0 h 3382963"/>
              <a:gd name="connsiteX1" fmla="*/ 968249 w 3000249"/>
              <a:gd name="connsiteY1" fmla="*/ 0 h 3382963"/>
              <a:gd name="connsiteX2" fmla="*/ 967232 w 3000249"/>
              <a:gd name="connsiteY2" fmla="*/ 274320 h 3382963"/>
              <a:gd name="connsiteX3" fmla="*/ 3000249 w 3000249"/>
              <a:gd name="connsiteY3" fmla="*/ 274320 h 3382963"/>
              <a:gd name="connsiteX4" fmla="*/ 2999232 w 3000249"/>
              <a:gd name="connsiteY4" fmla="*/ 3382963 h 3382963"/>
              <a:gd name="connsiteX5" fmla="*/ 0 w 3000249"/>
              <a:gd name="connsiteY5" fmla="*/ 3382963 h 3382963"/>
              <a:gd name="connsiteX6" fmla="*/ 0 w 3000249"/>
              <a:gd name="connsiteY6" fmla="*/ 0 h 3382963"/>
              <a:gd name="connsiteX0" fmla="*/ 0 w 3000249"/>
              <a:gd name="connsiteY0" fmla="*/ 0 h 3382963"/>
              <a:gd name="connsiteX1" fmla="*/ 968249 w 3000249"/>
              <a:gd name="connsiteY1" fmla="*/ 0 h 3382963"/>
              <a:gd name="connsiteX2" fmla="*/ 967232 w 3000249"/>
              <a:gd name="connsiteY2" fmla="*/ 274320 h 3382963"/>
              <a:gd name="connsiteX3" fmla="*/ 3000249 w 3000249"/>
              <a:gd name="connsiteY3" fmla="*/ 284480 h 3382963"/>
              <a:gd name="connsiteX4" fmla="*/ 2999232 w 3000249"/>
              <a:gd name="connsiteY4" fmla="*/ 3382963 h 3382963"/>
              <a:gd name="connsiteX5" fmla="*/ 0 w 3000249"/>
              <a:gd name="connsiteY5" fmla="*/ 3382963 h 3382963"/>
              <a:gd name="connsiteX6" fmla="*/ 0 w 3000249"/>
              <a:gd name="connsiteY6" fmla="*/ 0 h 3382963"/>
              <a:gd name="connsiteX0" fmla="*/ 0 w 3000249"/>
              <a:gd name="connsiteY0" fmla="*/ 0 h 3382963"/>
              <a:gd name="connsiteX1" fmla="*/ 968249 w 3000249"/>
              <a:gd name="connsiteY1" fmla="*/ 0 h 3382963"/>
              <a:gd name="connsiteX2" fmla="*/ 951992 w 3000249"/>
              <a:gd name="connsiteY2" fmla="*/ 284480 h 3382963"/>
              <a:gd name="connsiteX3" fmla="*/ 3000249 w 3000249"/>
              <a:gd name="connsiteY3" fmla="*/ 284480 h 3382963"/>
              <a:gd name="connsiteX4" fmla="*/ 2999232 w 3000249"/>
              <a:gd name="connsiteY4" fmla="*/ 3382963 h 3382963"/>
              <a:gd name="connsiteX5" fmla="*/ 0 w 3000249"/>
              <a:gd name="connsiteY5" fmla="*/ 3382963 h 3382963"/>
              <a:gd name="connsiteX6" fmla="*/ 0 w 3000249"/>
              <a:gd name="connsiteY6" fmla="*/ 0 h 3382963"/>
              <a:gd name="connsiteX0" fmla="*/ 0 w 3000249"/>
              <a:gd name="connsiteY0" fmla="*/ 0 h 3382963"/>
              <a:gd name="connsiteX1" fmla="*/ 968249 w 3000249"/>
              <a:gd name="connsiteY1" fmla="*/ 0 h 3382963"/>
              <a:gd name="connsiteX2" fmla="*/ 967232 w 3000249"/>
              <a:gd name="connsiteY2" fmla="*/ 284480 h 3382963"/>
              <a:gd name="connsiteX3" fmla="*/ 3000249 w 3000249"/>
              <a:gd name="connsiteY3" fmla="*/ 284480 h 3382963"/>
              <a:gd name="connsiteX4" fmla="*/ 2999232 w 3000249"/>
              <a:gd name="connsiteY4" fmla="*/ 3382963 h 3382963"/>
              <a:gd name="connsiteX5" fmla="*/ 0 w 3000249"/>
              <a:gd name="connsiteY5" fmla="*/ 3382963 h 3382963"/>
              <a:gd name="connsiteX6" fmla="*/ 0 w 3000249"/>
              <a:gd name="connsiteY6" fmla="*/ 0 h 338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0249" h="3382963">
                <a:moveTo>
                  <a:pt x="0" y="0"/>
                </a:moveTo>
                <a:lnTo>
                  <a:pt x="968249" y="0"/>
                </a:lnTo>
                <a:lnTo>
                  <a:pt x="967232" y="284480"/>
                </a:lnTo>
                <a:lnTo>
                  <a:pt x="3000249" y="284480"/>
                </a:lnTo>
                <a:lnTo>
                  <a:pt x="2999232" y="3382963"/>
                </a:lnTo>
                <a:lnTo>
                  <a:pt x="0" y="3382963"/>
                </a:lnTo>
                <a:lnTo>
                  <a:pt x="0" y="0"/>
                </a:lnTo>
                <a:close/>
              </a:path>
            </a:pathLst>
          </a:custGeom>
        </p:spPr>
        <p:txBody>
          <a:bodyPr/>
          <a:lstStyle>
            <a:lvl1pPr algn="ctr">
              <a:defRPr/>
            </a:lvl1pPr>
          </a:lstStyle>
          <a:p>
            <a:r>
              <a:rPr lang="en-US" dirty="0"/>
              <a:t>Click to add photo</a:t>
            </a:r>
          </a:p>
        </p:txBody>
      </p:sp>
      <p:sp>
        <p:nvSpPr>
          <p:cNvPr id="12" name="Title 1">
            <a:extLst>
              <a:ext uri="{FF2B5EF4-FFF2-40B4-BE49-F238E27FC236}">
                <a16:creationId xmlns:a16="http://schemas.microsoft.com/office/drawing/2014/main" id="{F7610101-4EEB-48DF-A41F-DA38D737FAE7}"/>
              </a:ext>
            </a:extLst>
          </p:cNvPr>
          <p:cNvSpPr>
            <a:spLocks noGrp="1"/>
          </p:cNvSpPr>
          <p:nvPr>
            <p:ph type="title"/>
          </p:nvPr>
        </p:nvSpPr>
        <p:spPr>
          <a:xfrm>
            <a:off x="4063656" y="279792"/>
            <a:ext cx="7777824" cy="986304"/>
          </a:xfrm>
          <a:solidFill>
            <a:schemeClr val="bg2">
              <a:lumMod val="75000"/>
            </a:schemeClr>
          </a:solidFill>
        </p:spPr>
        <p:txBody>
          <a:bodyPr/>
          <a:lstStyle>
            <a:lvl1pPr marL="274320">
              <a:defRPr/>
            </a:lvl1pPr>
          </a:lstStyle>
          <a:p>
            <a:r>
              <a:rPr lang="en-US"/>
              <a:t>Click to edit Master title style</a:t>
            </a:r>
            <a:endParaRPr lang="en-US" dirty="0"/>
          </a:p>
        </p:txBody>
      </p:sp>
      <p:sp>
        <p:nvSpPr>
          <p:cNvPr id="21" name="Picture Placeholder 18">
            <a:extLst>
              <a:ext uri="{FF2B5EF4-FFF2-40B4-BE49-F238E27FC236}">
                <a16:creationId xmlns:a16="http://schemas.microsoft.com/office/drawing/2014/main" id="{564E749E-B27D-45B4-8E7A-53D8460AACCB}"/>
              </a:ext>
            </a:extLst>
          </p:cNvPr>
          <p:cNvSpPr>
            <a:spLocks noGrp="1"/>
          </p:cNvSpPr>
          <p:nvPr>
            <p:ph type="pic" sz="quarter" idx="13" hasCustomPrompt="1"/>
          </p:nvPr>
        </p:nvSpPr>
        <p:spPr>
          <a:xfrm>
            <a:off x="0" y="0"/>
            <a:ext cx="2997708" cy="3382963"/>
          </a:xfrm>
        </p:spPr>
        <p:txBody>
          <a:bodyPr/>
          <a:lstStyle>
            <a:lvl1pPr algn="ctr">
              <a:defRPr/>
            </a:lvl1pPr>
          </a:lstStyle>
          <a:p>
            <a:r>
              <a:rPr lang="en-US" dirty="0"/>
              <a:t>Click to add photo</a:t>
            </a:r>
          </a:p>
        </p:txBody>
      </p:sp>
      <p:sp>
        <p:nvSpPr>
          <p:cNvPr id="25" name="Picture Placeholder 23">
            <a:extLst>
              <a:ext uri="{FF2B5EF4-FFF2-40B4-BE49-F238E27FC236}">
                <a16:creationId xmlns:a16="http://schemas.microsoft.com/office/drawing/2014/main" id="{C8DE9984-911D-42E6-9467-9F53414894FF}"/>
              </a:ext>
            </a:extLst>
          </p:cNvPr>
          <p:cNvSpPr>
            <a:spLocks noGrp="1"/>
          </p:cNvSpPr>
          <p:nvPr>
            <p:ph type="pic" sz="quarter" idx="15" hasCustomPrompt="1"/>
          </p:nvPr>
        </p:nvSpPr>
        <p:spPr>
          <a:xfrm>
            <a:off x="0" y="3475038"/>
            <a:ext cx="6096000" cy="3382962"/>
          </a:xfrm>
        </p:spPr>
        <p:txBody>
          <a:bodyPr/>
          <a:lstStyle>
            <a:lvl1pPr algn="ctr">
              <a:defRPr/>
            </a:lvl1pPr>
          </a:lstStyle>
          <a:p>
            <a:r>
              <a:rPr lang="en-US" dirty="0"/>
              <a:t>Click to add photo</a:t>
            </a:r>
          </a:p>
        </p:txBody>
      </p:sp>
      <p:sp>
        <p:nvSpPr>
          <p:cNvPr id="14" name="Content Placeholder 2">
            <a:extLst>
              <a:ext uri="{FF2B5EF4-FFF2-40B4-BE49-F238E27FC236}">
                <a16:creationId xmlns:a16="http://schemas.microsoft.com/office/drawing/2014/main" id="{1F2F1F63-2333-48C5-BEEE-7FFCA14364F5}"/>
              </a:ext>
            </a:extLst>
          </p:cNvPr>
          <p:cNvSpPr>
            <a:spLocks noGrp="1"/>
          </p:cNvSpPr>
          <p:nvPr>
            <p:ph idx="1"/>
          </p:nvPr>
        </p:nvSpPr>
        <p:spPr>
          <a:xfrm>
            <a:off x="6735147" y="1639615"/>
            <a:ext cx="4817441" cy="4537348"/>
          </a:xfrm>
        </p:spPr>
        <p:txBody>
          <a:bodyPr/>
          <a:lstStyle>
            <a:lvl1pPr marL="285750" indent="-285750">
              <a:buFont typeface="Arial" panose="020B0604020202020204" pitchFamily="34" charset="0"/>
              <a:buChar char="•"/>
              <a:defRPr/>
            </a:lvl1pPr>
          </a:lstStyle>
          <a:p>
            <a:pPr lvl="0"/>
            <a:r>
              <a:rPr lang="en-US"/>
              <a:t>Click to edit Master text styles</a:t>
            </a:r>
          </a:p>
        </p:txBody>
      </p:sp>
      <p:sp>
        <p:nvSpPr>
          <p:cNvPr id="15" name="Footer Placeholder 7">
            <a:extLst>
              <a:ext uri="{FF2B5EF4-FFF2-40B4-BE49-F238E27FC236}">
                <a16:creationId xmlns:a16="http://schemas.microsoft.com/office/drawing/2014/main" id="{AF26E33C-9416-4C43-8695-B043D6960AA7}"/>
              </a:ext>
            </a:extLst>
          </p:cNvPr>
          <p:cNvSpPr>
            <a:spLocks noGrp="1"/>
          </p:cNvSpPr>
          <p:nvPr>
            <p:ph type="ftr" sz="quarter" idx="11"/>
          </p:nvPr>
        </p:nvSpPr>
        <p:spPr>
          <a:xfrm>
            <a:off x="639413" y="6356350"/>
            <a:ext cx="6291108" cy="365125"/>
          </a:xfrm>
        </p:spPr>
        <p:txBody>
          <a:bodyPr/>
          <a:lstStyle>
            <a:lvl1pPr>
              <a:defRPr>
                <a:solidFill>
                  <a:schemeClr val="bg1"/>
                </a:solidFill>
              </a:defRPr>
            </a:lvl1pPr>
          </a:lstStyle>
          <a:p>
            <a:pPr>
              <a:defRPr/>
            </a:pPr>
            <a:r>
              <a:rPr lang="en-US" dirty="0">
                <a:effectLst>
                  <a:outerShdw blurRad="50800" dist="38100" dir="2700000" algn="tl" rotWithShape="0">
                    <a:prstClr val="black">
                      <a:alpha val="43000"/>
                    </a:prstClr>
                  </a:outerShdw>
                </a:effectLst>
              </a:rPr>
              <a:t>Presentation title</a:t>
            </a:r>
          </a:p>
        </p:txBody>
      </p:sp>
      <p:sp>
        <p:nvSpPr>
          <p:cNvPr id="16" name="Date Placeholder 3">
            <a:extLst>
              <a:ext uri="{FF2B5EF4-FFF2-40B4-BE49-F238E27FC236}">
                <a16:creationId xmlns:a16="http://schemas.microsoft.com/office/drawing/2014/main" id="{EDD9F57F-0928-48ED-8CF9-CC5AC1BD268E}"/>
              </a:ext>
            </a:extLst>
          </p:cNvPr>
          <p:cNvSpPr>
            <a:spLocks noGrp="1"/>
          </p:cNvSpPr>
          <p:nvPr>
            <p:ph type="dt" sz="half" idx="10"/>
          </p:nvPr>
        </p:nvSpPr>
        <p:spPr>
          <a:xfrm>
            <a:off x="7295738" y="6356350"/>
            <a:ext cx="3033829" cy="365125"/>
          </a:xfrm>
        </p:spPr>
        <p:txBody>
          <a:bodyPr/>
          <a:lstStyle>
            <a:lvl1pPr>
              <a:defRPr/>
            </a:lvl1pPr>
          </a:lstStyle>
          <a:p>
            <a:pPr>
              <a:defRPr/>
            </a:pPr>
            <a:r>
              <a:rPr lang="en-US" dirty="0">
                <a:solidFill>
                  <a:srgbClr val="232323">
                    <a:lumMod val="90000"/>
                    <a:lumOff val="10000"/>
                  </a:srgbClr>
                </a:solidFill>
              </a:rPr>
              <a:t>20XX</a:t>
            </a:r>
          </a:p>
        </p:txBody>
      </p:sp>
      <p:sp>
        <p:nvSpPr>
          <p:cNvPr id="17" name="Slide Number Placeholder 9">
            <a:extLst>
              <a:ext uri="{FF2B5EF4-FFF2-40B4-BE49-F238E27FC236}">
                <a16:creationId xmlns:a16="http://schemas.microsoft.com/office/drawing/2014/main" id="{B7E4E7CA-F2D2-4B67-92FE-3DCE5AB21585}"/>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Tree>
    <p:extLst>
      <p:ext uri="{BB962C8B-B14F-4D97-AF65-F5344CB8AC3E}">
        <p14:creationId xmlns:p14="http://schemas.microsoft.com/office/powerpoint/2010/main" val="2848409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5FAC41-B90D-4384-8484-175667AF8214}"/>
              </a:ext>
              <a:ext uri="{C183D7F6-B498-43B3-948B-1728B52AA6E4}">
                <adec:decorative xmlns:adec="http://schemas.microsoft.com/office/drawing/2017/decorative" val="1"/>
              </a:ext>
            </a:extLst>
          </p:cNvPr>
          <p:cNvSpPr/>
          <p:nvPr userDrawn="1"/>
        </p:nvSpPr>
        <p:spPr>
          <a:xfrm>
            <a:off x="0" y="914400"/>
            <a:ext cx="12192000" cy="5029200"/>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9" name="Rectangle 8">
            <a:extLst>
              <a:ext uri="{FF2B5EF4-FFF2-40B4-BE49-F238E27FC236}">
                <a16:creationId xmlns:a16="http://schemas.microsoft.com/office/drawing/2014/main" id="{BF220C6F-8D05-41B5-9727-E041D5B9C26B}"/>
              </a:ext>
              <a:ext uri="{C183D7F6-B498-43B3-948B-1728B52AA6E4}">
                <adec:decorative xmlns:adec="http://schemas.microsoft.com/office/drawing/2017/decorative" val="1"/>
              </a:ext>
            </a:extLst>
          </p:cNvPr>
          <p:cNvSpPr/>
          <p:nvPr userDrawn="1"/>
        </p:nvSpPr>
        <p:spPr>
          <a:xfrm>
            <a:off x="5951621" y="1568357"/>
            <a:ext cx="6240379" cy="372128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0" name="Title 1">
            <a:extLst>
              <a:ext uri="{FF2B5EF4-FFF2-40B4-BE49-F238E27FC236}">
                <a16:creationId xmlns:a16="http://schemas.microsoft.com/office/drawing/2014/main" id="{B9A692DB-BC6A-43D5-BAE7-1E8AE149012E}"/>
              </a:ext>
            </a:extLst>
          </p:cNvPr>
          <p:cNvSpPr>
            <a:spLocks noGrp="1"/>
          </p:cNvSpPr>
          <p:nvPr>
            <p:ph type="title"/>
          </p:nvPr>
        </p:nvSpPr>
        <p:spPr>
          <a:xfrm>
            <a:off x="6481808" y="1758950"/>
            <a:ext cx="5137112" cy="673405"/>
          </a:xfrm>
        </p:spPr>
        <p:txBody>
          <a:bodyPr>
            <a:normAutofit/>
          </a:bodyPr>
          <a:lstStyle/>
          <a:p>
            <a:pPr>
              <a:lnSpc>
                <a:spcPct val="120000"/>
              </a:lnSpc>
            </a:pPr>
            <a:r>
              <a:rPr lang="en-US"/>
              <a:t>Click to edit Master title style</a:t>
            </a:r>
            <a:endParaRPr lang="en-US" dirty="0"/>
          </a:p>
        </p:txBody>
      </p:sp>
      <p:sp>
        <p:nvSpPr>
          <p:cNvPr id="20" name="Picture Placeholder 17">
            <a:extLst>
              <a:ext uri="{FF2B5EF4-FFF2-40B4-BE49-F238E27FC236}">
                <a16:creationId xmlns:a16="http://schemas.microsoft.com/office/drawing/2014/main" id="{9B631067-0981-46B9-BB6F-484741846C08}"/>
              </a:ext>
            </a:extLst>
          </p:cNvPr>
          <p:cNvSpPr>
            <a:spLocks noGrp="1"/>
          </p:cNvSpPr>
          <p:nvPr>
            <p:ph type="pic" sz="quarter" idx="13" hasCustomPrompt="1"/>
          </p:nvPr>
        </p:nvSpPr>
        <p:spPr>
          <a:xfrm>
            <a:off x="639763" y="642938"/>
            <a:ext cx="4814887" cy="2667000"/>
          </a:xfrm>
        </p:spPr>
        <p:txBody>
          <a:bodyPr/>
          <a:lstStyle>
            <a:lvl1pPr algn="ctr">
              <a:defRPr/>
            </a:lvl1pPr>
          </a:lstStyle>
          <a:p>
            <a:r>
              <a:rPr lang="en-US" dirty="0"/>
              <a:t>Click to add photo</a:t>
            </a:r>
          </a:p>
        </p:txBody>
      </p:sp>
      <p:sp>
        <p:nvSpPr>
          <p:cNvPr id="21" name="Picture Placeholder 17">
            <a:extLst>
              <a:ext uri="{FF2B5EF4-FFF2-40B4-BE49-F238E27FC236}">
                <a16:creationId xmlns:a16="http://schemas.microsoft.com/office/drawing/2014/main" id="{7984968B-9811-4180-8D8E-0619C9D3BFB4}"/>
              </a:ext>
            </a:extLst>
          </p:cNvPr>
          <p:cNvSpPr>
            <a:spLocks noGrp="1"/>
          </p:cNvSpPr>
          <p:nvPr>
            <p:ph type="pic" sz="quarter" idx="14" hasCustomPrompt="1"/>
          </p:nvPr>
        </p:nvSpPr>
        <p:spPr>
          <a:xfrm>
            <a:off x="639412" y="3631470"/>
            <a:ext cx="4814887" cy="2562738"/>
          </a:xfrm>
        </p:spPr>
        <p:txBody>
          <a:bodyPr/>
          <a:lstStyle>
            <a:lvl1pPr algn="ctr">
              <a:defRPr/>
            </a:lvl1pPr>
          </a:lstStyle>
          <a:p>
            <a:r>
              <a:rPr lang="en-US" dirty="0"/>
              <a:t>Click to add photo</a:t>
            </a:r>
          </a:p>
        </p:txBody>
      </p:sp>
      <p:sp>
        <p:nvSpPr>
          <p:cNvPr id="23" name="Text Placeholder 22">
            <a:extLst>
              <a:ext uri="{FF2B5EF4-FFF2-40B4-BE49-F238E27FC236}">
                <a16:creationId xmlns:a16="http://schemas.microsoft.com/office/drawing/2014/main" id="{B503D483-6082-4C3B-A4C5-0ACE6698343B}"/>
              </a:ext>
            </a:extLst>
          </p:cNvPr>
          <p:cNvSpPr>
            <a:spLocks noGrp="1"/>
          </p:cNvSpPr>
          <p:nvPr>
            <p:ph type="body" sz="quarter" idx="15" hasCustomPrompt="1"/>
          </p:nvPr>
        </p:nvSpPr>
        <p:spPr>
          <a:xfrm>
            <a:off x="6482241" y="2365374"/>
            <a:ext cx="5136671" cy="2635251"/>
          </a:xfrm>
        </p:spPr>
        <p:txBody>
          <a:bodyPr/>
          <a:lstStyle>
            <a:lvl1pPr>
              <a:defRPr/>
            </a:lvl1pPr>
          </a:lstStyle>
          <a:p>
            <a:pPr lvl="0"/>
            <a:r>
              <a:rPr lang="en-US" dirty="0"/>
              <a:t>Click to add text</a:t>
            </a:r>
          </a:p>
        </p:txBody>
      </p:sp>
      <p:sp>
        <p:nvSpPr>
          <p:cNvPr id="14" name="Footer Placeholder 5">
            <a:extLst>
              <a:ext uri="{FF2B5EF4-FFF2-40B4-BE49-F238E27FC236}">
                <a16:creationId xmlns:a16="http://schemas.microsoft.com/office/drawing/2014/main" id="{CB94B83C-8B92-4303-A841-0D5ED386F97F}"/>
              </a:ext>
            </a:extLst>
          </p:cNvPr>
          <p:cNvSpPr>
            <a:spLocks noGrp="1"/>
          </p:cNvSpPr>
          <p:nvPr>
            <p:ph type="ftr" sz="quarter" idx="11"/>
          </p:nvPr>
        </p:nvSpPr>
        <p:spPr>
          <a:xfrm>
            <a:off x="639413" y="6356350"/>
            <a:ext cx="6291108" cy="365125"/>
          </a:xfrm>
        </p:spPr>
        <p:txBody>
          <a:bodyPr/>
          <a:lstStyle>
            <a:lvl1pPr>
              <a:defRPr>
                <a:solidFill>
                  <a:schemeClr val="tx1"/>
                </a:solidFill>
                <a:effectLst/>
              </a:defRPr>
            </a:lvl1pPr>
          </a:lstStyle>
          <a:p>
            <a:r>
              <a:rPr lang="en-US" dirty="0"/>
              <a:t>Presentation title</a:t>
            </a:r>
          </a:p>
        </p:txBody>
      </p:sp>
      <p:sp>
        <p:nvSpPr>
          <p:cNvPr id="15" name="Date Placeholder 3">
            <a:extLst>
              <a:ext uri="{FF2B5EF4-FFF2-40B4-BE49-F238E27FC236}">
                <a16:creationId xmlns:a16="http://schemas.microsoft.com/office/drawing/2014/main" id="{FB204443-B45C-4C1E-8601-4AD0359ABD2E}"/>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6" name="Slide Number Placeholder 8">
            <a:extLst>
              <a:ext uri="{FF2B5EF4-FFF2-40B4-BE49-F238E27FC236}">
                <a16:creationId xmlns:a16="http://schemas.microsoft.com/office/drawing/2014/main" id="{125F2A8A-5D48-4A14-B0A6-52E55D3E5657}"/>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Tree>
    <p:extLst>
      <p:ext uri="{BB962C8B-B14F-4D97-AF65-F5344CB8AC3E}">
        <p14:creationId xmlns:p14="http://schemas.microsoft.com/office/powerpoint/2010/main" val="3407952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Break">
    <p:spTree>
      <p:nvGrpSpPr>
        <p:cNvPr id="1" name=""/>
        <p:cNvGrpSpPr/>
        <p:nvPr/>
      </p:nvGrpSpPr>
      <p:grpSpPr>
        <a:xfrm>
          <a:off x="0" y="0"/>
          <a:ext cx="0" cy="0"/>
          <a:chOff x="0" y="0"/>
          <a:chExt cx="0" cy="0"/>
        </a:xfrm>
      </p:grpSpPr>
      <p:sp>
        <p:nvSpPr>
          <p:cNvPr id="19" name="Picture Placeholder 17">
            <a:extLst>
              <a:ext uri="{FF2B5EF4-FFF2-40B4-BE49-F238E27FC236}">
                <a16:creationId xmlns:a16="http://schemas.microsoft.com/office/drawing/2014/main" id="{620C2886-3E99-43F7-A045-F15053959CE7}"/>
              </a:ext>
            </a:extLst>
          </p:cNvPr>
          <p:cNvSpPr>
            <a:spLocks noGrp="1"/>
          </p:cNvSpPr>
          <p:nvPr>
            <p:ph type="pic" sz="quarter" idx="13"/>
          </p:nvPr>
        </p:nvSpPr>
        <p:spPr>
          <a:xfrm>
            <a:off x="6094413" y="0"/>
            <a:ext cx="6094412" cy="6854825"/>
          </a:xfrm>
        </p:spPr>
        <p:txBody>
          <a:bodyPr/>
          <a:lstStyle/>
          <a:p>
            <a:r>
              <a:rPr lang="en-US"/>
              <a:t>Click icon to add picture</a:t>
            </a:r>
            <a:endParaRPr lang="en-US" dirty="0"/>
          </a:p>
        </p:txBody>
      </p:sp>
      <p:sp>
        <p:nvSpPr>
          <p:cNvPr id="9" name="Rectangle 8">
            <a:extLst>
              <a:ext uri="{FF2B5EF4-FFF2-40B4-BE49-F238E27FC236}">
                <a16:creationId xmlns:a16="http://schemas.microsoft.com/office/drawing/2014/main" id="{63D67587-8C0C-40DB-88B2-2CAC45DBF8DC}"/>
              </a:ext>
              <a:ext uri="{C183D7F6-B498-43B3-948B-1728B52AA6E4}">
                <adec:decorative xmlns:adec="http://schemas.microsoft.com/office/drawing/2017/decorative" val="1"/>
              </a:ext>
            </a:extLst>
          </p:cNvPr>
          <p:cNvSpPr/>
          <p:nvPr userDrawn="1"/>
        </p:nvSpPr>
        <p:spPr>
          <a:xfrm>
            <a:off x="0" y="914400"/>
            <a:ext cx="6094477" cy="5029200"/>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2" name="Title 1">
            <a:extLst>
              <a:ext uri="{FF2B5EF4-FFF2-40B4-BE49-F238E27FC236}">
                <a16:creationId xmlns:a16="http://schemas.microsoft.com/office/drawing/2014/main" id="{E11B7BFF-DF61-4F7F-BC0C-A774104FF416}"/>
              </a:ext>
            </a:extLst>
          </p:cNvPr>
          <p:cNvSpPr>
            <a:spLocks noGrp="1"/>
          </p:cNvSpPr>
          <p:nvPr>
            <p:ph type="ctrTitle" hasCustomPrompt="1"/>
          </p:nvPr>
        </p:nvSpPr>
        <p:spPr>
          <a:xfrm>
            <a:off x="761774" y="2814975"/>
            <a:ext cx="6769706" cy="1910972"/>
          </a:xfrm>
          <a:solidFill>
            <a:schemeClr val="tx2"/>
          </a:solidFill>
        </p:spPr>
        <p:txBody>
          <a:bodyPr anchor="b">
            <a:noAutofit/>
          </a:bodyPr>
          <a:lstStyle>
            <a:lvl1pPr marL="182880">
              <a:defRPr sz="5400">
                <a:solidFill>
                  <a:schemeClr val="bg1"/>
                </a:solidFill>
              </a:defRPr>
            </a:lvl1pPr>
          </a:lstStyle>
          <a:p>
            <a:r>
              <a:rPr lang="en-US" dirty="0">
                <a:solidFill>
                  <a:schemeClr val="bg1"/>
                </a:solidFill>
              </a:rPr>
              <a:t>Click to add title</a:t>
            </a:r>
          </a:p>
        </p:txBody>
      </p:sp>
      <p:sp>
        <p:nvSpPr>
          <p:cNvPr id="3" name="Text Placeholder 2">
            <a:extLst>
              <a:ext uri="{FF2B5EF4-FFF2-40B4-BE49-F238E27FC236}">
                <a16:creationId xmlns:a16="http://schemas.microsoft.com/office/drawing/2014/main" id="{43D0F1B1-D8F9-42A3-B0C7-AADC53D8F392}"/>
              </a:ext>
            </a:extLst>
          </p:cNvPr>
          <p:cNvSpPr>
            <a:spLocks noGrp="1"/>
          </p:cNvSpPr>
          <p:nvPr>
            <p:ph type="body" sz="quarter" idx="14" hasCustomPrompt="1"/>
          </p:nvPr>
        </p:nvSpPr>
        <p:spPr>
          <a:xfrm>
            <a:off x="762000" y="4657726"/>
            <a:ext cx="6769100" cy="731838"/>
          </a:xfrm>
          <a:solidFill>
            <a:schemeClr val="tx2"/>
          </a:solidFill>
        </p:spPr>
        <p:txBody>
          <a:bodyPr>
            <a:noAutofit/>
          </a:bodyPr>
          <a:lstStyle>
            <a:lvl1pPr marL="228600">
              <a:defRPr sz="1500" cap="all" spc="600" baseline="0">
                <a:solidFill>
                  <a:schemeClr val="bg1"/>
                </a:solidFill>
              </a:defRPr>
            </a:lvl1pPr>
            <a:lvl2pPr>
              <a:defRPr sz="1500">
                <a:solidFill>
                  <a:schemeClr val="bg1"/>
                </a:solidFill>
              </a:defRPr>
            </a:lvl2pPr>
            <a:lvl3pPr>
              <a:defRPr sz="1500">
                <a:solidFill>
                  <a:schemeClr val="bg1"/>
                </a:solidFill>
              </a:defRPr>
            </a:lvl3pPr>
            <a:lvl4pPr>
              <a:defRPr sz="1500">
                <a:solidFill>
                  <a:schemeClr val="bg1"/>
                </a:solidFill>
              </a:defRPr>
            </a:lvl4pPr>
            <a:lvl5pPr>
              <a:defRPr sz="1500">
                <a:solidFill>
                  <a:schemeClr val="bg1"/>
                </a:solidFill>
              </a:defRPr>
            </a:lvl5pPr>
          </a:lstStyle>
          <a:p>
            <a:pPr lvl="0"/>
            <a:r>
              <a:rPr lang="en-US" dirty="0"/>
              <a:t>CLICK TO ADD SUBTITLE</a:t>
            </a:r>
          </a:p>
        </p:txBody>
      </p:sp>
    </p:spTree>
    <p:extLst>
      <p:ext uri="{BB962C8B-B14F-4D97-AF65-F5344CB8AC3E}">
        <p14:creationId xmlns:p14="http://schemas.microsoft.com/office/powerpoint/2010/main" val="2462859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07196B1-3970-4386-8D54-A2067BA8417F}"/>
              </a:ext>
            </a:extLst>
          </p:cNvPr>
          <p:cNvSpPr>
            <a:spLocks noGrp="1"/>
          </p:cNvSpPr>
          <p:nvPr>
            <p:ph type="title"/>
          </p:nvPr>
        </p:nvSpPr>
        <p:spPr>
          <a:xfrm>
            <a:off x="639413" y="476086"/>
            <a:ext cx="10904435" cy="689608"/>
          </a:xfrm>
        </p:spPr>
        <p:txBody>
          <a:bodyPr/>
          <a:lstStyle/>
          <a:p>
            <a:r>
              <a:rPr lang="en-US"/>
              <a:t>Click to edit Master title style</a:t>
            </a:r>
            <a:endParaRPr lang="en-US" dirty="0"/>
          </a:p>
        </p:txBody>
      </p:sp>
      <p:sp>
        <p:nvSpPr>
          <p:cNvPr id="17" name="Footer Placeholder 14">
            <a:extLst>
              <a:ext uri="{FF2B5EF4-FFF2-40B4-BE49-F238E27FC236}">
                <a16:creationId xmlns:a16="http://schemas.microsoft.com/office/drawing/2014/main" id="{9535C1B1-EA9A-48AD-AB3B-00E7FEE05F01}"/>
              </a:ext>
            </a:extLst>
          </p:cNvPr>
          <p:cNvSpPr>
            <a:spLocks noGrp="1"/>
          </p:cNvSpPr>
          <p:nvPr>
            <p:ph type="ftr" sz="quarter" idx="11"/>
          </p:nvPr>
        </p:nvSpPr>
        <p:spPr>
          <a:xfrm>
            <a:off x="639413" y="6356350"/>
            <a:ext cx="6291108" cy="365125"/>
          </a:xfrm>
        </p:spPr>
        <p:txBody>
          <a:bodyPr/>
          <a:lstStyle>
            <a:lvl1pPr>
              <a:defRPr>
                <a:solidFill>
                  <a:schemeClr val="tx1"/>
                </a:solidFill>
              </a:defRPr>
            </a:lvl1pPr>
          </a:lstStyle>
          <a:p>
            <a:r>
              <a:rPr lang="en-US" dirty="0"/>
              <a:t>Presentation title</a:t>
            </a:r>
          </a:p>
        </p:txBody>
      </p:sp>
      <p:sp>
        <p:nvSpPr>
          <p:cNvPr id="18" name="Date Placeholder 12">
            <a:extLst>
              <a:ext uri="{FF2B5EF4-FFF2-40B4-BE49-F238E27FC236}">
                <a16:creationId xmlns:a16="http://schemas.microsoft.com/office/drawing/2014/main" id="{E334D19F-C91E-4007-9C85-89B0645F270D}"/>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9" name="Slide Number Placeholder 15">
            <a:extLst>
              <a:ext uri="{FF2B5EF4-FFF2-40B4-BE49-F238E27FC236}">
                <a16:creationId xmlns:a16="http://schemas.microsoft.com/office/drawing/2014/main" id="{00B1B695-CA8C-4B38-8D25-4E56BD079E7E}"/>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
        <p:nvSpPr>
          <p:cNvPr id="3" name="Content Placeholder 2">
            <a:extLst>
              <a:ext uri="{FF2B5EF4-FFF2-40B4-BE49-F238E27FC236}">
                <a16:creationId xmlns:a16="http://schemas.microsoft.com/office/drawing/2014/main" id="{219E4B01-1489-40C5-B290-E42D974C10E7}"/>
              </a:ext>
            </a:extLst>
          </p:cNvPr>
          <p:cNvSpPr>
            <a:spLocks noGrp="1"/>
          </p:cNvSpPr>
          <p:nvPr>
            <p:ph sz="quarter" idx="13" hasCustomPrompt="1"/>
          </p:nvPr>
        </p:nvSpPr>
        <p:spPr>
          <a:xfrm>
            <a:off x="937987" y="1735958"/>
            <a:ext cx="10318036" cy="4276220"/>
          </a:xfrm>
        </p:spPr>
        <p:txBody>
          <a:bodyPr/>
          <a:lstStyle>
            <a:lvl1pPr>
              <a:defRPr/>
            </a:lvl1pPr>
          </a:lstStyle>
          <a:p>
            <a:pPr lvl="0"/>
            <a:r>
              <a:rPr lang="en-US" dirty="0"/>
              <a:t>Click to add content</a:t>
            </a:r>
          </a:p>
        </p:txBody>
      </p:sp>
    </p:spTree>
    <p:extLst>
      <p:ext uri="{BB962C8B-B14F-4D97-AF65-F5344CB8AC3E}">
        <p14:creationId xmlns:p14="http://schemas.microsoft.com/office/powerpoint/2010/main" val="2637976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A29640D-9D66-4252-AF26-226B9EF38E93}"/>
              </a:ext>
            </a:extLst>
          </p:cNvPr>
          <p:cNvSpPr>
            <a:spLocks noGrp="1"/>
          </p:cNvSpPr>
          <p:nvPr>
            <p:ph type="title"/>
          </p:nvPr>
        </p:nvSpPr>
        <p:spPr>
          <a:xfrm>
            <a:off x="639413" y="476086"/>
            <a:ext cx="10904435" cy="68960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72F585F-809A-43CB-A46F-35690087203B}"/>
              </a:ext>
            </a:extLst>
          </p:cNvPr>
          <p:cNvSpPr>
            <a:spLocks noGrp="1"/>
          </p:cNvSpPr>
          <p:nvPr>
            <p:ph sz="quarter" idx="13" hasCustomPrompt="1"/>
          </p:nvPr>
        </p:nvSpPr>
        <p:spPr>
          <a:xfrm>
            <a:off x="1285875" y="2066925"/>
            <a:ext cx="9610725" cy="3630613"/>
          </a:xfrm>
        </p:spPr>
        <p:txBody>
          <a:bodyPr/>
          <a:lstStyle>
            <a:lvl1pPr>
              <a:defRPr/>
            </a:lvl1pPr>
          </a:lstStyle>
          <a:p>
            <a:pPr lvl="0"/>
            <a:r>
              <a:rPr lang="en-US" dirty="0"/>
              <a:t>Click to add content</a:t>
            </a:r>
          </a:p>
        </p:txBody>
      </p:sp>
      <p:sp>
        <p:nvSpPr>
          <p:cNvPr id="10" name="Footer Placeholder 14">
            <a:extLst>
              <a:ext uri="{FF2B5EF4-FFF2-40B4-BE49-F238E27FC236}">
                <a16:creationId xmlns:a16="http://schemas.microsoft.com/office/drawing/2014/main" id="{1F196FCF-777C-4746-AFAA-ECE173A0BDC6}"/>
              </a:ext>
            </a:extLst>
          </p:cNvPr>
          <p:cNvSpPr>
            <a:spLocks noGrp="1"/>
          </p:cNvSpPr>
          <p:nvPr>
            <p:ph type="ftr" sz="quarter" idx="11"/>
          </p:nvPr>
        </p:nvSpPr>
        <p:spPr>
          <a:xfrm>
            <a:off x="639413" y="6356350"/>
            <a:ext cx="6291108" cy="365125"/>
          </a:xfrm>
        </p:spPr>
        <p:txBody>
          <a:bodyPr/>
          <a:lstStyle>
            <a:lvl1pPr>
              <a:defRPr>
                <a:solidFill>
                  <a:schemeClr val="tx1"/>
                </a:solidFill>
              </a:defRPr>
            </a:lvl1pPr>
          </a:lstStyle>
          <a:p>
            <a:r>
              <a:rPr lang="en-US" dirty="0"/>
              <a:t>Presentation title</a:t>
            </a:r>
          </a:p>
        </p:txBody>
      </p:sp>
      <p:sp>
        <p:nvSpPr>
          <p:cNvPr id="11" name="Date Placeholder 12">
            <a:extLst>
              <a:ext uri="{FF2B5EF4-FFF2-40B4-BE49-F238E27FC236}">
                <a16:creationId xmlns:a16="http://schemas.microsoft.com/office/drawing/2014/main" id="{71EA376C-2DC1-4B5D-9628-4A223AA389BA}"/>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2" name="Slide Number Placeholder 15">
            <a:extLst>
              <a:ext uri="{FF2B5EF4-FFF2-40B4-BE49-F238E27FC236}">
                <a16:creationId xmlns:a16="http://schemas.microsoft.com/office/drawing/2014/main" id="{CCEC0CD5-B86D-4E13-B3A9-9D3B0CB1B565}"/>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Tree>
    <p:extLst>
      <p:ext uri="{BB962C8B-B14F-4D97-AF65-F5344CB8AC3E}">
        <p14:creationId xmlns:p14="http://schemas.microsoft.com/office/powerpoint/2010/main" val="426764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3E07EFA-7299-44A6-85FB-04EC9B553E51}"/>
              </a:ext>
              <a:ext uri="{C183D7F6-B498-43B3-948B-1728B52AA6E4}">
                <adec:decorative xmlns:adec="http://schemas.microsoft.com/office/drawing/2017/decorative" val="1"/>
              </a:ext>
            </a:extLst>
          </p:cNvPr>
          <p:cNvSpPr/>
          <p:nvPr userDrawn="1"/>
        </p:nvSpPr>
        <p:spPr>
          <a:xfrm>
            <a:off x="0" y="914400"/>
            <a:ext cx="12192000" cy="5029200"/>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8" name="Rectangle 7">
            <a:extLst>
              <a:ext uri="{FF2B5EF4-FFF2-40B4-BE49-F238E27FC236}">
                <a16:creationId xmlns:a16="http://schemas.microsoft.com/office/drawing/2014/main" id="{F43A4CB2-29F8-49C3-8735-106975893B76}"/>
              </a:ext>
              <a:ext uri="{C183D7F6-B498-43B3-948B-1728B52AA6E4}">
                <adec:decorative xmlns:adec="http://schemas.microsoft.com/office/drawing/2017/decorative" val="1"/>
              </a:ext>
            </a:extLst>
          </p:cNvPr>
          <p:cNvSpPr/>
          <p:nvPr userDrawn="1"/>
        </p:nvSpPr>
        <p:spPr>
          <a:xfrm>
            <a:off x="5951621" y="1803214"/>
            <a:ext cx="6240379" cy="325288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9" name="Title 1">
            <a:extLst>
              <a:ext uri="{FF2B5EF4-FFF2-40B4-BE49-F238E27FC236}">
                <a16:creationId xmlns:a16="http://schemas.microsoft.com/office/drawing/2014/main" id="{02574195-3DF9-438B-B8AC-0F2029352481}"/>
              </a:ext>
            </a:extLst>
          </p:cNvPr>
          <p:cNvSpPr>
            <a:spLocks noGrp="1"/>
          </p:cNvSpPr>
          <p:nvPr>
            <p:ph type="title"/>
          </p:nvPr>
        </p:nvSpPr>
        <p:spPr>
          <a:xfrm>
            <a:off x="6491332" y="2025650"/>
            <a:ext cx="5058209" cy="2355732"/>
          </a:xfrm>
        </p:spPr>
        <p:txBody>
          <a:bodyPr>
            <a:normAutofit/>
          </a:bodyPr>
          <a:lstStyle>
            <a:lvl1pPr>
              <a:defRPr sz="4400"/>
            </a:lvl1pPr>
          </a:lstStyle>
          <a:p>
            <a:pPr>
              <a:lnSpc>
                <a:spcPct val="120000"/>
              </a:lnSpc>
            </a:pPr>
            <a:r>
              <a:rPr lang="en-US"/>
              <a:t>Click to edit Master title style</a:t>
            </a:r>
            <a:endParaRPr lang="en-US" dirty="0"/>
          </a:p>
        </p:txBody>
      </p:sp>
      <p:sp>
        <p:nvSpPr>
          <p:cNvPr id="16" name="Picture Placeholder 14">
            <a:extLst>
              <a:ext uri="{FF2B5EF4-FFF2-40B4-BE49-F238E27FC236}">
                <a16:creationId xmlns:a16="http://schemas.microsoft.com/office/drawing/2014/main" id="{57FAF158-BFC1-43C2-A23B-B93DEFAE3AB0}"/>
              </a:ext>
            </a:extLst>
          </p:cNvPr>
          <p:cNvSpPr>
            <a:spLocks noGrp="1"/>
          </p:cNvSpPr>
          <p:nvPr>
            <p:ph type="pic" sz="quarter" idx="13" hasCustomPrompt="1"/>
          </p:nvPr>
        </p:nvSpPr>
        <p:spPr>
          <a:xfrm>
            <a:off x="542925" y="0"/>
            <a:ext cx="5408613" cy="6858000"/>
          </a:xfrm>
        </p:spPr>
        <p:txBody>
          <a:bodyPr/>
          <a:lstStyle>
            <a:lvl1pPr algn="ctr">
              <a:defRPr/>
            </a:lvl1pPr>
          </a:lstStyle>
          <a:p>
            <a:r>
              <a:rPr lang="en-US" dirty="0"/>
              <a:t>Click to add photo</a:t>
            </a:r>
          </a:p>
        </p:txBody>
      </p:sp>
      <p:sp>
        <p:nvSpPr>
          <p:cNvPr id="10" name="Content Placeholder 2">
            <a:extLst>
              <a:ext uri="{FF2B5EF4-FFF2-40B4-BE49-F238E27FC236}">
                <a16:creationId xmlns:a16="http://schemas.microsoft.com/office/drawing/2014/main" id="{DB1025F5-5E2A-47DC-9E1F-F31EE762904F}"/>
              </a:ext>
            </a:extLst>
          </p:cNvPr>
          <p:cNvSpPr>
            <a:spLocks noGrp="1"/>
          </p:cNvSpPr>
          <p:nvPr>
            <p:ph idx="1"/>
          </p:nvPr>
        </p:nvSpPr>
        <p:spPr>
          <a:xfrm>
            <a:off x="6492857" y="4381382"/>
            <a:ext cx="5058209" cy="395405"/>
          </a:xfrm>
        </p:spPr>
        <p:txBody>
          <a:bodyPr anchor="t"/>
          <a:lstStyle>
            <a:lvl1pPr>
              <a:defRPr b="0" cap="all" spc="600" baseline="0"/>
            </a:lvl1pPr>
          </a:lstStyle>
          <a:p>
            <a:pPr lvl="0"/>
            <a:r>
              <a:rPr lang="en-US"/>
              <a:t>Click to edit Master text styles</a:t>
            </a:r>
          </a:p>
        </p:txBody>
      </p:sp>
      <p:sp>
        <p:nvSpPr>
          <p:cNvPr id="11" name="Footer Placeholder 14">
            <a:extLst>
              <a:ext uri="{FF2B5EF4-FFF2-40B4-BE49-F238E27FC236}">
                <a16:creationId xmlns:a16="http://schemas.microsoft.com/office/drawing/2014/main" id="{9F00502A-31A8-40B1-8042-91BBF64690FA}"/>
              </a:ext>
            </a:extLst>
          </p:cNvPr>
          <p:cNvSpPr>
            <a:spLocks noGrp="1"/>
          </p:cNvSpPr>
          <p:nvPr>
            <p:ph type="ftr" sz="quarter" idx="11"/>
          </p:nvPr>
        </p:nvSpPr>
        <p:spPr>
          <a:xfrm>
            <a:off x="639413" y="6356350"/>
            <a:ext cx="6291108" cy="365125"/>
          </a:xfrm>
        </p:spPr>
        <p:txBody>
          <a:bodyPr/>
          <a:lstStyle>
            <a:lvl1pPr>
              <a:defRPr>
                <a:solidFill>
                  <a:schemeClr val="bg1"/>
                </a:solidFill>
                <a:effectLst>
                  <a:outerShdw blurRad="38100" dist="38100" dir="2700000" algn="tl">
                    <a:srgbClr val="000000">
                      <a:alpha val="43137"/>
                    </a:srgbClr>
                  </a:outerShdw>
                </a:effectLst>
              </a:defRPr>
            </a:lvl1pPr>
          </a:lstStyle>
          <a:p>
            <a:r>
              <a:rPr lang="en-US" dirty="0"/>
              <a:t>Presentation title</a:t>
            </a:r>
          </a:p>
        </p:txBody>
      </p:sp>
      <p:sp>
        <p:nvSpPr>
          <p:cNvPr id="12" name="Date Placeholder 13">
            <a:extLst>
              <a:ext uri="{FF2B5EF4-FFF2-40B4-BE49-F238E27FC236}">
                <a16:creationId xmlns:a16="http://schemas.microsoft.com/office/drawing/2014/main" id="{1F0D82E2-6CDC-41FA-9FBD-29B16961536C}"/>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3" name="Slide Number Placeholder 15">
            <a:extLst>
              <a:ext uri="{FF2B5EF4-FFF2-40B4-BE49-F238E27FC236}">
                <a16:creationId xmlns:a16="http://schemas.microsoft.com/office/drawing/2014/main" id="{85DE54ED-1D6A-4185-BC18-EB63BF4B709F}"/>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Tree>
    <p:extLst>
      <p:ext uri="{BB962C8B-B14F-4D97-AF65-F5344CB8AC3E}">
        <p14:creationId xmlns:p14="http://schemas.microsoft.com/office/powerpoint/2010/main" val="1691906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8FC1626-6E5A-4321-B003-2ECADA2CDE6D}"/>
              </a:ext>
            </a:extLst>
          </p:cNvPr>
          <p:cNvSpPr>
            <a:spLocks noGrp="1"/>
          </p:cNvSpPr>
          <p:nvPr>
            <p:ph type="title"/>
          </p:nvPr>
        </p:nvSpPr>
        <p:spPr>
          <a:xfrm>
            <a:off x="639413" y="476086"/>
            <a:ext cx="10904435" cy="689608"/>
          </a:xfrm>
        </p:spPr>
        <p:txBody>
          <a:bodyPr/>
          <a:lstStyle/>
          <a:p>
            <a:r>
              <a:rPr lang="en-US"/>
              <a:t>Click to edit Master title style</a:t>
            </a:r>
            <a:endParaRPr lang="en-US" dirty="0"/>
          </a:p>
        </p:txBody>
      </p:sp>
      <p:sp>
        <p:nvSpPr>
          <p:cNvPr id="10" name="Rectangle 9">
            <a:extLst>
              <a:ext uri="{FF2B5EF4-FFF2-40B4-BE49-F238E27FC236}">
                <a16:creationId xmlns:a16="http://schemas.microsoft.com/office/drawing/2014/main" id="{3955D66E-614C-4554-AD07-DBF50786CB1C}"/>
              </a:ext>
              <a:ext uri="{C183D7F6-B498-43B3-948B-1728B52AA6E4}">
                <adec:decorative xmlns:adec="http://schemas.microsoft.com/office/drawing/2017/decorative" val="1"/>
              </a:ext>
            </a:extLst>
          </p:cNvPr>
          <p:cNvSpPr/>
          <p:nvPr userDrawn="1"/>
        </p:nvSpPr>
        <p:spPr>
          <a:xfrm>
            <a:off x="-1905" y="1633493"/>
            <a:ext cx="12192000" cy="522450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6" name="Rectangle 15">
            <a:extLst>
              <a:ext uri="{FF2B5EF4-FFF2-40B4-BE49-F238E27FC236}">
                <a16:creationId xmlns:a16="http://schemas.microsoft.com/office/drawing/2014/main" id="{4FC25CFF-3341-490E-864B-9EE585E7DF4D}"/>
              </a:ext>
              <a:ext uri="{C183D7F6-B498-43B3-948B-1728B52AA6E4}">
                <adec:decorative xmlns:adec="http://schemas.microsoft.com/office/drawing/2017/decorative" val="1"/>
              </a:ext>
            </a:extLst>
          </p:cNvPr>
          <p:cNvSpPr/>
          <p:nvPr userDrawn="1"/>
        </p:nvSpPr>
        <p:spPr>
          <a:xfrm>
            <a:off x="-4370" y="1641780"/>
            <a:ext cx="12192000" cy="5224506"/>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2" name="Footer Placeholder 14">
            <a:extLst>
              <a:ext uri="{FF2B5EF4-FFF2-40B4-BE49-F238E27FC236}">
                <a16:creationId xmlns:a16="http://schemas.microsoft.com/office/drawing/2014/main" id="{1A47F1BE-C6F0-4B08-A876-3ACB9A160B5C}"/>
              </a:ext>
            </a:extLst>
          </p:cNvPr>
          <p:cNvSpPr>
            <a:spLocks noGrp="1"/>
          </p:cNvSpPr>
          <p:nvPr>
            <p:ph type="ftr" sz="quarter" idx="11"/>
          </p:nvPr>
        </p:nvSpPr>
        <p:spPr>
          <a:xfrm>
            <a:off x="639413" y="6356350"/>
            <a:ext cx="629110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rPr>
              <a:t>Presentation title</a:t>
            </a:r>
          </a:p>
        </p:txBody>
      </p:sp>
      <p:sp>
        <p:nvSpPr>
          <p:cNvPr id="13" name="Date Placeholder 12">
            <a:extLst>
              <a:ext uri="{FF2B5EF4-FFF2-40B4-BE49-F238E27FC236}">
                <a16:creationId xmlns:a16="http://schemas.microsoft.com/office/drawing/2014/main" id="{EB34F470-EFAB-4873-9AF2-800F83174880}"/>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4" name="Slide Number Placeholder 15">
            <a:extLst>
              <a:ext uri="{FF2B5EF4-FFF2-40B4-BE49-F238E27FC236}">
                <a16:creationId xmlns:a16="http://schemas.microsoft.com/office/drawing/2014/main" id="{FCAA1492-8926-496A-9DE4-45E13BA70E71}"/>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
        <p:nvSpPr>
          <p:cNvPr id="3" name="Content Placeholder 2">
            <a:extLst>
              <a:ext uri="{FF2B5EF4-FFF2-40B4-BE49-F238E27FC236}">
                <a16:creationId xmlns:a16="http://schemas.microsoft.com/office/drawing/2014/main" id="{72F48288-2CF3-456E-8691-5772D99F82B1}"/>
              </a:ext>
            </a:extLst>
          </p:cNvPr>
          <p:cNvSpPr>
            <a:spLocks noGrp="1"/>
          </p:cNvSpPr>
          <p:nvPr>
            <p:ph sz="quarter" idx="13" hasCustomPrompt="1"/>
          </p:nvPr>
        </p:nvSpPr>
        <p:spPr>
          <a:xfrm>
            <a:off x="398236" y="1887311"/>
            <a:ext cx="11395528" cy="4343400"/>
          </a:xfrm>
        </p:spPr>
        <p:txBody>
          <a:bodyPr/>
          <a:lstStyle>
            <a:lvl1pPr>
              <a:defRPr/>
            </a:lvl1pPr>
          </a:lstStyle>
          <a:p>
            <a:pPr lvl="0"/>
            <a:r>
              <a:rPr lang="en-US" dirty="0"/>
              <a:t>Click to edit add content</a:t>
            </a:r>
          </a:p>
        </p:txBody>
      </p:sp>
    </p:spTree>
    <p:extLst>
      <p:ext uri="{BB962C8B-B14F-4D97-AF65-F5344CB8AC3E}">
        <p14:creationId xmlns:p14="http://schemas.microsoft.com/office/powerpoint/2010/main" val="3989789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1D1103D-8943-46F2-B18E-36FF38CAFAE0}"/>
              </a:ext>
            </a:extLst>
          </p:cNvPr>
          <p:cNvSpPr>
            <a:spLocks noGrp="1"/>
          </p:cNvSpPr>
          <p:nvPr>
            <p:ph type="title"/>
          </p:nvPr>
        </p:nvSpPr>
        <p:spPr>
          <a:xfrm>
            <a:off x="639413" y="476086"/>
            <a:ext cx="10904435" cy="689608"/>
          </a:xfrm>
        </p:spPr>
        <p:txBody>
          <a:bodyPr/>
          <a:lstStyle/>
          <a:p>
            <a:r>
              <a:rPr lang="en-US"/>
              <a:t>Click to edit Master title style</a:t>
            </a:r>
            <a:endParaRPr lang="en-US" dirty="0"/>
          </a:p>
        </p:txBody>
      </p:sp>
      <p:sp>
        <p:nvSpPr>
          <p:cNvPr id="10" name="Rectangle 9">
            <a:extLst>
              <a:ext uri="{FF2B5EF4-FFF2-40B4-BE49-F238E27FC236}">
                <a16:creationId xmlns:a16="http://schemas.microsoft.com/office/drawing/2014/main" id="{A902D366-4C48-4324-8771-8F9E7BECDD08}"/>
              </a:ext>
              <a:ext uri="{C183D7F6-B498-43B3-948B-1728B52AA6E4}">
                <adec:decorative xmlns:adec="http://schemas.microsoft.com/office/drawing/2017/decorative" val="1"/>
              </a:ext>
            </a:extLst>
          </p:cNvPr>
          <p:cNvSpPr/>
          <p:nvPr userDrawn="1"/>
        </p:nvSpPr>
        <p:spPr>
          <a:xfrm>
            <a:off x="-1905" y="1633493"/>
            <a:ext cx="12192000" cy="522450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5" name="Rectangle 14">
            <a:extLst>
              <a:ext uri="{FF2B5EF4-FFF2-40B4-BE49-F238E27FC236}">
                <a16:creationId xmlns:a16="http://schemas.microsoft.com/office/drawing/2014/main" id="{B139FB3E-2A6A-4BE8-9D79-47B91471CC23}"/>
              </a:ext>
              <a:ext uri="{C183D7F6-B498-43B3-948B-1728B52AA6E4}">
                <adec:decorative xmlns:adec="http://schemas.microsoft.com/office/drawing/2017/decorative" val="1"/>
              </a:ext>
            </a:extLst>
          </p:cNvPr>
          <p:cNvSpPr/>
          <p:nvPr userDrawn="1"/>
        </p:nvSpPr>
        <p:spPr>
          <a:xfrm>
            <a:off x="-4370" y="1641780"/>
            <a:ext cx="12192000" cy="5224506"/>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1" name="Footer Placeholder 14">
            <a:extLst>
              <a:ext uri="{FF2B5EF4-FFF2-40B4-BE49-F238E27FC236}">
                <a16:creationId xmlns:a16="http://schemas.microsoft.com/office/drawing/2014/main" id="{7E3BBCB1-5D3D-4802-A48D-5D6A7BA51550}"/>
              </a:ext>
            </a:extLst>
          </p:cNvPr>
          <p:cNvSpPr>
            <a:spLocks noGrp="1"/>
          </p:cNvSpPr>
          <p:nvPr>
            <p:ph type="ftr" sz="quarter" idx="11"/>
          </p:nvPr>
        </p:nvSpPr>
        <p:spPr>
          <a:xfrm>
            <a:off x="639413" y="6356350"/>
            <a:ext cx="629110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rPr>
              <a:t>Presentation title</a:t>
            </a:r>
          </a:p>
        </p:txBody>
      </p:sp>
      <p:sp>
        <p:nvSpPr>
          <p:cNvPr id="12" name="Date Placeholder 12">
            <a:extLst>
              <a:ext uri="{FF2B5EF4-FFF2-40B4-BE49-F238E27FC236}">
                <a16:creationId xmlns:a16="http://schemas.microsoft.com/office/drawing/2014/main" id="{AE90937E-33CA-4432-A147-746EBB9E7C4A}"/>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3" name="Slide Number Placeholder 15">
            <a:extLst>
              <a:ext uri="{FF2B5EF4-FFF2-40B4-BE49-F238E27FC236}">
                <a16:creationId xmlns:a16="http://schemas.microsoft.com/office/drawing/2014/main" id="{CECD9BDC-A2A2-40A0-8DAD-4C56EBE1BDFA}"/>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
        <p:nvSpPr>
          <p:cNvPr id="3" name="Content Placeholder 2">
            <a:extLst>
              <a:ext uri="{FF2B5EF4-FFF2-40B4-BE49-F238E27FC236}">
                <a16:creationId xmlns:a16="http://schemas.microsoft.com/office/drawing/2014/main" id="{4C4E3704-0282-421F-BA62-C1A7E0B072EA}"/>
              </a:ext>
            </a:extLst>
          </p:cNvPr>
          <p:cNvSpPr>
            <a:spLocks noGrp="1"/>
          </p:cNvSpPr>
          <p:nvPr>
            <p:ph sz="quarter" idx="13" hasCustomPrompt="1"/>
          </p:nvPr>
        </p:nvSpPr>
        <p:spPr>
          <a:xfrm>
            <a:off x="838200" y="1619250"/>
            <a:ext cx="10515600" cy="4848225"/>
          </a:xfrm>
        </p:spPr>
        <p:txBody>
          <a:bodyPr/>
          <a:lstStyle>
            <a:lvl1pPr>
              <a:defRPr/>
            </a:lvl1pPr>
          </a:lstStyle>
          <a:p>
            <a:pPr lvl="0"/>
            <a:r>
              <a:rPr lang="en-US" dirty="0"/>
              <a:t>Click to add content</a:t>
            </a:r>
          </a:p>
        </p:txBody>
      </p:sp>
    </p:spTree>
    <p:extLst>
      <p:ext uri="{BB962C8B-B14F-4D97-AF65-F5344CB8AC3E}">
        <p14:creationId xmlns:p14="http://schemas.microsoft.com/office/powerpoint/2010/main" val="652577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2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8B16675-8FAE-4CCE-870E-B08D5FEC094C}"/>
              </a:ext>
              <a:ext uri="{C183D7F6-B498-43B3-948B-1728B52AA6E4}">
                <adec:decorative xmlns:adec="http://schemas.microsoft.com/office/drawing/2017/decorative" val="1"/>
              </a:ext>
            </a:extLst>
          </p:cNvPr>
          <p:cNvSpPr/>
          <p:nvPr userDrawn="1"/>
        </p:nvSpPr>
        <p:spPr>
          <a:xfrm>
            <a:off x="0" y="914399"/>
            <a:ext cx="12192000" cy="5305425"/>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0" name="Rectangle 9">
            <a:extLst>
              <a:ext uri="{FF2B5EF4-FFF2-40B4-BE49-F238E27FC236}">
                <a16:creationId xmlns:a16="http://schemas.microsoft.com/office/drawing/2014/main" id="{F2B58518-7725-4310-9D89-9253D668F98E}"/>
              </a:ext>
              <a:ext uri="{C183D7F6-B498-43B3-948B-1728B52AA6E4}">
                <adec:decorative xmlns:adec="http://schemas.microsoft.com/office/drawing/2017/decorative" val="1"/>
              </a:ext>
            </a:extLst>
          </p:cNvPr>
          <p:cNvSpPr/>
          <p:nvPr userDrawn="1"/>
        </p:nvSpPr>
        <p:spPr>
          <a:xfrm>
            <a:off x="0" y="0"/>
            <a:ext cx="12192000"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1" name="Title 1">
            <a:extLst>
              <a:ext uri="{FF2B5EF4-FFF2-40B4-BE49-F238E27FC236}">
                <a16:creationId xmlns:a16="http://schemas.microsoft.com/office/drawing/2014/main" id="{4955907E-5B49-47DA-BB56-B83884842AF5}"/>
              </a:ext>
            </a:extLst>
          </p:cNvPr>
          <p:cNvSpPr>
            <a:spLocks noGrp="1"/>
          </p:cNvSpPr>
          <p:nvPr>
            <p:ph type="title"/>
          </p:nvPr>
        </p:nvSpPr>
        <p:spPr>
          <a:xfrm>
            <a:off x="539711" y="222436"/>
            <a:ext cx="5058209" cy="673405"/>
          </a:xfrm>
        </p:spPr>
        <p:txBody>
          <a:bodyPr>
            <a:normAutofit/>
          </a:bodyPr>
          <a:lstStyle>
            <a:lvl1pPr>
              <a:defRPr spc="150" baseline="0">
                <a:solidFill>
                  <a:schemeClr val="bg1"/>
                </a:solidFill>
              </a:defRPr>
            </a:lvl1pPr>
          </a:lstStyle>
          <a:p>
            <a:pPr>
              <a:lnSpc>
                <a:spcPct val="120000"/>
              </a:lnSpc>
            </a:pPr>
            <a:r>
              <a:rPr lang="en-US"/>
              <a:t>Click to edit Master title style</a:t>
            </a:r>
            <a:endParaRPr lang="en-US" dirty="0"/>
          </a:p>
        </p:txBody>
      </p:sp>
      <p:sp>
        <p:nvSpPr>
          <p:cNvPr id="18" name="Content Placeholder 2">
            <a:extLst>
              <a:ext uri="{FF2B5EF4-FFF2-40B4-BE49-F238E27FC236}">
                <a16:creationId xmlns:a16="http://schemas.microsoft.com/office/drawing/2014/main" id="{451961C9-4342-4735-9F69-30FC4EE60D8C}"/>
              </a:ext>
            </a:extLst>
          </p:cNvPr>
          <p:cNvSpPr>
            <a:spLocks noGrp="1"/>
          </p:cNvSpPr>
          <p:nvPr>
            <p:ph idx="14" hasCustomPrompt="1"/>
          </p:nvPr>
        </p:nvSpPr>
        <p:spPr>
          <a:xfrm>
            <a:off x="1010884" y="1481580"/>
            <a:ext cx="4727735" cy="465155"/>
          </a:xfrm>
        </p:spPr>
        <p:txBody>
          <a:bodyPr anchor="t">
            <a:noAutofit/>
          </a:bodyPr>
          <a:lstStyle>
            <a:lvl1pPr>
              <a:buFont typeface="Arial" panose="020B0604020202020204" pitchFamily="34" charset="0"/>
              <a:buNone/>
              <a:defRPr sz="2000" b="1" spc="150" baseline="0">
                <a:solidFill>
                  <a:schemeClr val="accent2">
                    <a:lumMod val="75000"/>
                  </a:schemeClr>
                </a:solidFill>
              </a:defRPr>
            </a:lvl1pPr>
          </a:lstStyle>
          <a:p>
            <a:r>
              <a:rPr lang="en-US" dirty="0"/>
              <a:t>Click to add subtitle</a:t>
            </a:r>
          </a:p>
        </p:txBody>
      </p:sp>
      <p:sp>
        <p:nvSpPr>
          <p:cNvPr id="16" name="Content Placeholder 2">
            <a:extLst>
              <a:ext uri="{FF2B5EF4-FFF2-40B4-BE49-F238E27FC236}">
                <a16:creationId xmlns:a16="http://schemas.microsoft.com/office/drawing/2014/main" id="{3A75FE27-57B7-4D26-BF6D-E63BF9CB1350}"/>
              </a:ext>
            </a:extLst>
          </p:cNvPr>
          <p:cNvSpPr>
            <a:spLocks noGrp="1"/>
          </p:cNvSpPr>
          <p:nvPr>
            <p:ph idx="1" hasCustomPrompt="1"/>
          </p:nvPr>
        </p:nvSpPr>
        <p:spPr>
          <a:xfrm>
            <a:off x="1010884" y="2069955"/>
            <a:ext cx="4727735" cy="3873646"/>
          </a:xfrm>
        </p:spPr>
        <p:txBody>
          <a:bodyPr anchor="t">
            <a:normAutofit/>
          </a:bodyPr>
          <a:lstStyle>
            <a:lvl1pPr marL="285750" indent="-285750">
              <a:buFont typeface="Arial" panose="020B0604020202020204" pitchFamily="34" charset="0"/>
              <a:buChar char="•"/>
              <a:defRPr sz="1500" b="1" spc="150" baseline="0"/>
            </a:lvl1pPr>
          </a:lstStyle>
          <a:p>
            <a:r>
              <a:rPr lang="en-US" dirty="0"/>
              <a:t> Click to add text</a:t>
            </a:r>
          </a:p>
        </p:txBody>
      </p:sp>
      <p:sp>
        <p:nvSpPr>
          <p:cNvPr id="19" name="Content Placeholder 2">
            <a:extLst>
              <a:ext uri="{FF2B5EF4-FFF2-40B4-BE49-F238E27FC236}">
                <a16:creationId xmlns:a16="http://schemas.microsoft.com/office/drawing/2014/main" id="{9516EBD4-3BCF-4167-9401-08DF67EF59CC}"/>
              </a:ext>
            </a:extLst>
          </p:cNvPr>
          <p:cNvSpPr>
            <a:spLocks noGrp="1"/>
          </p:cNvSpPr>
          <p:nvPr>
            <p:ph idx="15" hasCustomPrompt="1"/>
          </p:nvPr>
        </p:nvSpPr>
        <p:spPr>
          <a:xfrm>
            <a:off x="6457949" y="1481579"/>
            <a:ext cx="4727735" cy="465155"/>
          </a:xfrm>
        </p:spPr>
        <p:txBody>
          <a:bodyPr anchor="t">
            <a:noAutofit/>
          </a:bodyPr>
          <a:lstStyle>
            <a:lvl1pPr>
              <a:buFont typeface="Arial" panose="020B0604020202020204" pitchFamily="34" charset="0"/>
              <a:buNone/>
              <a:defRPr sz="2000" b="1" spc="150" baseline="0">
                <a:solidFill>
                  <a:schemeClr val="accent2">
                    <a:lumMod val="75000"/>
                  </a:schemeClr>
                </a:solidFill>
              </a:defRPr>
            </a:lvl1pPr>
          </a:lstStyle>
          <a:p>
            <a:r>
              <a:rPr lang="en-US" dirty="0"/>
              <a:t>Click to add subtitle</a:t>
            </a:r>
          </a:p>
        </p:txBody>
      </p:sp>
      <p:sp>
        <p:nvSpPr>
          <p:cNvPr id="17" name="Content Placeholder 2">
            <a:extLst>
              <a:ext uri="{FF2B5EF4-FFF2-40B4-BE49-F238E27FC236}">
                <a16:creationId xmlns:a16="http://schemas.microsoft.com/office/drawing/2014/main" id="{85A32EF6-47B8-4B22-99CB-D1B4F6B4B62E}"/>
              </a:ext>
            </a:extLst>
          </p:cNvPr>
          <p:cNvSpPr>
            <a:spLocks noGrp="1"/>
          </p:cNvSpPr>
          <p:nvPr>
            <p:ph idx="13" hasCustomPrompt="1"/>
          </p:nvPr>
        </p:nvSpPr>
        <p:spPr>
          <a:xfrm>
            <a:off x="6457949" y="2069955"/>
            <a:ext cx="4727735" cy="3873646"/>
          </a:xfrm>
        </p:spPr>
        <p:txBody>
          <a:bodyPr anchor="t">
            <a:normAutofit/>
          </a:bodyPr>
          <a:lstStyle>
            <a:lvl1pPr marL="285750" indent="-285750">
              <a:buFont typeface="Arial" panose="020B0604020202020204" pitchFamily="34" charset="0"/>
              <a:buChar char="•"/>
              <a:defRPr sz="1500" b="1" spc="150" baseline="0"/>
            </a:lvl1pPr>
          </a:lstStyle>
          <a:p>
            <a:r>
              <a:rPr lang="en-US" dirty="0"/>
              <a:t> Click to add text</a:t>
            </a:r>
          </a:p>
        </p:txBody>
      </p:sp>
      <p:sp>
        <p:nvSpPr>
          <p:cNvPr id="13" name="Footer Placeholder 14">
            <a:extLst>
              <a:ext uri="{FF2B5EF4-FFF2-40B4-BE49-F238E27FC236}">
                <a16:creationId xmlns:a16="http://schemas.microsoft.com/office/drawing/2014/main" id="{8D02CE16-361C-4C84-A178-402C2D4AF9C0}"/>
              </a:ext>
            </a:extLst>
          </p:cNvPr>
          <p:cNvSpPr>
            <a:spLocks noGrp="1"/>
          </p:cNvSpPr>
          <p:nvPr>
            <p:ph type="ftr" sz="quarter" idx="11"/>
          </p:nvPr>
        </p:nvSpPr>
        <p:spPr>
          <a:xfrm>
            <a:off x="639413" y="6356350"/>
            <a:ext cx="6291108" cy="365125"/>
          </a:xfrm>
        </p:spPr>
        <p:txBody>
          <a:bodyPr/>
          <a:lstStyle>
            <a:lvl1pPr>
              <a:defRPr>
                <a:solidFill>
                  <a:schemeClr val="tx1"/>
                </a:solidFill>
                <a:effectLst/>
              </a:defRPr>
            </a:lvl1pPr>
          </a:lstStyle>
          <a:p>
            <a:r>
              <a:rPr lang="en-US" dirty="0"/>
              <a:t>Presentation title</a:t>
            </a:r>
          </a:p>
        </p:txBody>
      </p:sp>
      <p:sp>
        <p:nvSpPr>
          <p:cNvPr id="14" name="Date Placeholder 13">
            <a:extLst>
              <a:ext uri="{FF2B5EF4-FFF2-40B4-BE49-F238E27FC236}">
                <a16:creationId xmlns:a16="http://schemas.microsoft.com/office/drawing/2014/main" id="{42B21E92-5123-45B3-999F-EA0512A26ABC}"/>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5" name="Slide Number Placeholder 15">
            <a:extLst>
              <a:ext uri="{FF2B5EF4-FFF2-40B4-BE49-F238E27FC236}">
                <a16:creationId xmlns:a16="http://schemas.microsoft.com/office/drawing/2014/main" id="{F5EF3406-552A-4C2E-A1B4-D3EAD5D1FF11}"/>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Tree>
    <p:extLst>
      <p:ext uri="{BB962C8B-B14F-4D97-AF65-F5344CB8AC3E}">
        <p14:creationId xmlns:p14="http://schemas.microsoft.com/office/powerpoint/2010/main" val="1605224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3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B9BB029-1123-4E6E-8996-6F9666150A92}"/>
              </a:ext>
              <a:ext uri="{C183D7F6-B498-43B3-948B-1728B52AA6E4}">
                <adec:decorative xmlns:adec="http://schemas.microsoft.com/office/drawing/2017/decorative" val="1"/>
              </a:ext>
            </a:extLst>
          </p:cNvPr>
          <p:cNvSpPr/>
          <p:nvPr userDrawn="1"/>
        </p:nvSpPr>
        <p:spPr>
          <a:xfrm>
            <a:off x="0" y="914399"/>
            <a:ext cx="12192000" cy="5305425"/>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9" name="Rectangle 8">
            <a:extLst>
              <a:ext uri="{FF2B5EF4-FFF2-40B4-BE49-F238E27FC236}">
                <a16:creationId xmlns:a16="http://schemas.microsoft.com/office/drawing/2014/main" id="{992AA1BD-C769-474A-A258-6051FAABD231}"/>
              </a:ext>
              <a:ext uri="{C183D7F6-B498-43B3-948B-1728B52AA6E4}">
                <adec:decorative xmlns:adec="http://schemas.microsoft.com/office/drawing/2017/decorative" val="1"/>
              </a:ext>
            </a:extLst>
          </p:cNvPr>
          <p:cNvSpPr/>
          <p:nvPr userDrawn="1"/>
        </p:nvSpPr>
        <p:spPr>
          <a:xfrm>
            <a:off x="0" y="0"/>
            <a:ext cx="12192000"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0" name="Title 1">
            <a:extLst>
              <a:ext uri="{FF2B5EF4-FFF2-40B4-BE49-F238E27FC236}">
                <a16:creationId xmlns:a16="http://schemas.microsoft.com/office/drawing/2014/main" id="{EC21E751-E5D0-431E-BDB3-E8D22FCF7369}"/>
              </a:ext>
            </a:extLst>
          </p:cNvPr>
          <p:cNvSpPr>
            <a:spLocks noGrp="1"/>
          </p:cNvSpPr>
          <p:nvPr>
            <p:ph type="title"/>
          </p:nvPr>
        </p:nvSpPr>
        <p:spPr>
          <a:xfrm>
            <a:off x="539711" y="222436"/>
            <a:ext cx="5058209" cy="673405"/>
          </a:xfrm>
        </p:spPr>
        <p:txBody>
          <a:bodyPr>
            <a:normAutofit/>
          </a:bodyPr>
          <a:lstStyle>
            <a:lvl1pPr>
              <a:defRPr>
                <a:solidFill>
                  <a:schemeClr val="bg1"/>
                </a:solidFill>
              </a:defRPr>
            </a:lvl1pPr>
          </a:lstStyle>
          <a:p>
            <a:pPr>
              <a:lnSpc>
                <a:spcPct val="120000"/>
              </a:lnSpc>
            </a:pPr>
            <a:r>
              <a:rPr lang="en-US"/>
              <a:t>Click to edit Master title style</a:t>
            </a:r>
            <a:endParaRPr lang="en-US" dirty="0"/>
          </a:p>
        </p:txBody>
      </p:sp>
      <p:sp>
        <p:nvSpPr>
          <p:cNvPr id="19" name="Content Placeholder 2">
            <a:extLst>
              <a:ext uri="{FF2B5EF4-FFF2-40B4-BE49-F238E27FC236}">
                <a16:creationId xmlns:a16="http://schemas.microsoft.com/office/drawing/2014/main" id="{1307227E-0323-4608-B721-487D3010A5D3}"/>
              </a:ext>
            </a:extLst>
          </p:cNvPr>
          <p:cNvSpPr>
            <a:spLocks noGrp="1"/>
          </p:cNvSpPr>
          <p:nvPr>
            <p:ph idx="14" hasCustomPrompt="1"/>
          </p:nvPr>
        </p:nvSpPr>
        <p:spPr>
          <a:xfrm>
            <a:off x="648935" y="1472055"/>
            <a:ext cx="3519028" cy="465155"/>
          </a:xfrm>
        </p:spPr>
        <p:txBody>
          <a:bodyPr anchor="t">
            <a:noAutofit/>
          </a:bodyPr>
          <a:lstStyle>
            <a:lvl1pPr>
              <a:buFont typeface="Arial" panose="020B0604020202020204" pitchFamily="34" charset="0"/>
              <a:buNone/>
              <a:defRPr sz="2000" b="1">
                <a:solidFill>
                  <a:schemeClr val="accent2">
                    <a:lumMod val="75000"/>
                  </a:schemeClr>
                </a:solidFill>
              </a:defRPr>
            </a:lvl1pPr>
          </a:lstStyle>
          <a:p>
            <a:r>
              <a:rPr lang="en-US" dirty="0"/>
              <a:t>Click to add subtitle</a:t>
            </a:r>
          </a:p>
        </p:txBody>
      </p:sp>
      <p:sp>
        <p:nvSpPr>
          <p:cNvPr id="18" name="Content Placeholder 2">
            <a:extLst>
              <a:ext uri="{FF2B5EF4-FFF2-40B4-BE49-F238E27FC236}">
                <a16:creationId xmlns:a16="http://schemas.microsoft.com/office/drawing/2014/main" id="{1A073925-D167-4366-8AF4-3DBCD83A89DB}"/>
              </a:ext>
            </a:extLst>
          </p:cNvPr>
          <p:cNvSpPr>
            <a:spLocks noGrp="1"/>
          </p:cNvSpPr>
          <p:nvPr>
            <p:ph idx="1" hasCustomPrompt="1"/>
          </p:nvPr>
        </p:nvSpPr>
        <p:spPr>
          <a:xfrm>
            <a:off x="648935" y="2057605"/>
            <a:ext cx="3519028" cy="3885996"/>
          </a:xfrm>
        </p:spPr>
        <p:txBody>
          <a:bodyPr anchor="t">
            <a:normAutofit/>
          </a:bodyPr>
          <a:lstStyle>
            <a:lvl1pPr marL="285750" indent="-285750">
              <a:buFont typeface="Arial" panose="020B0604020202020204" pitchFamily="34" charset="0"/>
              <a:buChar char="•"/>
              <a:defRPr sz="1500" b="1" spc="150" baseline="0"/>
            </a:lvl1pPr>
          </a:lstStyle>
          <a:p>
            <a:r>
              <a:rPr lang="en-US" dirty="0"/>
              <a:t> Click to add text</a:t>
            </a:r>
          </a:p>
        </p:txBody>
      </p:sp>
      <p:sp>
        <p:nvSpPr>
          <p:cNvPr id="23" name="Content Placeholder 2">
            <a:extLst>
              <a:ext uri="{FF2B5EF4-FFF2-40B4-BE49-F238E27FC236}">
                <a16:creationId xmlns:a16="http://schemas.microsoft.com/office/drawing/2014/main" id="{9A778932-CE6D-42D3-9C40-80AD4D7F4671}"/>
              </a:ext>
            </a:extLst>
          </p:cNvPr>
          <p:cNvSpPr>
            <a:spLocks noGrp="1"/>
          </p:cNvSpPr>
          <p:nvPr>
            <p:ph idx="18" hasCustomPrompt="1"/>
          </p:nvPr>
        </p:nvSpPr>
        <p:spPr>
          <a:xfrm>
            <a:off x="4336486" y="1466406"/>
            <a:ext cx="3519028" cy="465155"/>
          </a:xfrm>
        </p:spPr>
        <p:txBody>
          <a:bodyPr anchor="t">
            <a:noAutofit/>
          </a:bodyPr>
          <a:lstStyle>
            <a:lvl1pPr>
              <a:buFont typeface="Arial" panose="020B0604020202020204" pitchFamily="34" charset="0"/>
              <a:buNone/>
              <a:defRPr sz="2000" b="1">
                <a:solidFill>
                  <a:schemeClr val="accent2">
                    <a:lumMod val="75000"/>
                  </a:schemeClr>
                </a:solidFill>
              </a:defRPr>
            </a:lvl1pPr>
          </a:lstStyle>
          <a:p>
            <a:r>
              <a:rPr lang="en-US" dirty="0"/>
              <a:t>Click to add subtitle</a:t>
            </a:r>
          </a:p>
        </p:txBody>
      </p:sp>
      <p:sp>
        <p:nvSpPr>
          <p:cNvPr id="22" name="Content Placeholder 2">
            <a:extLst>
              <a:ext uri="{FF2B5EF4-FFF2-40B4-BE49-F238E27FC236}">
                <a16:creationId xmlns:a16="http://schemas.microsoft.com/office/drawing/2014/main" id="{2FCF78AB-4697-4170-B73C-39E8D202A8F4}"/>
              </a:ext>
            </a:extLst>
          </p:cNvPr>
          <p:cNvSpPr>
            <a:spLocks noGrp="1"/>
          </p:cNvSpPr>
          <p:nvPr>
            <p:ph idx="17" hasCustomPrompt="1"/>
          </p:nvPr>
        </p:nvSpPr>
        <p:spPr>
          <a:xfrm>
            <a:off x="4336486" y="2057605"/>
            <a:ext cx="3519028" cy="3885996"/>
          </a:xfrm>
        </p:spPr>
        <p:txBody>
          <a:bodyPr anchor="t">
            <a:normAutofit/>
          </a:bodyPr>
          <a:lstStyle>
            <a:lvl1pPr marL="285750" indent="-285750">
              <a:buFont typeface="Arial" panose="020B0604020202020204" pitchFamily="34" charset="0"/>
              <a:buChar char="•"/>
              <a:defRPr sz="1500" b="1" spc="150" baseline="0"/>
            </a:lvl1pPr>
          </a:lstStyle>
          <a:p>
            <a:r>
              <a:rPr lang="en-US" dirty="0"/>
              <a:t> Click to add text</a:t>
            </a:r>
          </a:p>
        </p:txBody>
      </p:sp>
      <p:sp>
        <p:nvSpPr>
          <p:cNvPr id="21" name="Content Placeholder 2">
            <a:extLst>
              <a:ext uri="{FF2B5EF4-FFF2-40B4-BE49-F238E27FC236}">
                <a16:creationId xmlns:a16="http://schemas.microsoft.com/office/drawing/2014/main" id="{5BBD3120-B5E0-433B-BB1E-BCEFD93EEE5A}"/>
              </a:ext>
            </a:extLst>
          </p:cNvPr>
          <p:cNvSpPr>
            <a:spLocks noGrp="1"/>
          </p:cNvSpPr>
          <p:nvPr>
            <p:ph idx="16" hasCustomPrompt="1"/>
          </p:nvPr>
        </p:nvSpPr>
        <p:spPr>
          <a:xfrm>
            <a:off x="8024037" y="1472055"/>
            <a:ext cx="3519028" cy="465155"/>
          </a:xfrm>
        </p:spPr>
        <p:txBody>
          <a:bodyPr anchor="t">
            <a:noAutofit/>
          </a:bodyPr>
          <a:lstStyle>
            <a:lvl1pPr>
              <a:buFont typeface="Arial" panose="020B0604020202020204" pitchFamily="34" charset="0"/>
              <a:buNone/>
              <a:defRPr sz="2000" b="1">
                <a:solidFill>
                  <a:schemeClr val="accent2">
                    <a:lumMod val="75000"/>
                  </a:schemeClr>
                </a:solidFill>
              </a:defRPr>
            </a:lvl1pPr>
          </a:lstStyle>
          <a:p>
            <a:r>
              <a:rPr lang="en-US" dirty="0"/>
              <a:t>Click to add subtitle</a:t>
            </a:r>
          </a:p>
        </p:txBody>
      </p:sp>
      <p:sp>
        <p:nvSpPr>
          <p:cNvPr id="20" name="Content Placeholder 2">
            <a:extLst>
              <a:ext uri="{FF2B5EF4-FFF2-40B4-BE49-F238E27FC236}">
                <a16:creationId xmlns:a16="http://schemas.microsoft.com/office/drawing/2014/main" id="{E8EBEB77-9309-408B-BF35-68D07856A90F}"/>
              </a:ext>
            </a:extLst>
          </p:cNvPr>
          <p:cNvSpPr>
            <a:spLocks noGrp="1"/>
          </p:cNvSpPr>
          <p:nvPr>
            <p:ph idx="15" hasCustomPrompt="1"/>
          </p:nvPr>
        </p:nvSpPr>
        <p:spPr>
          <a:xfrm>
            <a:off x="8024037" y="2057605"/>
            <a:ext cx="3519028" cy="3885996"/>
          </a:xfrm>
        </p:spPr>
        <p:txBody>
          <a:bodyPr anchor="t">
            <a:normAutofit/>
          </a:bodyPr>
          <a:lstStyle>
            <a:lvl1pPr marL="285750" indent="-285750">
              <a:buFont typeface="Arial" panose="020B0604020202020204" pitchFamily="34" charset="0"/>
              <a:buChar char="•"/>
              <a:defRPr sz="1500" b="1" spc="150" baseline="0"/>
            </a:lvl1pPr>
          </a:lstStyle>
          <a:p>
            <a:r>
              <a:rPr lang="en-US" dirty="0"/>
              <a:t> Click to add text</a:t>
            </a:r>
          </a:p>
        </p:txBody>
      </p:sp>
      <p:sp>
        <p:nvSpPr>
          <p:cNvPr id="11" name="Footer Placeholder 14">
            <a:extLst>
              <a:ext uri="{FF2B5EF4-FFF2-40B4-BE49-F238E27FC236}">
                <a16:creationId xmlns:a16="http://schemas.microsoft.com/office/drawing/2014/main" id="{7B260FE5-7B07-4149-85C7-9CD9D4E7016C}"/>
              </a:ext>
            </a:extLst>
          </p:cNvPr>
          <p:cNvSpPr>
            <a:spLocks noGrp="1"/>
          </p:cNvSpPr>
          <p:nvPr>
            <p:ph type="ftr" sz="quarter" idx="11"/>
          </p:nvPr>
        </p:nvSpPr>
        <p:spPr>
          <a:xfrm>
            <a:off x="639413" y="6356350"/>
            <a:ext cx="6291108" cy="365125"/>
          </a:xfrm>
        </p:spPr>
        <p:txBody>
          <a:bodyPr/>
          <a:lstStyle>
            <a:lvl1pPr>
              <a:defRPr>
                <a:solidFill>
                  <a:schemeClr val="tx1"/>
                </a:solidFill>
                <a:effectLst/>
              </a:defRPr>
            </a:lvl1pPr>
          </a:lstStyle>
          <a:p>
            <a:r>
              <a:rPr lang="en-US" dirty="0"/>
              <a:t>Presentation title</a:t>
            </a:r>
          </a:p>
        </p:txBody>
      </p:sp>
      <p:sp>
        <p:nvSpPr>
          <p:cNvPr id="12" name="Date Placeholder 13">
            <a:extLst>
              <a:ext uri="{FF2B5EF4-FFF2-40B4-BE49-F238E27FC236}">
                <a16:creationId xmlns:a16="http://schemas.microsoft.com/office/drawing/2014/main" id="{217A5FBA-27B4-461A-BE9C-34E1390DE85B}"/>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3" name="Slide Number Placeholder 15">
            <a:extLst>
              <a:ext uri="{FF2B5EF4-FFF2-40B4-BE49-F238E27FC236}">
                <a16:creationId xmlns:a16="http://schemas.microsoft.com/office/drawing/2014/main" id="{DDC42D1B-76B7-44EC-B6FD-6D0C6565A240}"/>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Tree>
    <p:extLst>
      <p:ext uri="{BB962C8B-B14F-4D97-AF65-F5344CB8AC3E}">
        <p14:creationId xmlns:p14="http://schemas.microsoft.com/office/powerpoint/2010/main" val="2129529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ummar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0CCEB0E-12E7-488A-A219-2ABDE6870762}"/>
              </a:ext>
              <a:ext uri="{C183D7F6-B498-43B3-948B-1728B52AA6E4}">
                <adec:decorative xmlns:adec="http://schemas.microsoft.com/office/drawing/2017/decorative" val="1"/>
              </a:ext>
            </a:extLst>
          </p:cNvPr>
          <p:cNvSpPr/>
          <p:nvPr userDrawn="1"/>
        </p:nvSpPr>
        <p:spPr>
          <a:xfrm>
            <a:off x="0" y="0"/>
            <a:ext cx="12192000" cy="986306"/>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0" name="Title 1">
            <a:extLst>
              <a:ext uri="{FF2B5EF4-FFF2-40B4-BE49-F238E27FC236}">
                <a16:creationId xmlns:a16="http://schemas.microsoft.com/office/drawing/2014/main" id="{F67202C9-94B9-46C7-8ADD-2C7E6DE6E40E}"/>
              </a:ext>
            </a:extLst>
          </p:cNvPr>
          <p:cNvSpPr>
            <a:spLocks noGrp="1"/>
          </p:cNvSpPr>
          <p:nvPr>
            <p:ph type="title"/>
          </p:nvPr>
        </p:nvSpPr>
        <p:spPr>
          <a:xfrm>
            <a:off x="347332" y="278342"/>
            <a:ext cx="7777823" cy="986304"/>
          </a:xfrm>
          <a:solidFill>
            <a:schemeClr val="bg2">
              <a:lumMod val="75000"/>
            </a:schemeClr>
          </a:solidFill>
        </p:spPr>
        <p:txBody>
          <a:bodyPr tIns="274320"/>
          <a:lstStyle>
            <a:lvl1pPr marL="274320">
              <a:defRPr/>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85EAC607-595F-4F95-88EB-0BEA170D4310}"/>
              </a:ext>
            </a:extLst>
          </p:cNvPr>
          <p:cNvSpPr>
            <a:spLocks noGrp="1"/>
          </p:cNvSpPr>
          <p:nvPr>
            <p:ph idx="1"/>
          </p:nvPr>
        </p:nvSpPr>
        <p:spPr>
          <a:xfrm>
            <a:off x="639412" y="1653479"/>
            <a:ext cx="6291107" cy="4537348"/>
          </a:xfrm>
        </p:spPr>
        <p:txBody>
          <a:bodyPr/>
          <a:lstStyle/>
          <a:p>
            <a:pPr lvl="0"/>
            <a:r>
              <a:rPr lang="en-US"/>
              <a:t>Click to edit Master text styles</a:t>
            </a:r>
          </a:p>
        </p:txBody>
      </p:sp>
      <p:sp>
        <p:nvSpPr>
          <p:cNvPr id="13" name="Footer Placeholder 5">
            <a:extLst>
              <a:ext uri="{FF2B5EF4-FFF2-40B4-BE49-F238E27FC236}">
                <a16:creationId xmlns:a16="http://schemas.microsoft.com/office/drawing/2014/main" id="{B7789921-321D-4251-A0D9-9708843C1E14}"/>
              </a:ext>
            </a:extLst>
          </p:cNvPr>
          <p:cNvSpPr>
            <a:spLocks noGrp="1"/>
          </p:cNvSpPr>
          <p:nvPr>
            <p:ph type="ftr" sz="quarter" idx="11"/>
          </p:nvPr>
        </p:nvSpPr>
        <p:spPr>
          <a:xfrm>
            <a:off x="639413" y="6356350"/>
            <a:ext cx="629110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rPr>
              <a:t>Presentation title</a:t>
            </a:r>
          </a:p>
        </p:txBody>
      </p:sp>
      <p:sp>
        <p:nvSpPr>
          <p:cNvPr id="21" name="Picture Placeholder 17">
            <a:extLst>
              <a:ext uri="{FF2B5EF4-FFF2-40B4-BE49-F238E27FC236}">
                <a16:creationId xmlns:a16="http://schemas.microsoft.com/office/drawing/2014/main" id="{FCC9F84A-3951-4EFD-AEBD-C6D89E464276}"/>
              </a:ext>
            </a:extLst>
          </p:cNvPr>
          <p:cNvSpPr>
            <a:spLocks noGrp="1"/>
          </p:cNvSpPr>
          <p:nvPr>
            <p:ph type="pic" sz="quarter" idx="13" hasCustomPrompt="1"/>
          </p:nvPr>
        </p:nvSpPr>
        <p:spPr>
          <a:xfrm>
            <a:off x="7526867" y="0"/>
            <a:ext cx="4665133" cy="2222500"/>
          </a:xfrm>
          <a:custGeom>
            <a:avLst/>
            <a:gdLst>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0 h 2222500"/>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254000 h 2222500"/>
              <a:gd name="connsiteX5" fmla="*/ 0 w 4665133"/>
              <a:gd name="connsiteY5" fmla="*/ 0 h 2222500"/>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1270000 h 2222500"/>
              <a:gd name="connsiteX5" fmla="*/ 0 w 4665133"/>
              <a:gd name="connsiteY5" fmla="*/ 254000 h 2222500"/>
              <a:gd name="connsiteX6" fmla="*/ 0 w 4665133"/>
              <a:gd name="connsiteY6" fmla="*/ 0 h 2222500"/>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1270000 h 2222500"/>
              <a:gd name="connsiteX5" fmla="*/ 0 w 4665133"/>
              <a:gd name="connsiteY5" fmla="*/ 567267 h 2222500"/>
              <a:gd name="connsiteX6" fmla="*/ 0 w 4665133"/>
              <a:gd name="connsiteY6" fmla="*/ 254000 h 2222500"/>
              <a:gd name="connsiteX7" fmla="*/ 0 w 4665133"/>
              <a:gd name="connsiteY7" fmla="*/ 0 h 2222500"/>
              <a:gd name="connsiteX0" fmla="*/ 8467 w 4673600"/>
              <a:gd name="connsiteY0" fmla="*/ 0 h 2222500"/>
              <a:gd name="connsiteX1" fmla="*/ 4673600 w 4673600"/>
              <a:gd name="connsiteY1" fmla="*/ 0 h 2222500"/>
              <a:gd name="connsiteX2" fmla="*/ 4673600 w 4673600"/>
              <a:gd name="connsiteY2" fmla="*/ 2222500 h 2222500"/>
              <a:gd name="connsiteX3" fmla="*/ 8467 w 4673600"/>
              <a:gd name="connsiteY3" fmla="*/ 2222500 h 2222500"/>
              <a:gd name="connsiteX4" fmla="*/ 8467 w 4673600"/>
              <a:gd name="connsiteY4" fmla="*/ 1270000 h 2222500"/>
              <a:gd name="connsiteX5" fmla="*/ 0 w 4673600"/>
              <a:gd name="connsiteY5" fmla="*/ 973667 h 2222500"/>
              <a:gd name="connsiteX6" fmla="*/ 8467 w 4673600"/>
              <a:gd name="connsiteY6" fmla="*/ 567267 h 2222500"/>
              <a:gd name="connsiteX7" fmla="*/ 8467 w 4673600"/>
              <a:gd name="connsiteY7" fmla="*/ 254000 h 2222500"/>
              <a:gd name="connsiteX8" fmla="*/ 8467 w 4673600"/>
              <a:gd name="connsiteY8" fmla="*/ 0 h 2222500"/>
              <a:gd name="connsiteX0" fmla="*/ 8467 w 4673600"/>
              <a:gd name="connsiteY0" fmla="*/ 0 h 2222500"/>
              <a:gd name="connsiteX1" fmla="*/ 4673600 w 4673600"/>
              <a:gd name="connsiteY1" fmla="*/ 0 h 2222500"/>
              <a:gd name="connsiteX2" fmla="*/ 4673600 w 4673600"/>
              <a:gd name="connsiteY2" fmla="*/ 2222500 h 2222500"/>
              <a:gd name="connsiteX3" fmla="*/ 8467 w 4673600"/>
              <a:gd name="connsiteY3" fmla="*/ 2222500 h 2222500"/>
              <a:gd name="connsiteX4" fmla="*/ 8467 w 4673600"/>
              <a:gd name="connsiteY4" fmla="*/ 1270000 h 2222500"/>
              <a:gd name="connsiteX5" fmla="*/ 0 w 4673600"/>
              <a:gd name="connsiteY5" fmla="*/ 973667 h 2222500"/>
              <a:gd name="connsiteX6" fmla="*/ 618067 w 4673600"/>
              <a:gd name="connsiteY6" fmla="*/ 270934 h 2222500"/>
              <a:gd name="connsiteX7" fmla="*/ 8467 w 4673600"/>
              <a:gd name="connsiteY7" fmla="*/ 254000 h 2222500"/>
              <a:gd name="connsiteX8" fmla="*/ 8467 w 4673600"/>
              <a:gd name="connsiteY8" fmla="*/ 0 h 2222500"/>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1270000 h 2222500"/>
              <a:gd name="connsiteX5" fmla="*/ 601133 w 4665133"/>
              <a:gd name="connsiteY5" fmla="*/ 1261534 h 2222500"/>
              <a:gd name="connsiteX6" fmla="*/ 609600 w 4665133"/>
              <a:gd name="connsiteY6" fmla="*/ 270934 h 2222500"/>
              <a:gd name="connsiteX7" fmla="*/ 0 w 4665133"/>
              <a:gd name="connsiteY7" fmla="*/ 254000 h 2222500"/>
              <a:gd name="connsiteX8" fmla="*/ 0 w 4665133"/>
              <a:gd name="connsiteY8" fmla="*/ 0 h 2222500"/>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1261533 h 2222500"/>
              <a:gd name="connsiteX5" fmla="*/ 601133 w 4665133"/>
              <a:gd name="connsiteY5" fmla="*/ 1261534 h 2222500"/>
              <a:gd name="connsiteX6" fmla="*/ 609600 w 4665133"/>
              <a:gd name="connsiteY6" fmla="*/ 270934 h 2222500"/>
              <a:gd name="connsiteX7" fmla="*/ 0 w 4665133"/>
              <a:gd name="connsiteY7" fmla="*/ 254000 h 2222500"/>
              <a:gd name="connsiteX8" fmla="*/ 0 w 4665133"/>
              <a:gd name="connsiteY8" fmla="*/ 0 h 2222500"/>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1261533 h 2222500"/>
              <a:gd name="connsiteX5" fmla="*/ 601133 w 4665133"/>
              <a:gd name="connsiteY5" fmla="*/ 1261534 h 2222500"/>
              <a:gd name="connsiteX6" fmla="*/ 609600 w 4665133"/>
              <a:gd name="connsiteY6" fmla="*/ 270934 h 2222500"/>
              <a:gd name="connsiteX7" fmla="*/ 8467 w 4665133"/>
              <a:gd name="connsiteY7" fmla="*/ 287866 h 2222500"/>
              <a:gd name="connsiteX8" fmla="*/ 0 w 4665133"/>
              <a:gd name="connsiteY8" fmla="*/ 0 h 2222500"/>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1261533 h 2222500"/>
              <a:gd name="connsiteX5" fmla="*/ 601133 w 4665133"/>
              <a:gd name="connsiteY5" fmla="*/ 1261534 h 2222500"/>
              <a:gd name="connsiteX6" fmla="*/ 609600 w 4665133"/>
              <a:gd name="connsiteY6" fmla="*/ 270934 h 2222500"/>
              <a:gd name="connsiteX7" fmla="*/ 8467 w 4665133"/>
              <a:gd name="connsiteY7" fmla="*/ 262466 h 2222500"/>
              <a:gd name="connsiteX8" fmla="*/ 0 w 4665133"/>
              <a:gd name="connsiteY8" fmla="*/ 0 h 222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65133" h="2222500">
                <a:moveTo>
                  <a:pt x="0" y="0"/>
                </a:moveTo>
                <a:lnTo>
                  <a:pt x="4665133" y="0"/>
                </a:lnTo>
                <a:lnTo>
                  <a:pt x="4665133" y="2222500"/>
                </a:lnTo>
                <a:lnTo>
                  <a:pt x="0" y="2222500"/>
                </a:lnTo>
                <a:lnTo>
                  <a:pt x="0" y="1261533"/>
                </a:lnTo>
                <a:lnTo>
                  <a:pt x="601133" y="1261534"/>
                </a:lnTo>
                <a:cubicBezTo>
                  <a:pt x="603955" y="931334"/>
                  <a:pt x="606778" y="601134"/>
                  <a:pt x="609600" y="270934"/>
                </a:cubicBezTo>
                <a:lnTo>
                  <a:pt x="8467" y="262466"/>
                </a:lnTo>
                <a:lnTo>
                  <a:pt x="0" y="0"/>
                </a:lnTo>
                <a:close/>
              </a:path>
            </a:pathLst>
          </a:custGeom>
        </p:spPr>
        <p:txBody>
          <a:bodyPr/>
          <a:lstStyle>
            <a:lvl1pPr algn="ctr">
              <a:defRPr/>
            </a:lvl1pPr>
          </a:lstStyle>
          <a:p>
            <a:r>
              <a:rPr lang="en-US" dirty="0"/>
              <a:t>Click to add photo</a:t>
            </a:r>
          </a:p>
        </p:txBody>
      </p:sp>
      <p:sp>
        <p:nvSpPr>
          <p:cNvPr id="22" name="Picture Placeholder 17">
            <a:extLst>
              <a:ext uri="{FF2B5EF4-FFF2-40B4-BE49-F238E27FC236}">
                <a16:creationId xmlns:a16="http://schemas.microsoft.com/office/drawing/2014/main" id="{DF6EB92D-D010-4A13-93AD-A27A90A48306}"/>
              </a:ext>
            </a:extLst>
          </p:cNvPr>
          <p:cNvSpPr>
            <a:spLocks noGrp="1"/>
          </p:cNvSpPr>
          <p:nvPr>
            <p:ph type="pic" sz="quarter" idx="14" hasCustomPrompt="1"/>
          </p:nvPr>
        </p:nvSpPr>
        <p:spPr>
          <a:xfrm>
            <a:off x="7534656" y="2316047"/>
            <a:ext cx="4657725" cy="2222500"/>
          </a:xfrm>
        </p:spPr>
        <p:txBody>
          <a:bodyPr/>
          <a:lstStyle>
            <a:lvl1pPr algn="ctr">
              <a:defRPr/>
            </a:lvl1pPr>
          </a:lstStyle>
          <a:p>
            <a:r>
              <a:rPr lang="en-US" dirty="0"/>
              <a:t>Click to add photo</a:t>
            </a:r>
          </a:p>
        </p:txBody>
      </p:sp>
      <p:sp>
        <p:nvSpPr>
          <p:cNvPr id="23" name="Picture Placeholder 17">
            <a:extLst>
              <a:ext uri="{FF2B5EF4-FFF2-40B4-BE49-F238E27FC236}">
                <a16:creationId xmlns:a16="http://schemas.microsoft.com/office/drawing/2014/main" id="{20568266-00E0-4C81-A71A-DCF95384109F}"/>
              </a:ext>
            </a:extLst>
          </p:cNvPr>
          <p:cNvSpPr>
            <a:spLocks noGrp="1"/>
          </p:cNvSpPr>
          <p:nvPr>
            <p:ph type="pic" sz="quarter" idx="15" hasCustomPrompt="1"/>
          </p:nvPr>
        </p:nvSpPr>
        <p:spPr>
          <a:xfrm>
            <a:off x="7535939" y="4634050"/>
            <a:ext cx="4657725" cy="2222500"/>
          </a:xfrm>
        </p:spPr>
        <p:txBody>
          <a:bodyPr/>
          <a:lstStyle>
            <a:lvl1pPr algn="ctr">
              <a:defRPr/>
            </a:lvl1pPr>
          </a:lstStyle>
          <a:p>
            <a:r>
              <a:rPr lang="en-US" dirty="0"/>
              <a:t>Click to add photo</a:t>
            </a:r>
          </a:p>
        </p:txBody>
      </p:sp>
      <p:sp>
        <p:nvSpPr>
          <p:cNvPr id="15" name="Date Placeholder 3">
            <a:extLst>
              <a:ext uri="{FF2B5EF4-FFF2-40B4-BE49-F238E27FC236}">
                <a16:creationId xmlns:a16="http://schemas.microsoft.com/office/drawing/2014/main" id="{4563FE3F-4195-477A-9AB3-F44871CE8B75}"/>
              </a:ext>
            </a:extLst>
          </p:cNvPr>
          <p:cNvSpPr>
            <a:spLocks noGrp="1"/>
          </p:cNvSpPr>
          <p:nvPr>
            <p:ph type="dt" sz="half" idx="10"/>
          </p:nvPr>
        </p:nvSpPr>
        <p:spPr>
          <a:xfrm>
            <a:off x="7295738" y="6356350"/>
            <a:ext cx="3033829" cy="365125"/>
          </a:xfrm>
        </p:spPr>
        <p:txBody>
          <a:bodyPr/>
          <a:lstStyle>
            <a:lvl1pPr>
              <a:defRPr>
                <a:solidFill>
                  <a:schemeClr val="bg1"/>
                </a:solidFill>
                <a:effectLst>
                  <a:outerShdw blurRad="38100" dist="38100" dir="2700000" algn="tl">
                    <a:srgbClr val="000000">
                      <a:alpha val="43137"/>
                    </a:srgbClr>
                  </a:outerShdw>
                </a:effectLst>
              </a:defRPr>
            </a:lvl1pPr>
          </a:lstStyle>
          <a:p>
            <a:r>
              <a:rPr lang="en-US" dirty="0"/>
              <a:t>20XX</a:t>
            </a:r>
          </a:p>
        </p:txBody>
      </p:sp>
      <p:sp>
        <p:nvSpPr>
          <p:cNvPr id="16" name="Slide Number Placeholder 7">
            <a:extLst>
              <a:ext uri="{FF2B5EF4-FFF2-40B4-BE49-F238E27FC236}">
                <a16:creationId xmlns:a16="http://schemas.microsoft.com/office/drawing/2014/main" id="{FF3A4E9C-6CC0-4587-BF21-5EC4C13DD0EB}"/>
              </a:ext>
            </a:extLst>
          </p:cNvPr>
          <p:cNvSpPr>
            <a:spLocks noGrp="1"/>
          </p:cNvSpPr>
          <p:nvPr>
            <p:ph type="sldNum" sz="quarter" idx="12"/>
          </p:nvPr>
        </p:nvSpPr>
        <p:spPr>
          <a:xfrm>
            <a:off x="10707939" y="6356350"/>
            <a:ext cx="844649" cy="365125"/>
          </a:xfrm>
        </p:spPr>
        <p:txBody>
          <a:bodyPr/>
          <a:lstStyle>
            <a:lvl1pPr>
              <a:defRPr>
                <a:solidFill>
                  <a:schemeClr val="bg1"/>
                </a:solidFill>
                <a:effectLst>
                  <a:outerShdw blurRad="38100" dist="38100" dir="2700000" algn="tl">
                    <a:srgbClr val="000000">
                      <a:alpha val="43137"/>
                    </a:srgbClr>
                  </a:outerShdw>
                </a:effectLst>
              </a:defRPr>
            </a:lvl1pPr>
          </a:lstStyle>
          <a:p>
            <a:fld id="{E20EFF4B-E35B-4DE6-97A9-05E54E649A15}" type="slidenum">
              <a:rPr lang="en-US" smtClean="0"/>
              <a:pPr/>
              <a:t>‹#›</a:t>
            </a:fld>
            <a:endParaRPr lang="en-US" dirty="0"/>
          </a:p>
        </p:txBody>
      </p:sp>
    </p:spTree>
    <p:extLst>
      <p:ext uri="{BB962C8B-B14F-4D97-AF65-F5344CB8AC3E}">
        <p14:creationId xmlns:p14="http://schemas.microsoft.com/office/powerpoint/2010/main" val="35707287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82907218-B50F-49FD-AD54-AB4516C4AEF0}"/>
              </a:ext>
              <a:ext uri="{C183D7F6-B498-43B3-948B-1728B52AA6E4}">
                <adec:decorative xmlns:adec="http://schemas.microsoft.com/office/drawing/2017/decorative" val="1"/>
              </a:ext>
            </a:extLst>
          </p:cNvPr>
          <p:cNvSpPr/>
          <p:nvPr userDrawn="1"/>
        </p:nvSpPr>
        <p:spPr>
          <a:xfrm>
            <a:off x="0" y="3429000"/>
            <a:ext cx="12192000" cy="2802362"/>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24" name="Rectangle 23">
            <a:extLst>
              <a:ext uri="{FF2B5EF4-FFF2-40B4-BE49-F238E27FC236}">
                <a16:creationId xmlns:a16="http://schemas.microsoft.com/office/drawing/2014/main" id="{FC9376FF-CCF9-409D-9C56-0478207D187A}"/>
              </a:ext>
              <a:ext uri="{C183D7F6-B498-43B3-948B-1728B52AA6E4}">
                <adec:decorative xmlns:adec="http://schemas.microsoft.com/office/drawing/2017/decorative" val="1"/>
              </a:ext>
            </a:extLst>
          </p:cNvPr>
          <p:cNvSpPr/>
          <p:nvPr userDrawn="1"/>
        </p:nvSpPr>
        <p:spPr>
          <a:xfrm>
            <a:off x="764187" y="3429000"/>
            <a:ext cx="10663626" cy="224872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25" name="Title 1">
            <a:extLst>
              <a:ext uri="{FF2B5EF4-FFF2-40B4-BE49-F238E27FC236}">
                <a16:creationId xmlns:a16="http://schemas.microsoft.com/office/drawing/2014/main" id="{100F12B7-72C7-4FE1-ACC5-E25F1F670C58}"/>
              </a:ext>
            </a:extLst>
          </p:cNvPr>
          <p:cNvSpPr>
            <a:spLocks noGrp="1"/>
          </p:cNvSpPr>
          <p:nvPr>
            <p:ph type="ctrTitle"/>
          </p:nvPr>
        </p:nvSpPr>
        <p:spPr>
          <a:xfrm>
            <a:off x="975359" y="3637127"/>
            <a:ext cx="10065679" cy="1493765"/>
          </a:xfrm>
        </p:spPr>
        <p:txBody>
          <a:bodyPr anchor="b">
            <a:normAutofit/>
          </a:bodyPr>
          <a:lstStyle>
            <a:lvl1pPr>
              <a:defRPr sz="5400"/>
            </a:lvl1pPr>
          </a:lstStyle>
          <a:p>
            <a:r>
              <a:rPr lang="en-US"/>
              <a:t>Click to edit Master title style</a:t>
            </a:r>
            <a:endParaRPr lang="en-US" dirty="0"/>
          </a:p>
        </p:txBody>
      </p:sp>
      <p:sp>
        <p:nvSpPr>
          <p:cNvPr id="26" name="Subtitle 2">
            <a:extLst>
              <a:ext uri="{FF2B5EF4-FFF2-40B4-BE49-F238E27FC236}">
                <a16:creationId xmlns:a16="http://schemas.microsoft.com/office/drawing/2014/main" id="{25F1DA91-F20A-4A08-93BE-9F98E06C4971}"/>
              </a:ext>
            </a:extLst>
          </p:cNvPr>
          <p:cNvSpPr>
            <a:spLocks noGrp="1"/>
          </p:cNvSpPr>
          <p:nvPr>
            <p:ph type="subTitle" idx="1"/>
          </p:nvPr>
        </p:nvSpPr>
        <p:spPr>
          <a:xfrm>
            <a:off x="973836" y="5023536"/>
            <a:ext cx="10065679" cy="569873"/>
          </a:xfrm>
        </p:spPr>
        <p:txBody>
          <a:bodyPr>
            <a:normAutofit/>
          </a:bodyPr>
          <a:lstStyle>
            <a:lvl1pPr>
              <a:defRPr b="0" cap="all" spc="600" baseline="0"/>
            </a:lvl1pPr>
          </a:lstStyle>
          <a:p>
            <a:pPr>
              <a:lnSpc>
                <a:spcPct val="120000"/>
              </a:lnSpc>
            </a:pPr>
            <a:r>
              <a:rPr lang="en-US" sz="2000"/>
              <a:t>Click to edit Master subtitle style</a:t>
            </a:r>
            <a:endParaRPr lang="en-US" sz="2000" dirty="0"/>
          </a:p>
        </p:txBody>
      </p:sp>
      <p:sp>
        <p:nvSpPr>
          <p:cNvPr id="27" name="Rectangle 26">
            <a:extLst>
              <a:ext uri="{FF2B5EF4-FFF2-40B4-BE49-F238E27FC236}">
                <a16:creationId xmlns:a16="http://schemas.microsoft.com/office/drawing/2014/main" id="{83A878EE-90F1-4A49-B6BE-AE85B98C9DA1}"/>
              </a:ext>
              <a:ext uri="{C183D7F6-B498-43B3-948B-1728B52AA6E4}">
                <adec:decorative xmlns:adec="http://schemas.microsoft.com/office/drawing/2017/decorative" val="1"/>
              </a:ext>
            </a:extLst>
          </p:cNvPr>
          <p:cNvSpPr/>
          <p:nvPr userDrawn="1"/>
        </p:nvSpPr>
        <p:spPr>
          <a:xfrm>
            <a:off x="763424" y="5677726"/>
            <a:ext cx="10661904" cy="1645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40" name="Picture Placeholder 31">
            <a:extLst>
              <a:ext uri="{FF2B5EF4-FFF2-40B4-BE49-F238E27FC236}">
                <a16:creationId xmlns:a16="http://schemas.microsoft.com/office/drawing/2014/main" id="{AD3270F6-1E4E-4411-8D4E-828E3720DCB2}"/>
              </a:ext>
            </a:extLst>
          </p:cNvPr>
          <p:cNvSpPr>
            <a:spLocks noGrp="1"/>
          </p:cNvSpPr>
          <p:nvPr>
            <p:ph type="pic" sz="quarter" idx="13" hasCustomPrompt="1"/>
          </p:nvPr>
        </p:nvSpPr>
        <p:spPr>
          <a:xfrm>
            <a:off x="763588" y="642938"/>
            <a:ext cx="2449512" cy="2476500"/>
          </a:xfrm>
        </p:spPr>
        <p:txBody>
          <a:bodyPr/>
          <a:lstStyle>
            <a:lvl1pPr algn="ctr">
              <a:defRPr/>
            </a:lvl1pPr>
          </a:lstStyle>
          <a:p>
            <a:r>
              <a:rPr lang="en-US" dirty="0"/>
              <a:t>Click to add photo</a:t>
            </a:r>
          </a:p>
        </p:txBody>
      </p:sp>
      <p:sp>
        <p:nvSpPr>
          <p:cNvPr id="41" name="Picture Placeholder 31">
            <a:extLst>
              <a:ext uri="{FF2B5EF4-FFF2-40B4-BE49-F238E27FC236}">
                <a16:creationId xmlns:a16="http://schemas.microsoft.com/office/drawing/2014/main" id="{EABF929F-94D1-4759-B7F8-13A234DA34CE}"/>
              </a:ext>
            </a:extLst>
          </p:cNvPr>
          <p:cNvSpPr>
            <a:spLocks noGrp="1"/>
          </p:cNvSpPr>
          <p:nvPr>
            <p:ph type="pic" sz="quarter" idx="14" hasCustomPrompt="1"/>
          </p:nvPr>
        </p:nvSpPr>
        <p:spPr>
          <a:xfrm>
            <a:off x="3502338" y="643636"/>
            <a:ext cx="2449512" cy="2476500"/>
          </a:xfrm>
        </p:spPr>
        <p:txBody>
          <a:bodyPr/>
          <a:lstStyle>
            <a:lvl1pPr algn="ctr">
              <a:defRPr/>
            </a:lvl1pPr>
          </a:lstStyle>
          <a:p>
            <a:r>
              <a:rPr lang="en-US" dirty="0"/>
              <a:t>Click to add photo</a:t>
            </a:r>
          </a:p>
        </p:txBody>
      </p:sp>
      <p:sp>
        <p:nvSpPr>
          <p:cNvPr id="43" name="Picture Placeholder 31">
            <a:extLst>
              <a:ext uri="{FF2B5EF4-FFF2-40B4-BE49-F238E27FC236}">
                <a16:creationId xmlns:a16="http://schemas.microsoft.com/office/drawing/2014/main" id="{BFF7B305-12DD-40D5-8129-BBA665ACA344}"/>
              </a:ext>
            </a:extLst>
          </p:cNvPr>
          <p:cNvSpPr>
            <a:spLocks noGrp="1"/>
          </p:cNvSpPr>
          <p:nvPr>
            <p:ph type="pic" sz="quarter" idx="16" hasCustomPrompt="1"/>
          </p:nvPr>
        </p:nvSpPr>
        <p:spPr>
          <a:xfrm>
            <a:off x="6240470" y="643636"/>
            <a:ext cx="2449512" cy="2476500"/>
          </a:xfrm>
        </p:spPr>
        <p:txBody>
          <a:bodyPr/>
          <a:lstStyle>
            <a:lvl1pPr algn="ctr">
              <a:defRPr/>
            </a:lvl1pPr>
          </a:lstStyle>
          <a:p>
            <a:r>
              <a:rPr lang="en-US" dirty="0"/>
              <a:t>Click to add photo</a:t>
            </a:r>
          </a:p>
        </p:txBody>
      </p:sp>
      <p:sp>
        <p:nvSpPr>
          <p:cNvPr id="42" name="Picture Placeholder 31">
            <a:extLst>
              <a:ext uri="{FF2B5EF4-FFF2-40B4-BE49-F238E27FC236}">
                <a16:creationId xmlns:a16="http://schemas.microsoft.com/office/drawing/2014/main" id="{9D7B5BDC-1B7A-4894-9620-E84D2D48F24C}"/>
              </a:ext>
            </a:extLst>
          </p:cNvPr>
          <p:cNvSpPr>
            <a:spLocks noGrp="1"/>
          </p:cNvSpPr>
          <p:nvPr>
            <p:ph type="pic" sz="quarter" idx="15" hasCustomPrompt="1"/>
          </p:nvPr>
        </p:nvSpPr>
        <p:spPr>
          <a:xfrm>
            <a:off x="8978301" y="643636"/>
            <a:ext cx="2449512" cy="2476500"/>
          </a:xfrm>
        </p:spPr>
        <p:txBody>
          <a:bodyPr/>
          <a:lstStyle>
            <a:lvl1pPr algn="ctr">
              <a:defRPr/>
            </a:lvl1pPr>
          </a:lstStyle>
          <a:p>
            <a:r>
              <a:rPr lang="en-US" dirty="0"/>
              <a:t>Click to add photo</a:t>
            </a:r>
          </a:p>
        </p:txBody>
      </p:sp>
      <p:sp>
        <p:nvSpPr>
          <p:cNvPr id="28" name="Footer Placeholder 7">
            <a:extLst>
              <a:ext uri="{FF2B5EF4-FFF2-40B4-BE49-F238E27FC236}">
                <a16:creationId xmlns:a16="http://schemas.microsoft.com/office/drawing/2014/main" id="{4E2B39E4-0727-4A5A-BC57-AA9E8DE04F22}"/>
              </a:ext>
            </a:extLst>
          </p:cNvPr>
          <p:cNvSpPr>
            <a:spLocks noGrp="1"/>
          </p:cNvSpPr>
          <p:nvPr>
            <p:ph type="ftr" sz="quarter" idx="11"/>
          </p:nvPr>
        </p:nvSpPr>
        <p:spPr>
          <a:xfrm>
            <a:off x="639413" y="6356350"/>
            <a:ext cx="629110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rPr>
              <a:t>Presentation title</a:t>
            </a:r>
          </a:p>
        </p:txBody>
      </p:sp>
      <p:sp>
        <p:nvSpPr>
          <p:cNvPr id="29" name="Date Placeholder 5">
            <a:extLst>
              <a:ext uri="{FF2B5EF4-FFF2-40B4-BE49-F238E27FC236}">
                <a16:creationId xmlns:a16="http://schemas.microsoft.com/office/drawing/2014/main" id="{6E0AA390-7F09-4587-8C95-FD7A9C784898}"/>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30" name="Slide Number Placeholder 8">
            <a:extLst>
              <a:ext uri="{FF2B5EF4-FFF2-40B4-BE49-F238E27FC236}">
                <a16:creationId xmlns:a16="http://schemas.microsoft.com/office/drawing/2014/main" id="{02FAE9E6-8F24-4563-93BC-C0A14B8D47A4}"/>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16B81F-97CD-4934-852B-F0AECFD05DB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Tree>
    <p:extLst>
      <p:ext uri="{BB962C8B-B14F-4D97-AF65-F5344CB8AC3E}">
        <p14:creationId xmlns:p14="http://schemas.microsoft.com/office/powerpoint/2010/main" val="1516767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AE79F0E-E6F3-4029-A461-CBE56588470B}"/>
              </a:ext>
            </a:extLst>
          </p:cNvPr>
          <p:cNvSpPr/>
          <p:nvPr/>
        </p:nvSpPr>
        <p:spPr>
          <a:xfrm>
            <a:off x="0" y="0"/>
            <a:ext cx="12192000" cy="986306"/>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D5D58A2-1B1F-4DF4-936E-885ECC73E6F0}"/>
              </a:ext>
            </a:extLst>
          </p:cNvPr>
          <p:cNvSpPr/>
          <p:nvPr/>
        </p:nvSpPr>
        <p:spPr>
          <a:xfrm>
            <a:off x="350520" y="279792"/>
            <a:ext cx="11475720" cy="986305"/>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rtlCol="0" anchor="ctr"/>
          <a:lstStyle/>
          <a:p>
            <a:endParaRPr lang="en-US" sz="2400" b="1" dirty="0">
              <a:latin typeface="Meiryo" panose="020B0604030504040204" pitchFamily="34" charset="-128"/>
              <a:ea typeface="Meiryo" panose="020B0604030504040204" pitchFamily="34" charset="-128"/>
            </a:endParaRPr>
          </a:p>
        </p:txBody>
      </p:sp>
      <p:sp>
        <p:nvSpPr>
          <p:cNvPr id="2" name="Title Placeholder 1">
            <a:extLst>
              <a:ext uri="{FF2B5EF4-FFF2-40B4-BE49-F238E27FC236}">
                <a16:creationId xmlns:a16="http://schemas.microsoft.com/office/drawing/2014/main" id="{2DD9B9AA-BDD3-49A4-84E0-99DC3EF10AFB}"/>
              </a:ext>
            </a:extLst>
          </p:cNvPr>
          <p:cNvSpPr>
            <a:spLocks noGrp="1"/>
          </p:cNvSpPr>
          <p:nvPr>
            <p:ph type="title"/>
          </p:nvPr>
        </p:nvSpPr>
        <p:spPr>
          <a:xfrm>
            <a:off x="639413" y="476086"/>
            <a:ext cx="10904435" cy="689608"/>
          </a:xfrm>
          <a:prstGeom prst="rect">
            <a:avLst/>
          </a:prstGeom>
        </p:spPr>
        <p:txBody>
          <a:bodyPr vert="horz" lIns="109728" tIns="109728" rIns="109728" bIns="9144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2EB1D57-5959-4202-BB86-AFBA794FA532}"/>
              </a:ext>
            </a:extLst>
          </p:cNvPr>
          <p:cNvSpPr>
            <a:spLocks noGrp="1"/>
          </p:cNvSpPr>
          <p:nvPr>
            <p:ph type="body" idx="1"/>
          </p:nvPr>
        </p:nvSpPr>
        <p:spPr>
          <a:xfrm>
            <a:off x="639412" y="1639615"/>
            <a:ext cx="10904435" cy="45373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6B0E3D2-19DD-4BA8-81DE-A095DB31E14C}"/>
              </a:ext>
            </a:extLst>
          </p:cNvPr>
          <p:cNvSpPr>
            <a:spLocks noGrp="1"/>
          </p:cNvSpPr>
          <p:nvPr>
            <p:ph type="dt" sz="half" idx="2"/>
          </p:nvPr>
        </p:nvSpPr>
        <p:spPr>
          <a:xfrm>
            <a:off x="7295738" y="6356350"/>
            <a:ext cx="3033829" cy="365125"/>
          </a:xfrm>
          <a:prstGeom prst="rect">
            <a:avLst/>
          </a:prstGeom>
        </p:spPr>
        <p:txBody>
          <a:bodyPr vert="horz" lIns="91440" tIns="45720" rIns="91440" bIns="45720" rtlCol="0" anchor="ctr"/>
          <a:lstStyle>
            <a:lvl1pPr algn="r">
              <a:defRPr sz="1200">
                <a:solidFill>
                  <a:schemeClr val="tx1">
                    <a:lumMod val="90000"/>
                    <a:lumOff val="10000"/>
                  </a:schemeClr>
                </a:solidFill>
              </a:defRPr>
            </a:lvl1pPr>
          </a:lstStyle>
          <a:p>
            <a:r>
              <a:rPr lang="en-US" dirty="0"/>
              <a:t>20XX</a:t>
            </a:r>
          </a:p>
        </p:txBody>
      </p:sp>
      <p:sp>
        <p:nvSpPr>
          <p:cNvPr id="5" name="Footer Placeholder 4">
            <a:extLst>
              <a:ext uri="{FF2B5EF4-FFF2-40B4-BE49-F238E27FC236}">
                <a16:creationId xmlns:a16="http://schemas.microsoft.com/office/drawing/2014/main" id="{B4962D90-3DF7-4BB4-808C-F89E354103E2}"/>
              </a:ext>
            </a:extLst>
          </p:cNvPr>
          <p:cNvSpPr>
            <a:spLocks noGrp="1"/>
          </p:cNvSpPr>
          <p:nvPr>
            <p:ph type="ftr" sz="quarter" idx="3"/>
          </p:nvPr>
        </p:nvSpPr>
        <p:spPr>
          <a:xfrm>
            <a:off x="639413" y="6356350"/>
            <a:ext cx="6291108" cy="365125"/>
          </a:xfrm>
          <a:prstGeom prst="rect">
            <a:avLst/>
          </a:prstGeom>
        </p:spPr>
        <p:txBody>
          <a:bodyPr vert="horz" lIns="91440" tIns="45720" rIns="91440" bIns="45720" rtlCol="0" anchor="ctr"/>
          <a:lstStyle>
            <a:lvl1pPr algn="l">
              <a:defRPr sz="1200">
                <a:solidFill>
                  <a:schemeClr val="tx1">
                    <a:lumMod val="90000"/>
                    <a:lumOff val="10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07276974-1464-4D58-B215-63300577672D}"/>
              </a:ext>
            </a:extLst>
          </p:cNvPr>
          <p:cNvSpPr>
            <a:spLocks noGrp="1"/>
          </p:cNvSpPr>
          <p:nvPr>
            <p:ph type="sldNum" sz="quarter" idx="4"/>
          </p:nvPr>
        </p:nvSpPr>
        <p:spPr>
          <a:xfrm>
            <a:off x="10707939" y="6356350"/>
            <a:ext cx="844649" cy="365125"/>
          </a:xfrm>
          <a:prstGeom prst="rect">
            <a:avLst/>
          </a:prstGeom>
        </p:spPr>
        <p:txBody>
          <a:bodyPr vert="horz" lIns="91440" tIns="45720" rIns="91440" bIns="45720" rtlCol="0" anchor="ctr"/>
          <a:lstStyle>
            <a:lvl1pPr algn="r">
              <a:defRPr sz="1200">
                <a:solidFill>
                  <a:schemeClr val="tx1">
                    <a:lumMod val="90000"/>
                    <a:lumOff val="10000"/>
                  </a:schemeClr>
                </a:solidFill>
              </a:defRPr>
            </a:lvl1pPr>
          </a:lstStyle>
          <a:p>
            <a:fld id="{E20EFF4B-E35B-4DE6-97A9-05E54E649A15}" type="slidenum">
              <a:rPr lang="en-US" smtClean="0"/>
              <a:pPr/>
              <a:t>‹#›</a:t>
            </a:fld>
            <a:endParaRPr lang="en-US" dirty="0"/>
          </a:p>
        </p:txBody>
      </p:sp>
    </p:spTree>
    <p:extLst>
      <p:ext uri="{BB962C8B-B14F-4D97-AF65-F5344CB8AC3E}">
        <p14:creationId xmlns:p14="http://schemas.microsoft.com/office/powerpoint/2010/main" val="346138041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3" r:id="rId12"/>
    <p:sldLayoutId id="2147483722" r:id="rId13"/>
  </p:sldLayoutIdLst>
  <p:hf hdr="0"/>
  <p:txStyles>
    <p:titleStyle>
      <a:lvl1pPr marL="0" algn="l" defTabSz="914400" rtl="0" eaLnBrk="1" latinLnBrk="0" hangingPunct="1">
        <a:lnSpc>
          <a:spcPct val="90000"/>
        </a:lnSpc>
        <a:spcBef>
          <a:spcPct val="0"/>
        </a:spcBef>
        <a:buNone/>
        <a:defRPr lang="en-US" sz="2400" b="1" kern="1200" spc="150" baseline="0" dirty="0" smtClean="0">
          <a:solidFill>
            <a:schemeClr val="tx1"/>
          </a:solidFill>
          <a:latin typeface="+mj-lt"/>
          <a:ea typeface="+mj-ea"/>
          <a:cs typeface="+mj-cs"/>
        </a:defRPr>
      </a:lvl1pPr>
    </p:titleStyle>
    <p:bodyStyle>
      <a:lvl1pPr marL="0" indent="0" algn="l" defTabSz="914400" rtl="0" eaLnBrk="1" latinLnBrk="0" hangingPunct="1">
        <a:lnSpc>
          <a:spcPct val="150000"/>
        </a:lnSpc>
        <a:spcBef>
          <a:spcPts val="1500"/>
        </a:spcBef>
        <a:buClr>
          <a:schemeClr val="accent2"/>
        </a:buClr>
        <a:buFontTx/>
        <a:buNone/>
        <a:defRPr sz="1500" b="1" kern="1200" spc="150" baseline="0">
          <a:solidFill>
            <a:schemeClr val="tx1"/>
          </a:solidFill>
          <a:latin typeface="+mn-lt"/>
          <a:ea typeface="+mn-ea"/>
          <a:cs typeface="+mn-cs"/>
        </a:defRPr>
      </a:lvl1pPr>
      <a:lvl2pPr marL="0" indent="0" algn="l" defTabSz="914400" rtl="0" eaLnBrk="1" latinLnBrk="0" hangingPunct="1">
        <a:lnSpc>
          <a:spcPct val="150000"/>
        </a:lnSpc>
        <a:spcBef>
          <a:spcPts val="500"/>
        </a:spcBef>
        <a:buClr>
          <a:schemeClr val="accent2"/>
        </a:buClr>
        <a:buFontTx/>
        <a:buNone/>
        <a:defRPr sz="1500" kern="1200" spc="150" baseline="0">
          <a:solidFill>
            <a:schemeClr val="tx1"/>
          </a:solidFill>
          <a:latin typeface="+mn-lt"/>
          <a:ea typeface="+mn-ea"/>
          <a:cs typeface="+mn-cs"/>
        </a:defRPr>
      </a:lvl2pPr>
      <a:lvl3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3pPr>
      <a:lvl4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4pPr>
      <a:lvl5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11.xml"/><Relationship Id="rId4" Type="http://schemas.openxmlformats.org/officeDocument/2006/relationships/hyperlink" Target="https://i.guim.co.uk/img/media/9a781c432346b407d6b1d70bcc190de0f2cb3d08/0_428_5039_3024/master/5039.jpg?width=1200&amp;height=1200&amp;quality=85&amp;auto=format&amp;fit=crop&amp;s=8ddabf4ecef36525f386000e135b53d5"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11.xml"/><Relationship Id="rId6" Type="http://schemas.microsoft.com/office/2007/relationships/hdphoto" Target="../media/hdphoto2.wdp"/><Relationship Id="rId5" Type="http://schemas.openxmlformats.org/officeDocument/2006/relationships/image" Target="../media/image11.png"/><Relationship Id="rId4" Type="http://schemas.openxmlformats.org/officeDocument/2006/relationships/hyperlink" Target="https://dk.pinterest.com/pin/33397012861805528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a:extLst>
              <a:ext uri="{FF2B5EF4-FFF2-40B4-BE49-F238E27FC236}">
                <a16:creationId xmlns:a16="http://schemas.microsoft.com/office/drawing/2014/main" id="{2DFE6010-0FC2-4302-8ABC-58026AC355A6}"/>
              </a:ext>
            </a:extLst>
          </p:cNvPr>
          <p:cNvSpPr>
            <a:spLocks noGrp="1"/>
          </p:cNvSpPr>
          <p:nvPr>
            <p:ph type="title"/>
          </p:nvPr>
        </p:nvSpPr>
        <p:spPr>
          <a:xfrm>
            <a:off x="5937594" y="1328058"/>
            <a:ext cx="5096630" cy="3378338"/>
          </a:xfrm>
        </p:spPr>
        <p:txBody>
          <a:bodyPr anchor="b">
            <a:normAutofit/>
          </a:bodyPr>
          <a:lstStyle/>
          <a:p>
            <a:r>
              <a:rPr lang="en-US" spc="-150" dirty="0">
                <a:latin typeface="Nimbus Sans Becker PBla" panose="02010904020201020104" pitchFamily="2" charset="0"/>
                <a:cs typeface="Courier New" panose="02070309020205020404" pitchFamily="49" charset="0"/>
              </a:rPr>
              <a:t>Neuendorf House</a:t>
            </a:r>
          </a:p>
        </p:txBody>
      </p:sp>
      <p:pic>
        <p:nvPicPr>
          <p:cNvPr id="1026" name="Picture 2">
            <a:extLst>
              <a:ext uri="{FF2B5EF4-FFF2-40B4-BE49-F238E27FC236}">
                <a16:creationId xmlns:a16="http://schemas.microsoft.com/office/drawing/2014/main" id="{6F283A1F-3809-5FCB-FE77-C190C1D6118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302" r="1" b="9133"/>
          <a:stretch/>
        </p:blipFill>
        <p:spPr bwMode="auto">
          <a:xfrm>
            <a:off x="639763" y="635000"/>
            <a:ext cx="4800600" cy="5578475"/>
          </a:xfrm>
          <a:prstGeom prst="rect">
            <a:avLst/>
          </a:prstGeom>
          <a:solidFill>
            <a:srgbClr val="FFFFFF"/>
          </a:solidFill>
        </p:spPr>
      </p:pic>
      <p:sp>
        <p:nvSpPr>
          <p:cNvPr id="4" name="Subtitle 3">
            <a:extLst>
              <a:ext uri="{FF2B5EF4-FFF2-40B4-BE49-F238E27FC236}">
                <a16:creationId xmlns:a16="http://schemas.microsoft.com/office/drawing/2014/main" id="{B71D9795-9EFD-4748-87B7-4471EFF00227}"/>
              </a:ext>
            </a:extLst>
          </p:cNvPr>
          <p:cNvSpPr>
            <a:spLocks noGrp="1"/>
          </p:cNvSpPr>
          <p:nvPr>
            <p:ph type="body" sz="quarter" idx="15"/>
          </p:nvPr>
        </p:nvSpPr>
        <p:spPr>
          <a:xfrm>
            <a:off x="5948480" y="4668045"/>
            <a:ext cx="5096630" cy="1000125"/>
          </a:xfrm>
        </p:spPr>
        <p:txBody>
          <a:bodyPr>
            <a:normAutofit/>
          </a:bodyPr>
          <a:lstStyle/>
          <a:p>
            <a:pPr>
              <a:lnSpc>
                <a:spcPct val="140000"/>
              </a:lnSpc>
            </a:pPr>
            <a:r>
              <a:rPr lang="en-US" sz="1050" cap="none" dirty="0">
                <a:latin typeface="Courier New" panose="02070309020205020404" pitchFamily="49" charset="0"/>
                <a:cs typeface="Courier New" panose="02070309020205020404" pitchFamily="49" charset="0"/>
              </a:rPr>
              <a:t>Massimo loverso</a:t>
            </a:r>
          </a:p>
          <a:p>
            <a:pPr>
              <a:lnSpc>
                <a:spcPct val="140000"/>
              </a:lnSpc>
            </a:pPr>
            <a:r>
              <a:rPr lang="en-US" sz="1050" cap="none" dirty="0">
                <a:latin typeface="Courier New" panose="02070309020205020404" pitchFamily="49" charset="0"/>
                <a:cs typeface="Courier New" panose="02070309020205020404" pitchFamily="49" charset="0"/>
              </a:rPr>
              <a:t>S8094455</a:t>
            </a:r>
          </a:p>
        </p:txBody>
      </p:sp>
    </p:spTree>
    <p:extLst>
      <p:ext uri="{BB962C8B-B14F-4D97-AF65-F5344CB8AC3E}">
        <p14:creationId xmlns:p14="http://schemas.microsoft.com/office/powerpoint/2010/main" val="597852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A23D0FA-1488-4198-9470-6EA9913757D2}"/>
              </a:ext>
            </a:extLst>
          </p:cNvPr>
          <p:cNvSpPr>
            <a:spLocks noGrp="1"/>
          </p:cNvSpPr>
          <p:nvPr>
            <p:ph type="title"/>
          </p:nvPr>
        </p:nvSpPr>
        <p:spPr>
          <a:xfrm>
            <a:off x="539711" y="222436"/>
            <a:ext cx="5058209" cy="673405"/>
          </a:xfrm>
        </p:spPr>
        <p:txBody>
          <a:bodyPr/>
          <a:lstStyle/>
          <a:p>
            <a:r>
              <a:rPr lang="en-US" dirty="0">
                <a:latin typeface="Courier New" panose="02070309020205020404" pitchFamily="49" charset="0"/>
                <a:cs typeface="Courier New" panose="02070309020205020404" pitchFamily="49" charset="0"/>
              </a:rPr>
              <a:t>Site Analysis</a:t>
            </a:r>
          </a:p>
        </p:txBody>
      </p:sp>
      <p:sp>
        <p:nvSpPr>
          <p:cNvPr id="3" name="Footer Placeholder 2">
            <a:extLst>
              <a:ext uri="{FF2B5EF4-FFF2-40B4-BE49-F238E27FC236}">
                <a16:creationId xmlns:a16="http://schemas.microsoft.com/office/drawing/2014/main" id="{9C152438-9CB4-4EAC-9555-83D3C0F3C194}"/>
              </a:ext>
            </a:extLst>
          </p:cNvPr>
          <p:cNvSpPr>
            <a:spLocks noGrp="1"/>
          </p:cNvSpPr>
          <p:nvPr>
            <p:ph type="ftr" sz="quarter" idx="11"/>
          </p:nvPr>
        </p:nvSpPr>
        <p:spPr>
          <a:xfrm>
            <a:off x="639413" y="6356350"/>
            <a:ext cx="6291108" cy="365125"/>
          </a:xfrm>
        </p:spPr>
        <p:txBody>
          <a:bodyPr/>
          <a:lstStyle/>
          <a:p>
            <a:r>
              <a:rPr lang="en-US" noProof="0" dirty="0"/>
              <a:t>Neuendorf House</a:t>
            </a:r>
          </a:p>
          <a:p>
            <a:pPr lvl="0"/>
            <a:endParaRPr lang="en-US" noProof="0" dirty="0"/>
          </a:p>
        </p:txBody>
      </p:sp>
      <p:sp>
        <p:nvSpPr>
          <p:cNvPr id="5" name="Slide Number Placeholder 4">
            <a:extLst>
              <a:ext uri="{FF2B5EF4-FFF2-40B4-BE49-F238E27FC236}">
                <a16:creationId xmlns:a16="http://schemas.microsoft.com/office/drawing/2014/main" id="{EF609A95-EA84-405F-8C62-133572EF552D}"/>
              </a:ext>
            </a:extLst>
          </p:cNvPr>
          <p:cNvSpPr>
            <a:spLocks noGrp="1"/>
          </p:cNvSpPr>
          <p:nvPr>
            <p:ph type="sldNum" sz="quarter" idx="12"/>
          </p:nvPr>
        </p:nvSpPr>
        <p:spPr>
          <a:xfrm>
            <a:off x="10707939" y="6356350"/>
            <a:ext cx="844649" cy="365125"/>
          </a:xfrm>
        </p:spPr>
        <p:txBody>
          <a:bodyPr/>
          <a:lstStyle/>
          <a:p>
            <a:pPr lvl="0"/>
            <a:fld id="{E20EFF4B-E35B-4DE6-97A9-05E54E649A15}" type="slidenum">
              <a:rPr lang="en-US" noProof="0" smtClean="0"/>
              <a:pPr lvl="0"/>
              <a:t>2</a:t>
            </a:fld>
            <a:endParaRPr lang="en-US" noProof="0" dirty="0"/>
          </a:p>
        </p:txBody>
      </p:sp>
      <p:sp>
        <p:nvSpPr>
          <p:cNvPr id="2" name="Content Placeholder 5">
            <a:extLst>
              <a:ext uri="{FF2B5EF4-FFF2-40B4-BE49-F238E27FC236}">
                <a16:creationId xmlns:a16="http://schemas.microsoft.com/office/drawing/2014/main" id="{977526A8-BCEB-3A81-AFA9-4A73A316A60B}"/>
              </a:ext>
            </a:extLst>
          </p:cNvPr>
          <p:cNvSpPr txBox="1">
            <a:spLocks/>
          </p:cNvSpPr>
          <p:nvPr/>
        </p:nvSpPr>
        <p:spPr>
          <a:xfrm>
            <a:off x="648934" y="2057605"/>
            <a:ext cx="5834161" cy="3885996"/>
          </a:xfrm>
          <a:prstGeom prst="rect">
            <a:avLst/>
          </a:prstGeom>
        </p:spPr>
        <p:txBody>
          <a:bodyPr vert="horz" lIns="91440" tIns="45720" rIns="91440" bIns="45720" rtlCol="0" anchor="t">
            <a:normAutofit/>
          </a:bodyPr>
          <a:lstStyle>
            <a:lvl1pPr marL="285750" indent="-285750" algn="l" defTabSz="914400" rtl="0" eaLnBrk="1" latinLnBrk="0" hangingPunct="1">
              <a:lnSpc>
                <a:spcPct val="150000"/>
              </a:lnSpc>
              <a:spcBef>
                <a:spcPts val="1500"/>
              </a:spcBef>
              <a:buClr>
                <a:schemeClr val="accent2"/>
              </a:buClr>
              <a:buFont typeface="Arial" panose="020B0604020202020204" pitchFamily="34" charset="0"/>
              <a:buChar char="•"/>
              <a:defRPr sz="1500" b="1" kern="1200" spc="150" baseline="0">
                <a:solidFill>
                  <a:schemeClr val="tx1"/>
                </a:solidFill>
                <a:latin typeface="+mn-lt"/>
                <a:ea typeface="+mn-ea"/>
                <a:cs typeface="+mn-cs"/>
              </a:defRPr>
            </a:lvl1pPr>
            <a:lvl2pPr marL="0" indent="0" algn="l" defTabSz="914400" rtl="0" eaLnBrk="1" latinLnBrk="0" hangingPunct="1">
              <a:lnSpc>
                <a:spcPct val="150000"/>
              </a:lnSpc>
              <a:spcBef>
                <a:spcPts val="500"/>
              </a:spcBef>
              <a:buClr>
                <a:schemeClr val="accent2"/>
              </a:buClr>
              <a:buFontTx/>
              <a:buNone/>
              <a:defRPr sz="1500" kern="1200" spc="150" baseline="0">
                <a:solidFill>
                  <a:schemeClr val="tx1"/>
                </a:solidFill>
                <a:latin typeface="+mn-lt"/>
                <a:ea typeface="+mn-ea"/>
                <a:cs typeface="+mn-cs"/>
              </a:defRPr>
            </a:lvl2pPr>
            <a:lvl3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3pPr>
            <a:lvl4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4pPr>
            <a:lvl5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AU" dirty="0">
              <a:latin typeface="Courier New" panose="02070309020205020404" pitchFamily="49" charset="0"/>
              <a:cs typeface="Courier New" panose="02070309020205020404" pitchFamily="49" charset="0"/>
            </a:endParaRPr>
          </a:p>
        </p:txBody>
      </p:sp>
      <p:sp>
        <p:nvSpPr>
          <p:cNvPr id="4" name="Content Placeholder 5">
            <a:extLst>
              <a:ext uri="{FF2B5EF4-FFF2-40B4-BE49-F238E27FC236}">
                <a16:creationId xmlns:a16="http://schemas.microsoft.com/office/drawing/2014/main" id="{14C41754-3326-7D4C-137B-440BF949CB2E}"/>
              </a:ext>
            </a:extLst>
          </p:cNvPr>
          <p:cNvSpPr txBox="1">
            <a:spLocks/>
          </p:cNvSpPr>
          <p:nvPr/>
        </p:nvSpPr>
        <p:spPr>
          <a:xfrm>
            <a:off x="6181344" y="1515061"/>
            <a:ext cx="5371244" cy="1255571"/>
          </a:xfrm>
          <a:prstGeom prst="rect">
            <a:avLst/>
          </a:prstGeom>
        </p:spPr>
        <p:txBody>
          <a:bodyPr vert="horz" lIns="91440" tIns="45720" rIns="91440" bIns="45720" rtlCol="0" anchor="t">
            <a:normAutofit fontScale="70000" lnSpcReduction="20000"/>
          </a:bodyPr>
          <a:lstStyle>
            <a:lvl1pPr marL="285750" indent="-285750" algn="l" defTabSz="914400" rtl="0" eaLnBrk="1" latinLnBrk="0" hangingPunct="1">
              <a:lnSpc>
                <a:spcPct val="150000"/>
              </a:lnSpc>
              <a:spcBef>
                <a:spcPts val="1500"/>
              </a:spcBef>
              <a:buClr>
                <a:schemeClr val="accent2"/>
              </a:buClr>
              <a:buFont typeface="Arial" panose="020B0604020202020204" pitchFamily="34" charset="0"/>
              <a:buChar char="•"/>
              <a:defRPr sz="1500" b="1" kern="1200" spc="150" baseline="0">
                <a:solidFill>
                  <a:schemeClr val="tx1"/>
                </a:solidFill>
                <a:latin typeface="+mn-lt"/>
                <a:ea typeface="+mn-ea"/>
                <a:cs typeface="+mn-cs"/>
              </a:defRPr>
            </a:lvl1pPr>
            <a:lvl2pPr marL="0" indent="0" algn="l" defTabSz="914400" rtl="0" eaLnBrk="1" latinLnBrk="0" hangingPunct="1">
              <a:lnSpc>
                <a:spcPct val="150000"/>
              </a:lnSpc>
              <a:spcBef>
                <a:spcPts val="500"/>
              </a:spcBef>
              <a:buClr>
                <a:schemeClr val="accent2"/>
              </a:buClr>
              <a:buFontTx/>
              <a:buNone/>
              <a:defRPr sz="1500" kern="1200" spc="150" baseline="0">
                <a:solidFill>
                  <a:schemeClr val="tx1"/>
                </a:solidFill>
                <a:latin typeface="+mn-lt"/>
                <a:ea typeface="+mn-ea"/>
                <a:cs typeface="+mn-cs"/>
              </a:defRPr>
            </a:lvl2pPr>
            <a:lvl3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3pPr>
            <a:lvl4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4pPr>
            <a:lvl5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dirty="0">
                <a:latin typeface="Courier New" panose="02070309020205020404" pitchFamily="49" charset="0"/>
                <a:cs typeface="Courier New" panose="02070309020205020404" pitchFamily="49" charset="0"/>
              </a:rPr>
              <a:t>Mallorca experiences a year-round variety of weather due to its climate. A combination of Mediterranean and various air masses, such as subtropical marine, continental, and polar influences.  </a:t>
            </a:r>
            <a:endParaRPr lang="en-AU" dirty="0">
              <a:latin typeface="Courier New" panose="02070309020205020404" pitchFamily="49" charset="0"/>
              <a:cs typeface="Courier New" panose="02070309020205020404" pitchFamily="49" charset="0"/>
            </a:endParaRPr>
          </a:p>
        </p:txBody>
      </p:sp>
      <p:sp>
        <p:nvSpPr>
          <p:cNvPr id="10" name="Content Placeholder 5">
            <a:extLst>
              <a:ext uri="{FF2B5EF4-FFF2-40B4-BE49-F238E27FC236}">
                <a16:creationId xmlns:a16="http://schemas.microsoft.com/office/drawing/2014/main" id="{2F91628E-691E-7663-F384-777886D09960}"/>
              </a:ext>
            </a:extLst>
          </p:cNvPr>
          <p:cNvSpPr txBox="1">
            <a:spLocks/>
          </p:cNvSpPr>
          <p:nvPr/>
        </p:nvSpPr>
        <p:spPr>
          <a:xfrm>
            <a:off x="639412" y="1515061"/>
            <a:ext cx="5371244" cy="1255571"/>
          </a:xfrm>
          <a:prstGeom prst="rect">
            <a:avLst/>
          </a:prstGeom>
        </p:spPr>
        <p:txBody>
          <a:bodyPr vert="horz" lIns="91440" tIns="45720" rIns="91440" bIns="45720" rtlCol="0" anchor="t">
            <a:normAutofit/>
          </a:bodyPr>
          <a:lstStyle>
            <a:lvl1pPr marL="285750" indent="-285750" algn="l" defTabSz="914400" rtl="0" eaLnBrk="1" latinLnBrk="0" hangingPunct="1">
              <a:lnSpc>
                <a:spcPct val="150000"/>
              </a:lnSpc>
              <a:spcBef>
                <a:spcPts val="1500"/>
              </a:spcBef>
              <a:buClr>
                <a:schemeClr val="accent2"/>
              </a:buClr>
              <a:buFont typeface="Arial" panose="020B0604020202020204" pitchFamily="34" charset="0"/>
              <a:buChar char="•"/>
              <a:defRPr sz="1500" b="1" kern="1200" spc="150" baseline="0">
                <a:solidFill>
                  <a:schemeClr val="tx1"/>
                </a:solidFill>
                <a:latin typeface="+mn-lt"/>
                <a:ea typeface="+mn-ea"/>
                <a:cs typeface="+mn-cs"/>
              </a:defRPr>
            </a:lvl1pPr>
            <a:lvl2pPr marL="0" indent="0" algn="l" defTabSz="914400" rtl="0" eaLnBrk="1" latinLnBrk="0" hangingPunct="1">
              <a:lnSpc>
                <a:spcPct val="150000"/>
              </a:lnSpc>
              <a:spcBef>
                <a:spcPts val="500"/>
              </a:spcBef>
              <a:buClr>
                <a:schemeClr val="accent2"/>
              </a:buClr>
              <a:buFontTx/>
              <a:buNone/>
              <a:defRPr sz="1500" kern="1200" spc="150" baseline="0">
                <a:solidFill>
                  <a:schemeClr val="tx1"/>
                </a:solidFill>
                <a:latin typeface="+mn-lt"/>
                <a:ea typeface="+mn-ea"/>
                <a:cs typeface="+mn-cs"/>
              </a:defRPr>
            </a:lvl2pPr>
            <a:lvl3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3pPr>
            <a:lvl4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4pPr>
            <a:lvl5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AU" sz="1100" dirty="0">
                <a:latin typeface="Courier New" panose="02070309020205020404" pitchFamily="49" charset="0"/>
                <a:cs typeface="Courier New" panose="02070309020205020404" pitchFamily="49" charset="0"/>
              </a:rPr>
              <a:t>The Neuendorf house is located in Mallorca Spain. The house is situated along a private road , surrounded by a large density of trees on a large block of land.</a:t>
            </a:r>
          </a:p>
        </p:txBody>
      </p:sp>
      <p:pic>
        <p:nvPicPr>
          <p:cNvPr id="12" name="Picture 11" descr="A map of a land with trees and buildings&#10;&#10;Description automatically generated with medium confidence">
            <a:extLst>
              <a:ext uri="{FF2B5EF4-FFF2-40B4-BE49-F238E27FC236}">
                <a16:creationId xmlns:a16="http://schemas.microsoft.com/office/drawing/2014/main" id="{F3DBFB08-0AE8-B20D-FD2F-56A55E01A2E0}"/>
              </a:ext>
            </a:extLst>
          </p:cNvPr>
          <p:cNvPicPr>
            <a:picLocks noChangeAspect="1"/>
          </p:cNvPicPr>
          <p:nvPr/>
        </p:nvPicPr>
        <p:blipFill>
          <a:blip r:embed="rId2"/>
          <a:stretch>
            <a:fillRect/>
          </a:stretch>
        </p:blipFill>
        <p:spPr>
          <a:xfrm>
            <a:off x="705410" y="2770632"/>
            <a:ext cx="5305246" cy="3305497"/>
          </a:xfrm>
          <a:prstGeom prst="rect">
            <a:avLst/>
          </a:prstGeom>
        </p:spPr>
      </p:pic>
      <p:pic>
        <p:nvPicPr>
          <p:cNvPr id="14" name="Picture 13" descr="A map of a field with a yellow circle with blue arrows&#10;&#10;Description automatically generated">
            <a:extLst>
              <a:ext uri="{FF2B5EF4-FFF2-40B4-BE49-F238E27FC236}">
                <a16:creationId xmlns:a16="http://schemas.microsoft.com/office/drawing/2014/main" id="{95679768-AE9E-50C9-1E31-D14C77A2FECB}"/>
              </a:ext>
            </a:extLst>
          </p:cNvPr>
          <p:cNvPicPr>
            <a:picLocks noChangeAspect="1"/>
          </p:cNvPicPr>
          <p:nvPr/>
        </p:nvPicPr>
        <p:blipFill>
          <a:blip r:embed="rId3"/>
          <a:stretch>
            <a:fillRect/>
          </a:stretch>
        </p:blipFill>
        <p:spPr>
          <a:xfrm>
            <a:off x="6316875" y="2765873"/>
            <a:ext cx="5305245" cy="3305496"/>
          </a:xfrm>
          <a:prstGeom prst="rect">
            <a:avLst/>
          </a:prstGeom>
        </p:spPr>
      </p:pic>
    </p:spTree>
    <p:extLst>
      <p:ext uri="{BB962C8B-B14F-4D97-AF65-F5344CB8AC3E}">
        <p14:creationId xmlns:p14="http://schemas.microsoft.com/office/powerpoint/2010/main" val="2604604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40E3364-4572-4BAC-8DF0-6796C76CDF60}"/>
              </a:ext>
            </a:extLst>
          </p:cNvPr>
          <p:cNvSpPr>
            <a:spLocks noGrp="1"/>
          </p:cNvSpPr>
          <p:nvPr>
            <p:ph type="title"/>
          </p:nvPr>
        </p:nvSpPr>
        <p:spPr>
          <a:xfrm>
            <a:off x="539711" y="222436"/>
            <a:ext cx="5058209" cy="673405"/>
          </a:xfrm>
        </p:spPr>
        <p:txBody>
          <a:bodyPr/>
          <a:lstStyle/>
          <a:p>
            <a:r>
              <a:rPr lang="en-US" dirty="0">
                <a:latin typeface="Courier New" panose="02070309020205020404" pitchFamily="49" charset="0"/>
                <a:cs typeface="Courier New" panose="02070309020205020404" pitchFamily="49" charset="0"/>
              </a:rPr>
              <a:t>Perspective drawing</a:t>
            </a:r>
          </a:p>
        </p:txBody>
      </p:sp>
      <p:sp>
        <p:nvSpPr>
          <p:cNvPr id="3" name="Footer Placeholder 2">
            <a:extLst>
              <a:ext uri="{FF2B5EF4-FFF2-40B4-BE49-F238E27FC236}">
                <a16:creationId xmlns:a16="http://schemas.microsoft.com/office/drawing/2014/main" id="{78FE8E70-9E74-48C1-8215-3D44E782D939}"/>
              </a:ext>
            </a:extLst>
          </p:cNvPr>
          <p:cNvSpPr>
            <a:spLocks noGrp="1"/>
          </p:cNvSpPr>
          <p:nvPr>
            <p:ph type="ftr" sz="quarter" idx="11"/>
          </p:nvPr>
        </p:nvSpPr>
        <p:spPr>
          <a:xfrm>
            <a:off x="639413" y="6356350"/>
            <a:ext cx="6291108" cy="365125"/>
          </a:xfrm>
        </p:spPr>
        <p:txBody>
          <a:bodyPr/>
          <a:lstStyle/>
          <a:p>
            <a:r>
              <a:rPr lang="en-US" noProof="0" dirty="0"/>
              <a:t>Neuendorf House</a:t>
            </a:r>
          </a:p>
          <a:p>
            <a:pPr lvl="0"/>
            <a:endParaRPr lang="en-US" noProof="0" dirty="0"/>
          </a:p>
        </p:txBody>
      </p:sp>
      <p:sp>
        <p:nvSpPr>
          <p:cNvPr id="5" name="Slide Number Placeholder 4">
            <a:extLst>
              <a:ext uri="{FF2B5EF4-FFF2-40B4-BE49-F238E27FC236}">
                <a16:creationId xmlns:a16="http://schemas.microsoft.com/office/drawing/2014/main" id="{308D9E10-A6D5-4CB6-9689-563A24F01337}"/>
              </a:ext>
            </a:extLst>
          </p:cNvPr>
          <p:cNvSpPr>
            <a:spLocks noGrp="1"/>
          </p:cNvSpPr>
          <p:nvPr>
            <p:ph type="sldNum" sz="quarter" idx="12"/>
          </p:nvPr>
        </p:nvSpPr>
        <p:spPr>
          <a:xfrm>
            <a:off x="10707939" y="6356350"/>
            <a:ext cx="844649" cy="365125"/>
          </a:xfrm>
        </p:spPr>
        <p:txBody>
          <a:bodyPr/>
          <a:lstStyle/>
          <a:p>
            <a:pPr lvl="0"/>
            <a:fld id="{E20EFF4B-E35B-4DE6-97A9-05E54E649A15}" type="slidenum">
              <a:rPr lang="en-US" noProof="0" smtClean="0"/>
              <a:pPr lvl="0"/>
              <a:t>3</a:t>
            </a:fld>
            <a:endParaRPr lang="en-US" noProof="0" dirty="0"/>
          </a:p>
        </p:txBody>
      </p:sp>
      <p:pic>
        <p:nvPicPr>
          <p:cNvPr id="25" name="Picture 24" descr="A drawing of a room with chairs and a blue ceiling&#10;&#10;Description automatically generated">
            <a:extLst>
              <a:ext uri="{FF2B5EF4-FFF2-40B4-BE49-F238E27FC236}">
                <a16:creationId xmlns:a16="http://schemas.microsoft.com/office/drawing/2014/main" id="{E09DBB74-2F79-5C8E-45E8-62E4C7409160}"/>
              </a:ext>
            </a:extLst>
          </p:cNvPr>
          <p:cNvPicPr>
            <a:picLocks noChangeAspect="1"/>
          </p:cNvPicPr>
          <p:nvPr/>
        </p:nvPicPr>
        <p:blipFill rotWithShape="1">
          <a:blip r:embed="rId2"/>
          <a:srcRect l="712" t="2039" r="932" b="1689"/>
          <a:stretch/>
        </p:blipFill>
        <p:spPr>
          <a:xfrm>
            <a:off x="2115127" y="1320800"/>
            <a:ext cx="7804728" cy="4627418"/>
          </a:xfrm>
          <a:prstGeom prst="rect">
            <a:avLst/>
          </a:prstGeom>
        </p:spPr>
      </p:pic>
    </p:spTree>
    <p:extLst>
      <p:ext uri="{BB962C8B-B14F-4D97-AF65-F5344CB8AC3E}">
        <p14:creationId xmlns:p14="http://schemas.microsoft.com/office/powerpoint/2010/main" val="953940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40E3364-4572-4BAC-8DF0-6796C76CDF60}"/>
              </a:ext>
            </a:extLst>
          </p:cNvPr>
          <p:cNvSpPr>
            <a:spLocks noGrp="1"/>
          </p:cNvSpPr>
          <p:nvPr>
            <p:ph type="title"/>
          </p:nvPr>
        </p:nvSpPr>
        <p:spPr>
          <a:xfrm>
            <a:off x="539711" y="222436"/>
            <a:ext cx="5058209" cy="673405"/>
          </a:xfrm>
        </p:spPr>
        <p:txBody>
          <a:bodyPr/>
          <a:lstStyle/>
          <a:p>
            <a:r>
              <a:rPr lang="en-US" dirty="0">
                <a:latin typeface="Courier New" panose="02070309020205020404" pitchFamily="49" charset="0"/>
                <a:cs typeface="Courier New" panose="02070309020205020404" pitchFamily="49" charset="0"/>
              </a:rPr>
              <a:t>Model Takeoff notes</a:t>
            </a:r>
          </a:p>
        </p:txBody>
      </p:sp>
      <p:sp>
        <p:nvSpPr>
          <p:cNvPr id="12" name="Content Placeholder 11">
            <a:extLst>
              <a:ext uri="{FF2B5EF4-FFF2-40B4-BE49-F238E27FC236}">
                <a16:creationId xmlns:a16="http://schemas.microsoft.com/office/drawing/2014/main" id="{C9A02EB5-5B15-477E-ABD7-BD402EFF7619}"/>
              </a:ext>
            </a:extLst>
          </p:cNvPr>
          <p:cNvSpPr>
            <a:spLocks noGrp="1"/>
          </p:cNvSpPr>
          <p:nvPr>
            <p:ph idx="14"/>
          </p:nvPr>
        </p:nvSpPr>
        <p:spPr>
          <a:xfrm>
            <a:off x="539711" y="1107774"/>
            <a:ext cx="3519028" cy="465155"/>
          </a:xfrm>
        </p:spPr>
        <p:txBody>
          <a:bodyPr/>
          <a:lstStyle/>
          <a:p>
            <a:r>
              <a:rPr lang="en-US" dirty="0">
                <a:highlight>
                  <a:srgbClr val="C0C0C0"/>
                </a:highlight>
                <a:latin typeface="Courier New" panose="02070309020205020404" pitchFamily="49" charset="0"/>
                <a:cs typeface="Courier New" panose="02070309020205020404" pitchFamily="49" charset="0"/>
              </a:rPr>
              <a:t>Materials</a:t>
            </a:r>
            <a:r>
              <a:rPr lang="en-US" dirty="0"/>
              <a:t> </a:t>
            </a:r>
          </a:p>
        </p:txBody>
      </p:sp>
      <p:sp>
        <p:nvSpPr>
          <p:cNvPr id="16" name="Content Placeholder 15">
            <a:extLst>
              <a:ext uri="{FF2B5EF4-FFF2-40B4-BE49-F238E27FC236}">
                <a16:creationId xmlns:a16="http://schemas.microsoft.com/office/drawing/2014/main" id="{78DCEBE9-E50F-4C10-BAFC-209FCC0EE4D9}"/>
              </a:ext>
            </a:extLst>
          </p:cNvPr>
          <p:cNvSpPr>
            <a:spLocks noGrp="1"/>
          </p:cNvSpPr>
          <p:nvPr>
            <p:ph idx="18"/>
          </p:nvPr>
        </p:nvSpPr>
        <p:spPr>
          <a:xfrm>
            <a:off x="4281874" y="1107775"/>
            <a:ext cx="3519028" cy="465155"/>
          </a:xfrm>
        </p:spPr>
        <p:txBody>
          <a:bodyPr/>
          <a:lstStyle/>
          <a:p>
            <a:r>
              <a:rPr lang="en-US" dirty="0">
                <a:highlight>
                  <a:srgbClr val="C0C0C0"/>
                </a:highlight>
                <a:latin typeface="Courier New" panose="02070309020205020404" pitchFamily="49" charset="0"/>
                <a:cs typeface="Courier New" panose="02070309020205020404" pitchFamily="49" charset="0"/>
              </a:rPr>
              <a:t>Plan</a:t>
            </a:r>
          </a:p>
        </p:txBody>
      </p:sp>
      <p:sp>
        <p:nvSpPr>
          <p:cNvPr id="15" name="Content Placeholder 14">
            <a:extLst>
              <a:ext uri="{FF2B5EF4-FFF2-40B4-BE49-F238E27FC236}">
                <a16:creationId xmlns:a16="http://schemas.microsoft.com/office/drawing/2014/main" id="{1C60B31F-F5D0-4138-A60D-83D30136EA85}"/>
              </a:ext>
            </a:extLst>
          </p:cNvPr>
          <p:cNvSpPr>
            <a:spLocks noGrp="1"/>
          </p:cNvSpPr>
          <p:nvPr>
            <p:ph idx="17"/>
          </p:nvPr>
        </p:nvSpPr>
        <p:spPr>
          <a:xfrm>
            <a:off x="4336486" y="1698983"/>
            <a:ext cx="3519028" cy="4268870"/>
          </a:xfrm>
        </p:spPr>
        <p:txBody>
          <a:bodyPr>
            <a:noAutofit/>
          </a:bodyPr>
          <a:lstStyle/>
          <a:p>
            <a:pPr marL="342900" indent="-342900">
              <a:buFont typeface="+mj-lt"/>
              <a:buAutoNum type="arabicPeriod"/>
            </a:pPr>
            <a:r>
              <a:rPr lang="en-US" sz="1050" dirty="0">
                <a:latin typeface="Courier New" panose="02070309020205020404" pitchFamily="49" charset="0"/>
                <a:cs typeface="Courier New" panose="02070309020205020404" pitchFamily="49" charset="0"/>
              </a:rPr>
              <a:t>Cut brown Carboard to shape of topography for base.</a:t>
            </a:r>
          </a:p>
          <a:p>
            <a:pPr marL="342900" indent="-342900">
              <a:buFont typeface="+mj-lt"/>
              <a:buAutoNum type="arabicPeriod"/>
            </a:pPr>
            <a:r>
              <a:rPr lang="en-US" sz="1050" dirty="0">
                <a:latin typeface="Courier New" panose="02070309020205020404" pitchFamily="49" charset="0"/>
                <a:cs typeface="Courier New" panose="02070309020205020404" pitchFamily="49" charset="0"/>
              </a:rPr>
              <a:t>Glue the layers of carboard onto each other</a:t>
            </a:r>
          </a:p>
          <a:p>
            <a:pPr marL="342900" indent="-342900">
              <a:buFont typeface="+mj-lt"/>
              <a:buAutoNum type="arabicPeriod"/>
            </a:pPr>
            <a:r>
              <a:rPr lang="en-US" sz="1050" dirty="0">
                <a:latin typeface="Courier New" panose="02070309020205020404" pitchFamily="49" charset="0"/>
                <a:cs typeface="Courier New" panose="02070309020205020404" pitchFamily="49" charset="0"/>
              </a:rPr>
              <a:t>Using Stanley knife Cut Pannels from Foam board of each section of the house</a:t>
            </a:r>
          </a:p>
          <a:p>
            <a:pPr marL="342900" indent="-342900">
              <a:buFont typeface="+mj-lt"/>
              <a:buAutoNum type="arabicPeriod"/>
            </a:pPr>
            <a:r>
              <a:rPr lang="en-US" sz="1050" dirty="0">
                <a:latin typeface="Courier New" panose="02070309020205020404" pitchFamily="49" charset="0"/>
                <a:cs typeface="Courier New" panose="02070309020205020404" pitchFamily="49" charset="0"/>
              </a:rPr>
              <a:t>Assemble using clear craft glue</a:t>
            </a:r>
          </a:p>
          <a:p>
            <a:pPr marL="342900" indent="-342900">
              <a:buFont typeface="+mj-lt"/>
              <a:buAutoNum type="arabicPeriod"/>
            </a:pPr>
            <a:r>
              <a:rPr lang="en-US" sz="1050" dirty="0">
                <a:latin typeface="Courier New" panose="02070309020205020404" pitchFamily="49" charset="0"/>
                <a:cs typeface="Courier New" panose="02070309020205020404" pitchFamily="49" charset="0"/>
              </a:rPr>
              <a:t>Use texters to outline key features, pool and tennis court</a:t>
            </a:r>
          </a:p>
          <a:p>
            <a:pPr marL="0" indent="0" algn="ctr">
              <a:buNone/>
            </a:pPr>
            <a:r>
              <a:rPr lang="en-US" sz="1050" dirty="0">
                <a:solidFill>
                  <a:srgbClr val="FF0000"/>
                </a:solidFill>
                <a:latin typeface="Courier New" panose="02070309020205020404" pitchFamily="49" charset="0"/>
                <a:cs typeface="Courier New" panose="02070309020205020404" pitchFamily="49" charset="0"/>
              </a:rPr>
              <a:t>TSA: Actions may very when process is being undergone. </a:t>
            </a:r>
          </a:p>
        </p:txBody>
      </p:sp>
      <p:sp>
        <p:nvSpPr>
          <p:cNvPr id="14" name="Content Placeholder 13">
            <a:extLst>
              <a:ext uri="{FF2B5EF4-FFF2-40B4-BE49-F238E27FC236}">
                <a16:creationId xmlns:a16="http://schemas.microsoft.com/office/drawing/2014/main" id="{4CA45226-29D6-44C0-8C91-98137FBB6B99}"/>
              </a:ext>
            </a:extLst>
          </p:cNvPr>
          <p:cNvSpPr>
            <a:spLocks noGrp="1"/>
          </p:cNvSpPr>
          <p:nvPr>
            <p:ph idx="16"/>
          </p:nvPr>
        </p:nvSpPr>
        <p:spPr>
          <a:xfrm>
            <a:off x="8120087" y="1107774"/>
            <a:ext cx="3519028" cy="465155"/>
          </a:xfrm>
        </p:spPr>
        <p:txBody>
          <a:bodyPr/>
          <a:lstStyle/>
          <a:p>
            <a:r>
              <a:rPr lang="en-US" dirty="0">
                <a:highlight>
                  <a:srgbClr val="C0C0C0"/>
                </a:highlight>
                <a:latin typeface="Courier New" panose="02070309020205020404" pitchFamily="49" charset="0"/>
                <a:cs typeface="Courier New" panose="02070309020205020404" pitchFamily="49" charset="0"/>
              </a:rPr>
              <a:t>Process</a:t>
            </a:r>
          </a:p>
        </p:txBody>
      </p:sp>
      <p:sp>
        <p:nvSpPr>
          <p:cNvPr id="3" name="Footer Placeholder 2">
            <a:extLst>
              <a:ext uri="{FF2B5EF4-FFF2-40B4-BE49-F238E27FC236}">
                <a16:creationId xmlns:a16="http://schemas.microsoft.com/office/drawing/2014/main" id="{78FE8E70-9E74-48C1-8215-3D44E782D939}"/>
              </a:ext>
            </a:extLst>
          </p:cNvPr>
          <p:cNvSpPr>
            <a:spLocks noGrp="1"/>
          </p:cNvSpPr>
          <p:nvPr>
            <p:ph type="ftr" sz="quarter" idx="11"/>
          </p:nvPr>
        </p:nvSpPr>
        <p:spPr>
          <a:xfrm>
            <a:off x="639413" y="6356350"/>
            <a:ext cx="6291108" cy="365125"/>
          </a:xfrm>
        </p:spPr>
        <p:txBody>
          <a:bodyPr/>
          <a:lstStyle/>
          <a:p>
            <a:r>
              <a:rPr lang="en-US" noProof="0" dirty="0"/>
              <a:t>Neuendorf House</a:t>
            </a:r>
          </a:p>
          <a:p>
            <a:pPr lvl="0"/>
            <a:endParaRPr lang="en-US" noProof="0" dirty="0"/>
          </a:p>
        </p:txBody>
      </p:sp>
      <p:sp>
        <p:nvSpPr>
          <p:cNvPr id="5" name="Slide Number Placeholder 4">
            <a:extLst>
              <a:ext uri="{FF2B5EF4-FFF2-40B4-BE49-F238E27FC236}">
                <a16:creationId xmlns:a16="http://schemas.microsoft.com/office/drawing/2014/main" id="{308D9E10-A6D5-4CB6-9689-563A24F01337}"/>
              </a:ext>
            </a:extLst>
          </p:cNvPr>
          <p:cNvSpPr>
            <a:spLocks noGrp="1"/>
          </p:cNvSpPr>
          <p:nvPr>
            <p:ph type="sldNum" sz="quarter" idx="12"/>
          </p:nvPr>
        </p:nvSpPr>
        <p:spPr>
          <a:xfrm>
            <a:off x="10707939" y="6356350"/>
            <a:ext cx="844649" cy="365125"/>
          </a:xfrm>
        </p:spPr>
        <p:txBody>
          <a:bodyPr/>
          <a:lstStyle/>
          <a:p>
            <a:pPr lvl="0"/>
            <a:r>
              <a:rPr lang="en-US" dirty="0"/>
              <a:t>3</a:t>
            </a:r>
            <a:endParaRPr lang="en-US" noProof="0" dirty="0"/>
          </a:p>
        </p:txBody>
      </p:sp>
      <p:graphicFrame>
        <p:nvGraphicFramePr>
          <p:cNvPr id="2" name="Table 1">
            <a:extLst>
              <a:ext uri="{FF2B5EF4-FFF2-40B4-BE49-F238E27FC236}">
                <a16:creationId xmlns:a16="http://schemas.microsoft.com/office/drawing/2014/main" id="{37E5F090-147E-FC7F-F29D-F57BF6406671}"/>
              </a:ext>
            </a:extLst>
          </p:cNvPr>
          <p:cNvGraphicFramePr>
            <a:graphicFrameLocks noGrp="1"/>
          </p:cNvGraphicFramePr>
          <p:nvPr>
            <p:extLst>
              <p:ext uri="{D42A27DB-BD31-4B8C-83A1-F6EECF244321}">
                <p14:modId xmlns:p14="http://schemas.microsoft.com/office/powerpoint/2010/main" val="2564673702"/>
              </p:ext>
            </p:extLst>
          </p:nvPr>
        </p:nvGraphicFramePr>
        <p:xfrm>
          <a:off x="539711" y="1698983"/>
          <a:ext cx="3628251" cy="4268871"/>
        </p:xfrm>
        <a:graphic>
          <a:graphicData uri="http://schemas.openxmlformats.org/drawingml/2006/table">
            <a:tbl>
              <a:tblPr firstRow="1" bandRow="1">
                <a:tableStyleId>{5C22544A-7EE6-4342-B048-85BDC9FD1C3A}</a:tableStyleId>
              </a:tblPr>
              <a:tblGrid>
                <a:gridCol w="1209417">
                  <a:extLst>
                    <a:ext uri="{9D8B030D-6E8A-4147-A177-3AD203B41FA5}">
                      <a16:colId xmlns:a16="http://schemas.microsoft.com/office/drawing/2014/main" val="1027088087"/>
                    </a:ext>
                  </a:extLst>
                </a:gridCol>
                <a:gridCol w="1209417">
                  <a:extLst>
                    <a:ext uri="{9D8B030D-6E8A-4147-A177-3AD203B41FA5}">
                      <a16:colId xmlns:a16="http://schemas.microsoft.com/office/drawing/2014/main" val="2913928363"/>
                    </a:ext>
                  </a:extLst>
                </a:gridCol>
                <a:gridCol w="1209417">
                  <a:extLst>
                    <a:ext uri="{9D8B030D-6E8A-4147-A177-3AD203B41FA5}">
                      <a16:colId xmlns:a16="http://schemas.microsoft.com/office/drawing/2014/main" val="3209585152"/>
                    </a:ext>
                  </a:extLst>
                </a:gridCol>
              </a:tblGrid>
              <a:tr h="474319">
                <a:tc>
                  <a:txBody>
                    <a:bodyPr/>
                    <a:lstStyle/>
                    <a:p>
                      <a:r>
                        <a:rPr lang="en-AU" sz="1200" dirty="0">
                          <a:solidFill>
                            <a:schemeClr val="tx1">
                              <a:lumMod val="85000"/>
                              <a:lumOff val="15000"/>
                            </a:schemeClr>
                          </a:solidFill>
                          <a:latin typeface="Courier New" panose="02070309020205020404" pitchFamily="49" charset="0"/>
                          <a:cs typeface="Courier New" panose="02070309020205020404" pitchFamily="49" charset="0"/>
                        </a:rPr>
                        <a:t>Product</a:t>
                      </a:r>
                    </a:p>
                  </a:txBody>
                  <a:tcPr/>
                </a:tc>
                <a:tc>
                  <a:txBody>
                    <a:bodyPr/>
                    <a:lstStyle/>
                    <a:p>
                      <a:r>
                        <a:rPr lang="en-AU" sz="1200" dirty="0">
                          <a:solidFill>
                            <a:schemeClr val="tx1">
                              <a:lumMod val="85000"/>
                              <a:lumOff val="15000"/>
                            </a:schemeClr>
                          </a:solidFill>
                          <a:latin typeface="Courier New" panose="02070309020205020404" pitchFamily="49" charset="0"/>
                          <a:cs typeface="Courier New" panose="02070309020205020404" pitchFamily="49" charset="0"/>
                        </a:rPr>
                        <a:t>Quality</a:t>
                      </a:r>
                    </a:p>
                  </a:txBody>
                  <a:tcPr/>
                </a:tc>
                <a:tc>
                  <a:txBody>
                    <a:bodyPr/>
                    <a:lstStyle/>
                    <a:p>
                      <a:r>
                        <a:rPr lang="en-AU" sz="1200" dirty="0">
                          <a:solidFill>
                            <a:schemeClr val="tx1">
                              <a:lumMod val="85000"/>
                              <a:lumOff val="15000"/>
                            </a:schemeClr>
                          </a:solidFill>
                          <a:latin typeface="Courier New" panose="02070309020205020404" pitchFamily="49" charset="0"/>
                          <a:cs typeface="Courier New" panose="02070309020205020404" pitchFamily="49" charset="0"/>
                        </a:rPr>
                        <a:t>Cost</a:t>
                      </a:r>
                    </a:p>
                  </a:txBody>
                  <a:tcPr/>
                </a:tc>
                <a:extLst>
                  <a:ext uri="{0D108BD9-81ED-4DB2-BD59-A6C34878D82A}">
                    <a16:rowId xmlns:a16="http://schemas.microsoft.com/office/drawing/2014/main" val="147145953"/>
                  </a:ext>
                </a:extLst>
              </a:tr>
              <a:tr h="474319">
                <a:tc>
                  <a:txBody>
                    <a:bodyPr/>
                    <a:lstStyle/>
                    <a:p>
                      <a:r>
                        <a:rPr lang="en-AU" sz="800" dirty="0"/>
                        <a:t>Boyles Clear Craft Glue</a:t>
                      </a:r>
                    </a:p>
                  </a:txBody>
                  <a:tcPr/>
                </a:tc>
                <a:tc>
                  <a:txBody>
                    <a:bodyPr/>
                    <a:lstStyle/>
                    <a:p>
                      <a:r>
                        <a:rPr lang="en-AU" sz="800" dirty="0"/>
                        <a:t>1</a:t>
                      </a:r>
                    </a:p>
                  </a:txBody>
                  <a:tcPr/>
                </a:tc>
                <a:tc>
                  <a:txBody>
                    <a:bodyPr/>
                    <a:lstStyle/>
                    <a:p>
                      <a:r>
                        <a:rPr lang="en-AU" sz="800" dirty="0"/>
                        <a:t>$9.49</a:t>
                      </a:r>
                    </a:p>
                  </a:txBody>
                  <a:tcPr/>
                </a:tc>
                <a:extLst>
                  <a:ext uri="{0D108BD9-81ED-4DB2-BD59-A6C34878D82A}">
                    <a16:rowId xmlns:a16="http://schemas.microsoft.com/office/drawing/2014/main" val="18336737"/>
                  </a:ext>
                </a:extLst>
              </a:tr>
              <a:tr h="474319">
                <a:tc>
                  <a:txBody>
                    <a:bodyPr/>
                    <a:lstStyle/>
                    <a:p>
                      <a:r>
                        <a:rPr lang="en-AU" sz="800" dirty="0"/>
                        <a:t>Flat brown Carboard </a:t>
                      </a:r>
                    </a:p>
                  </a:txBody>
                  <a:tcPr/>
                </a:tc>
                <a:tc>
                  <a:txBody>
                    <a:bodyPr/>
                    <a:lstStyle/>
                    <a:p>
                      <a:r>
                        <a:rPr lang="en-AU" sz="800" dirty="0"/>
                        <a:t>8</a:t>
                      </a:r>
                    </a:p>
                  </a:txBody>
                  <a:tcPr/>
                </a:tc>
                <a:tc>
                  <a:txBody>
                    <a:bodyPr/>
                    <a:lstStyle/>
                    <a:p>
                      <a:r>
                        <a:rPr lang="en-AU" sz="800" dirty="0"/>
                        <a:t>$0 (From Work)</a:t>
                      </a:r>
                    </a:p>
                  </a:txBody>
                  <a:tcPr/>
                </a:tc>
                <a:extLst>
                  <a:ext uri="{0D108BD9-81ED-4DB2-BD59-A6C34878D82A}">
                    <a16:rowId xmlns:a16="http://schemas.microsoft.com/office/drawing/2014/main" val="831673400"/>
                  </a:ext>
                </a:extLst>
              </a:tr>
              <a:tr h="474319">
                <a:tc>
                  <a:txBody>
                    <a:bodyPr/>
                    <a:lstStyle/>
                    <a:p>
                      <a:r>
                        <a:rPr lang="en-AU" sz="800" dirty="0"/>
                        <a:t>A1 Foam Board 5mm</a:t>
                      </a:r>
                    </a:p>
                  </a:txBody>
                  <a:tcPr/>
                </a:tc>
                <a:tc>
                  <a:txBody>
                    <a:bodyPr/>
                    <a:lstStyle/>
                    <a:p>
                      <a:r>
                        <a:rPr lang="en-AU" sz="800" dirty="0"/>
                        <a:t>1</a:t>
                      </a:r>
                    </a:p>
                  </a:txBody>
                  <a:tcPr/>
                </a:tc>
                <a:tc>
                  <a:txBody>
                    <a:bodyPr/>
                    <a:lstStyle/>
                    <a:p>
                      <a:r>
                        <a:rPr lang="en-AU" sz="800" dirty="0"/>
                        <a:t>$9.54</a:t>
                      </a:r>
                    </a:p>
                  </a:txBody>
                  <a:tcPr/>
                </a:tc>
                <a:extLst>
                  <a:ext uri="{0D108BD9-81ED-4DB2-BD59-A6C34878D82A}">
                    <a16:rowId xmlns:a16="http://schemas.microsoft.com/office/drawing/2014/main" val="3933245857"/>
                  </a:ext>
                </a:extLst>
              </a:tr>
              <a:tr h="474319">
                <a:tc>
                  <a:txBody>
                    <a:bodyPr/>
                    <a:lstStyle/>
                    <a:p>
                      <a:r>
                        <a:rPr lang="en-AU" sz="800" dirty="0"/>
                        <a:t>Deciduous Trees 38mm </a:t>
                      </a:r>
                    </a:p>
                  </a:txBody>
                  <a:tcPr/>
                </a:tc>
                <a:tc>
                  <a:txBody>
                    <a:bodyPr/>
                    <a:lstStyle/>
                    <a:p>
                      <a:r>
                        <a:rPr lang="en-AU" sz="800" dirty="0"/>
                        <a:t>4</a:t>
                      </a:r>
                    </a:p>
                  </a:txBody>
                  <a:tcPr/>
                </a:tc>
                <a:tc>
                  <a:txBody>
                    <a:bodyPr/>
                    <a:lstStyle/>
                    <a:p>
                      <a:r>
                        <a:rPr lang="en-AU" sz="800" dirty="0"/>
                        <a:t>$18.99</a:t>
                      </a:r>
                    </a:p>
                  </a:txBody>
                  <a:tcPr/>
                </a:tc>
                <a:extLst>
                  <a:ext uri="{0D108BD9-81ED-4DB2-BD59-A6C34878D82A}">
                    <a16:rowId xmlns:a16="http://schemas.microsoft.com/office/drawing/2014/main" val="2693740321"/>
                  </a:ext>
                </a:extLst>
              </a:tr>
              <a:tr h="474319">
                <a:tc>
                  <a:txBody>
                    <a:bodyPr/>
                    <a:lstStyle/>
                    <a:p>
                      <a:r>
                        <a:rPr lang="en-AU" sz="800" dirty="0"/>
                        <a:t>Stanley Knife</a:t>
                      </a:r>
                    </a:p>
                  </a:txBody>
                  <a:tcPr/>
                </a:tc>
                <a:tc>
                  <a:txBody>
                    <a:bodyPr/>
                    <a:lstStyle/>
                    <a:p>
                      <a:r>
                        <a:rPr lang="en-AU" sz="800" dirty="0"/>
                        <a:t>1</a:t>
                      </a:r>
                    </a:p>
                  </a:txBody>
                  <a:tcPr/>
                </a:tc>
                <a:tc>
                  <a:txBody>
                    <a:bodyPr/>
                    <a:lstStyle/>
                    <a:p>
                      <a:r>
                        <a:rPr lang="en-AU" sz="800" dirty="0"/>
                        <a:t>$0 (already owned)</a:t>
                      </a:r>
                    </a:p>
                  </a:txBody>
                  <a:tcPr/>
                </a:tc>
                <a:extLst>
                  <a:ext uri="{0D108BD9-81ED-4DB2-BD59-A6C34878D82A}">
                    <a16:rowId xmlns:a16="http://schemas.microsoft.com/office/drawing/2014/main" val="3459498837"/>
                  </a:ext>
                </a:extLst>
              </a:tr>
              <a:tr h="474319">
                <a:tc>
                  <a:txBody>
                    <a:bodyPr/>
                    <a:lstStyle/>
                    <a:p>
                      <a:r>
                        <a:rPr lang="en-AU" sz="800" dirty="0"/>
                        <a:t>Texters </a:t>
                      </a:r>
                    </a:p>
                  </a:txBody>
                  <a:tcPr/>
                </a:tc>
                <a:tc>
                  <a:txBody>
                    <a:bodyPr/>
                    <a:lstStyle/>
                    <a:p>
                      <a:r>
                        <a:rPr lang="en-AU" sz="800" dirty="0"/>
                        <a:t>-</a:t>
                      </a:r>
                    </a:p>
                  </a:txBody>
                  <a:tcPr/>
                </a:tc>
                <a:tc>
                  <a:txBody>
                    <a:bodyPr/>
                    <a:lstStyle/>
                    <a:p>
                      <a:r>
                        <a:rPr lang="en-AU" sz="800" dirty="0"/>
                        <a:t>$0 (already owned)</a:t>
                      </a:r>
                    </a:p>
                  </a:txBody>
                  <a:tcPr/>
                </a:tc>
                <a:extLst>
                  <a:ext uri="{0D108BD9-81ED-4DB2-BD59-A6C34878D82A}">
                    <a16:rowId xmlns:a16="http://schemas.microsoft.com/office/drawing/2014/main" val="2346547925"/>
                  </a:ext>
                </a:extLst>
              </a:tr>
              <a:tr h="474319">
                <a:tc>
                  <a:txBody>
                    <a:bodyPr/>
                    <a:lstStyle/>
                    <a:p>
                      <a:r>
                        <a:rPr lang="en-AU" sz="800" dirty="0"/>
                        <a:t>Ruler</a:t>
                      </a:r>
                    </a:p>
                  </a:txBody>
                  <a:tcPr/>
                </a:tc>
                <a:tc>
                  <a:txBody>
                    <a:bodyPr/>
                    <a:lstStyle/>
                    <a:p>
                      <a:r>
                        <a:rPr lang="en-AU" sz="8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800" dirty="0"/>
                        <a:t>$0 (already owned)</a:t>
                      </a:r>
                    </a:p>
                    <a:p>
                      <a:endParaRPr lang="en-AU" sz="800" dirty="0"/>
                    </a:p>
                  </a:txBody>
                  <a:tcPr/>
                </a:tc>
                <a:extLst>
                  <a:ext uri="{0D108BD9-81ED-4DB2-BD59-A6C34878D82A}">
                    <a16:rowId xmlns:a16="http://schemas.microsoft.com/office/drawing/2014/main" val="3596713248"/>
                  </a:ext>
                </a:extLst>
              </a:tr>
              <a:tr h="474319">
                <a:tc>
                  <a:txBody>
                    <a:bodyPr/>
                    <a:lstStyle/>
                    <a:p>
                      <a:r>
                        <a:rPr lang="en-AU" sz="800" dirty="0"/>
                        <a:t>Pencils </a:t>
                      </a:r>
                    </a:p>
                  </a:txBody>
                  <a:tcPr/>
                </a:tc>
                <a:tc>
                  <a:txBody>
                    <a:bodyPr/>
                    <a:lstStyle/>
                    <a:p>
                      <a:r>
                        <a:rPr lang="en-AU" sz="8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800" dirty="0"/>
                        <a:t>$0 (already owned)</a:t>
                      </a:r>
                    </a:p>
                    <a:p>
                      <a:endParaRPr lang="en-AU" sz="800" dirty="0"/>
                    </a:p>
                    <a:p>
                      <a:endParaRPr lang="en-AU" sz="800" dirty="0"/>
                    </a:p>
                  </a:txBody>
                  <a:tcPr/>
                </a:tc>
                <a:extLst>
                  <a:ext uri="{0D108BD9-81ED-4DB2-BD59-A6C34878D82A}">
                    <a16:rowId xmlns:a16="http://schemas.microsoft.com/office/drawing/2014/main" val="1190747658"/>
                  </a:ext>
                </a:extLst>
              </a:tr>
            </a:tbl>
          </a:graphicData>
        </a:graphic>
      </p:graphicFrame>
      <p:graphicFrame>
        <p:nvGraphicFramePr>
          <p:cNvPr id="6" name="Table 5">
            <a:extLst>
              <a:ext uri="{FF2B5EF4-FFF2-40B4-BE49-F238E27FC236}">
                <a16:creationId xmlns:a16="http://schemas.microsoft.com/office/drawing/2014/main" id="{53DEC43A-8ED6-DFF0-976C-C60671123362}"/>
              </a:ext>
            </a:extLst>
          </p:cNvPr>
          <p:cNvGraphicFramePr>
            <a:graphicFrameLocks noGrp="1"/>
          </p:cNvGraphicFramePr>
          <p:nvPr>
            <p:extLst>
              <p:ext uri="{D42A27DB-BD31-4B8C-83A1-F6EECF244321}">
                <p14:modId xmlns:p14="http://schemas.microsoft.com/office/powerpoint/2010/main" val="466602109"/>
              </p:ext>
            </p:extLst>
          </p:nvPr>
        </p:nvGraphicFramePr>
        <p:xfrm>
          <a:off x="8120087" y="1698983"/>
          <a:ext cx="3628251" cy="1854200"/>
        </p:xfrm>
        <a:graphic>
          <a:graphicData uri="http://schemas.openxmlformats.org/drawingml/2006/table">
            <a:tbl>
              <a:tblPr firstRow="1" bandRow="1">
                <a:tableStyleId>{5C22544A-7EE6-4342-B048-85BDC9FD1C3A}</a:tableStyleId>
              </a:tblPr>
              <a:tblGrid>
                <a:gridCol w="1209417">
                  <a:extLst>
                    <a:ext uri="{9D8B030D-6E8A-4147-A177-3AD203B41FA5}">
                      <a16:colId xmlns:a16="http://schemas.microsoft.com/office/drawing/2014/main" val="3222379085"/>
                    </a:ext>
                  </a:extLst>
                </a:gridCol>
                <a:gridCol w="1209417">
                  <a:extLst>
                    <a:ext uri="{9D8B030D-6E8A-4147-A177-3AD203B41FA5}">
                      <a16:colId xmlns:a16="http://schemas.microsoft.com/office/drawing/2014/main" val="3049768546"/>
                    </a:ext>
                  </a:extLst>
                </a:gridCol>
                <a:gridCol w="1209417">
                  <a:extLst>
                    <a:ext uri="{9D8B030D-6E8A-4147-A177-3AD203B41FA5}">
                      <a16:colId xmlns:a16="http://schemas.microsoft.com/office/drawing/2014/main" val="839193142"/>
                    </a:ext>
                  </a:extLst>
                </a:gridCol>
              </a:tblGrid>
              <a:tr h="370840">
                <a:tc>
                  <a:txBody>
                    <a:bodyPr/>
                    <a:lstStyle/>
                    <a:p>
                      <a:endParaRPr lang="en-AU" sz="120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AU" sz="1200" dirty="0">
                          <a:solidFill>
                            <a:schemeClr val="tx1"/>
                          </a:solidFill>
                          <a:latin typeface="Courier New" panose="02070309020205020404" pitchFamily="49" charset="0"/>
                          <a:cs typeface="Courier New" panose="02070309020205020404" pitchFamily="49" charset="0"/>
                        </a:rPr>
                        <a:t>Date</a:t>
                      </a:r>
                    </a:p>
                  </a:txBody>
                  <a:tcPr/>
                </a:tc>
                <a:tc>
                  <a:txBody>
                    <a:bodyPr/>
                    <a:lstStyle/>
                    <a:p>
                      <a:r>
                        <a:rPr lang="en-AU" sz="1200" dirty="0">
                          <a:solidFill>
                            <a:schemeClr val="tx1"/>
                          </a:solidFill>
                          <a:latin typeface="Courier New" panose="02070309020205020404" pitchFamily="49" charset="0"/>
                          <a:cs typeface="Courier New" panose="02070309020205020404" pitchFamily="49" charset="0"/>
                        </a:rPr>
                        <a:t>Status</a:t>
                      </a:r>
                    </a:p>
                  </a:txBody>
                  <a:tcPr/>
                </a:tc>
                <a:extLst>
                  <a:ext uri="{0D108BD9-81ED-4DB2-BD59-A6C34878D82A}">
                    <a16:rowId xmlns:a16="http://schemas.microsoft.com/office/drawing/2014/main" val="1219042618"/>
                  </a:ext>
                </a:extLst>
              </a:tr>
              <a:tr h="370840">
                <a:tc>
                  <a:txBody>
                    <a:bodyPr/>
                    <a:lstStyle/>
                    <a:p>
                      <a:r>
                        <a:rPr lang="en-AU" sz="800" dirty="0">
                          <a:latin typeface="Courier New" panose="02070309020205020404" pitchFamily="49" charset="0"/>
                          <a:cs typeface="Courier New" panose="02070309020205020404" pitchFamily="49" charset="0"/>
                        </a:rPr>
                        <a:t>Materials collected</a:t>
                      </a:r>
                    </a:p>
                  </a:txBody>
                  <a:tcPr/>
                </a:tc>
                <a:tc>
                  <a:txBody>
                    <a:bodyPr/>
                    <a:lstStyle/>
                    <a:p>
                      <a:r>
                        <a:rPr lang="en-AU" sz="800" dirty="0">
                          <a:latin typeface="Courier New" panose="02070309020205020404" pitchFamily="49" charset="0"/>
                          <a:cs typeface="Courier New" panose="02070309020205020404" pitchFamily="49" charset="0"/>
                        </a:rPr>
                        <a:t>28/03/2024</a:t>
                      </a:r>
                    </a:p>
                  </a:txBody>
                  <a:tcPr/>
                </a:tc>
                <a:tc>
                  <a:txBody>
                    <a:bodyPr/>
                    <a:lstStyle/>
                    <a:p>
                      <a:r>
                        <a:rPr lang="en-AU" sz="800" dirty="0">
                          <a:latin typeface="Courier New" panose="02070309020205020404" pitchFamily="49" charset="0"/>
                          <a:cs typeface="Courier New" panose="02070309020205020404" pitchFamily="49" charset="0"/>
                        </a:rPr>
                        <a:t>complete</a:t>
                      </a:r>
                    </a:p>
                  </a:txBody>
                  <a:tcPr/>
                </a:tc>
                <a:extLst>
                  <a:ext uri="{0D108BD9-81ED-4DB2-BD59-A6C34878D82A}">
                    <a16:rowId xmlns:a16="http://schemas.microsoft.com/office/drawing/2014/main" val="2449498853"/>
                  </a:ext>
                </a:extLst>
              </a:tr>
              <a:tr h="370840">
                <a:tc>
                  <a:txBody>
                    <a:bodyPr/>
                    <a:lstStyle/>
                    <a:p>
                      <a:r>
                        <a:rPr lang="en-AU" sz="800" dirty="0">
                          <a:latin typeface="Courier New" panose="02070309020205020404" pitchFamily="49" charset="0"/>
                          <a:cs typeface="Courier New" panose="02070309020205020404" pitchFamily="49" charset="0"/>
                        </a:rPr>
                        <a:t>Base has been created </a:t>
                      </a:r>
                    </a:p>
                  </a:txBody>
                  <a:tcPr/>
                </a:tc>
                <a:tc>
                  <a:txBody>
                    <a:bodyPr/>
                    <a:lstStyle/>
                    <a:p>
                      <a:r>
                        <a:rPr lang="en-AU" sz="800" dirty="0">
                          <a:latin typeface="Courier New" panose="02070309020205020404" pitchFamily="49" charset="0"/>
                          <a:cs typeface="Courier New" panose="02070309020205020404" pitchFamily="49" charset="0"/>
                        </a:rPr>
                        <a:t>-</a:t>
                      </a:r>
                    </a:p>
                  </a:txBody>
                  <a:tcPr/>
                </a:tc>
                <a:tc>
                  <a:txBody>
                    <a:bodyPr/>
                    <a:lstStyle/>
                    <a:p>
                      <a:r>
                        <a:rPr lang="en-AU" sz="8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3316873379"/>
                  </a:ext>
                </a:extLst>
              </a:tr>
              <a:tr h="370840">
                <a:tc>
                  <a:txBody>
                    <a:bodyPr/>
                    <a:lstStyle/>
                    <a:p>
                      <a:r>
                        <a:rPr lang="en-AU" sz="800" dirty="0">
                          <a:latin typeface="Courier New" panose="02070309020205020404" pitchFamily="49" charset="0"/>
                          <a:cs typeface="Courier New" panose="02070309020205020404" pitchFamily="49" charset="0"/>
                        </a:rPr>
                        <a:t>House panels have been cut out</a:t>
                      </a:r>
                    </a:p>
                  </a:txBody>
                  <a:tcPr/>
                </a:tc>
                <a:tc>
                  <a:txBody>
                    <a:bodyPr/>
                    <a:lstStyle/>
                    <a:p>
                      <a:r>
                        <a:rPr lang="en-AU" sz="800" dirty="0">
                          <a:latin typeface="Courier New" panose="02070309020205020404" pitchFamily="49" charset="0"/>
                          <a:cs typeface="Courier New" panose="02070309020205020404" pitchFamily="49" charset="0"/>
                        </a:rPr>
                        <a:t>-</a:t>
                      </a:r>
                    </a:p>
                  </a:txBody>
                  <a:tcPr/>
                </a:tc>
                <a:tc>
                  <a:txBody>
                    <a:bodyPr/>
                    <a:lstStyle/>
                    <a:p>
                      <a:r>
                        <a:rPr lang="en-AU" sz="8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2414320026"/>
                  </a:ext>
                </a:extLst>
              </a:tr>
              <a:tr h="370840">
                <a:tc>
                  <a:txBody>
                    <a:bodyPr/>
                    <a:lstStyle/>
                    <a:p>
                      <a:r>
                        <a:rPr lang="en-AU" sz="800" dirty="0">
                          <a:latin typeface="Courier New" panose="02070309020205020404" pitchFamily="49" charset="0"/>
                          <a:cs typeface="Courier New" panose="02070309020205020404" pitchFamily="49" charset="0"/>
                        </a:rPr>
                        <a:t>Glueing process</a:t>
                      </a:r>
                    </a:p>
                  </a:txBody>
                  <a:tcPr/>
                </a:tc>
                <a:tc>
                  <a:txBody>
                    <a:bodyPr/>
                    <a:lstStyle/>
                    <a:p>
                      <a:r>
                        <a:rPr lang="en-AU" sz="800" dirty="0">
                          <a:latin typeface="Courier New" panose="02070309020205020404" pitchFamily="49" charset="0"/>
                          <a:cs typeface="Courier New" panose="02070309020205020404" pitchFamily="49" charset="0"/>
                        </a:rPr>
                        <a:t>-</a:t>
                      </a:r>
                    </a:p>
                  </a:txBody>
                  <a:tcPr/>
                </a:tc>
                <a:tc>
                  <a:txBody>
                    <a:bodyPr/>
                    <a:lstStyle/>
                    <a:p>
                      <a:r>
                        <a:rPr lang="en-AU" sz="8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1894656459"/>
                  </a:ext>
                </a:extLst>
              </a:tr>
            </a:tbl>
          </a:graphicData>
        </a:graphic>
      </p:graphicFrame>
    </p:spTree>
    <p:extLst>
      <p:ext uri="{BB962C8B-B14F-4D97-AF65-F5344CB8AC3E}">
        <p14:creationId xmlns:p14="http://schemas.microsoft.com/office/powerpoint/2010/main" val="3359473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40E3364-4572-4BAC-8DF0-6796C76CDF60}"/>
              </a:ext>
            </a:extLst>
          </p:cNvPr>
          <p:cNvSpPr>
            <a:spLocks noGrp="1"/>
          </p:cNvSpPr>
          <p:nvPr>
            <p:ph type="title"/>
          </p:nvPr>
        </p:nvSpPr>
        <p:spPr>
          <a:xfrm>
            <a:off x="539711" y="222436"/>
            <a:ext cx="7753897" cy="673405"/>
          </a:xfrm>
        </p:spPr>
        <p:txBody>
          <a:bodyPr>
            <a:normAutofit/>
          </a:bodyPr>
          <a:lstStyle/>
          <a:p>
            <a:r>
              <a:rPr lang="en-US" dirty="0">
                <a:latin typeface="Courier New" panose="02070309020205020404" pitchFamily="49" charset="0"/>
                <a:cs typeface="Courier New" panose="02070309020205020404" pitchFamily="49" charset="0"/>
              </a:rPr>
              <a:t>Group Theme (John Pawson, minimalism) </a:t>
            </a:r>
          </a:p>
        </p:txBody>
      </p:sp>
      <p:sp>
        <p:nvSpPr>
          <p:cNvPr id="12" name="Content Placeholder 11">
            <a:extLst>
              <a:ext uri="{FF2B5EF4-FFF2-40B4-BE49-F238E27FC236}">
                <a16:creationId xmlns:a16="http://schemas.microsoft.com/office/drawing/2014/main" id="{C9A02EB5-5B15-477E-ABD7-BD402EFF7619}"/>
              </a:ext>
            </a:extLst>
          </p:cNvPr>
          <p:cNvSpPr>
            <a:spLocks noGrp="1"/>
          </p:cNvSpPr>
          <p:nvPr>
            <p:ph idx="14"/>
          </p:nvPr>
        </p:nvSpPr>
        <p:spPr>
          <a:xfrm>
            <a:off x="648934" y="1472055"/>
            <a:ext cx="5312953" cy="465155"/>
          </a:xfrm>
        </p:spPr>
        <p:txBody>
          <a:bodyPr/>
          <a:lstStyle/>
          <a:p>
            <a:r>
              <a:rPr lang="en-US" dirty="0">
                <a:highlight>
                  <a:srgbClr val="C0C0C0"/>
                </a:highlight>
                <a:latin typeface="Courier New" panose="02070309020205020404" pitchFamily="49" charset="0"/>
                <a:cs typeface="Courier New" panose="02070309020205020404" pitchFamily="49" charset="0"/>
              </a:rPr>
              <a:t>Complexity of minimalism</a:t>
            </a:r>
          </a:p>
        </p:txBody>
      </p:sp>
      <p:sp>
        <p:nvSpPr>
          <p:cNvPr id="3" name="Footer Placeholder 2">
            <a:extLst>
              <a:ext uri="{FF2B5EF4-FFF2-40B4-BE49-F238E27FC236}">
                <a16:creationId xmlns:a16="http://schemas.microsoft.com/office/drawing/2014/main" id="{78FE8E70-9E74-48C1-8215-3D44E782D939}"/>
              </a:ext>
            </a:extLst>
          </p:cNvPr>
          <p:cNvSpPr>
            <a:spLocks noGrp="1"/>
          </p:cNvSpPr>
          <p:nvPr>
            <p:ph type="ftr" sz="quarter" idx="11"/>
          </p:nvPr>
        </p:nvSpPr>
        <p:spPr>
          <a:xfrm>
            <a:off x="639413" y="6356350"/>
            <a:ext cx="6291108" cy="365125"/>
          </a:xfrm>
        </p:spPr>
        <p:txBody>
          <a:bodyPr/>
          <a:lstStyle/>
          <a:p>
            <a:pPr lvl="0"/>
            <a:r>
              <a:rPr lang="en-US" noProof="0" dirty="0"/>
              <a:t>Neuendorf House</a:t>
            </a:r>
          </a:p>
        </p:txBody>
      </p:sp>
      <p:sp>
        <p:nvSpPr>
          <p:cNvPr id="5" name="Slide Number Placeholder 4">
            <a:extLst>
              <a:ext uri="{FF2B5EF4-FFF2-40B4-BE49-F238E27FC236}">
                <a16:creationId xmlns:a16="http://schemas.microsoft.com/office/drawing/2014/main" id="{308D9E10-A6D5-4CB6-9689-563A24F01337}"/>
              </a:ext>
            </a:extLst>
          </p:cNvPr>
          <p:cNvSpPr>
            <a:spLocks noGrp="1"/>
          </p:cNvSpPr>
          <p:nvPr>
            <p:ph type="sldNum" sz="quarter" idx="12"/>
          </p:nvPr>
        </p:nvSpPr>
        <p:spPr>
          <a:xfrm>
            <a:off x="10707939" y="6356350"/>
            <a:ext cx="844649" cy="365125"/>
          </a:xfrm>
        </p:spPr>
        <p:txBody>
          <a:bodyPr/>
          <a:lstStyle/>
          <a:p>
            <a:pPr lvl="0"/>
            <a:r>
              <a:rPr lang="en-US" noProof="0" dirty="0"/>
              <a:t>5</a:t>
            </a:r>
          </a:p>
        </p:txBody>
      </p:sp>
      <p:sp>
        <p:nvSpPr>
          <p:cNvPr id="6" name="Content Placeholder 5">
            <a:extLst>
              <a:ext uri="{FF2B5EF4-FFF2-40B4-BE49-F238E27FC236}">
                <a16:creationId xmlns:a16="http://schemas.microsoft.com/office/drawing/2014/main" id="{7106D503-7D89-5BEA-D138-23B7FCF0764B}"/>
              </a:ext>
            </a:extLst>
          </p:cNvPr>
          <p:cNvSpPr>
            <a:spLocks noGrp="1"/>
          </p:cNvSpPr>
          <p:nvPr>
            <p:ph idx="1"/>
          </p:nvPr>
        </p:nvSpPr>
        <p:spPr>
          <a:xfrm>
            <a:off x="648934" y="2057605"/>
            <a:ext cx="5834161" cy="3885996"/>
          </a:xfrm>
        </p:spPr>
        <p:txBody>
          <a:bodyPr>
            <a:normAutofit fontScale="92500" lnSpcReduction="20000"/>
          </a:bodyPr>
          <a:lstStyle/>
          <a:p>
            <a:pPr marL="0" indent="0" algn="just">
              <a:buNone/>
            </a:pPr>
            <a:r>
              <a:rPr lang="en-US" dirty="0">
                <a:latin typeface="Courier New" panose="02070309020205020404" pitchFamily="49" charset="0"/>
                <a:cs typeface="Courier New" panose="02070309020205020404" pitchFamily="49" charset="0"/>
              </a:rPr>
              <a:t>Our group chose John Pawson and minimalism, in particular I was inspired by the elegance of his well-known projects, Neuendorf House. Pawson's thinking of simplicity is  demonstrated in his design. The Neuendorf House along with many other projects inspired our desire to follow his aesthetically pleasing and functional designs.  Minimalism offers clarity with space,  By using Pawson's minimalist aesthetic, we want to recreate these spaces that are not only visually stunning but also meaningful and beneficial to the human experience.</a:t>
            </a:r>
            <a:endParaRPr lang="en-AU" dirty="0">
              <a:latin typeface="Courier New" panose="02070309020205020404" pitchFamily="49" charset="0"/>
              <a:cs typeface="Courier New" panose="02070309020205020404" pitchFamily="49" charset="0"/>
            </a:endParaRPr>
          </a:p>
        </p:txBody>
      </p:sp>
      <p:pic>
        <p:nvPicPr>
          <p:cNvPr id="22" name="Picture 21">
            <a:extLst>
              <a:ext uri="{FF2B5EF4-FFF2-40B4-BE49-F238E27FC236}">
                <a16:creationId xmlns:a16="http://schemas.microsoft.com/office/drawing/2014/main" id="{F60A57C4-D634-1920-9ACF-072E6F4BC1C3}"/>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7295738" y="1435608"/>
            <a:ext cx="3986783" cy="3986783"/>
          </a:xfrm>
          <a:prstGeom prst="rect">
            <a:avLst/>
          </a:prstGeom>
        </p:spPr>
      </p:pic>
      <p:sp>
        <p:nvSpPr>
          <p:cNvPr id="23" name="TextBox 22">
            <a:extLst>
              <a:ext uri="{FF2B5EF4-FFF2-40B4-BE49-F238E27FC236}">
                <a16:creationId xmlns:a16="http://schemas.microsoft.com/office/drawing/2014/main" id="{A0A18D79-F23D-E9EC-27E1-985DF3ECA790}"/>
              </a:ext>
            </a:extLst>
          </p:cNvPr>
          <p:cNvSpPr txBox="1"/>
          <p:nvPr/>
        </p:nvSpPr>
        <p:spPr>
          <a:xfrm>
            <a:off x="7205472" y="5422391"/>
            <a:ext cx="4160520" cy="707886"/>
          </a:xfrm>
          <a:prstGeom prst="rect">
            <a:avLst/>
          </a:prstGeom>
          <a:noFill/>
        </p:spPr>
        <p:txBody>
          <a:bodyPr wrap="square" rtlCol="0">
            <a:spAutoFit/>
          </a:bodyPr>
          <a:lstStyle/>
          <a:p>
            <a:r>
              <a:rPr lang="en-AU" sz="700" dirty="0">
                <a:solidFill>
                  <a:srgbClr val="0070C0"/>
                </a:solidFill>
                <a:latin typeface="Courier New" panose="02070309020205020404" pitchFamily="49" charset="0"/>
                <a:cs typeface="Courier New" panose="02070309020205020404" pitchFamily="49" charset="0"/>
              </a:rPr>
              <a:t>Figure 1.4: </a:t>
            </a:r>
            <a:r>
              <a:rPr lang="en-US" sz="700" dirty="0">
                <a:solidFill>
                  <a:srgbClr val="0070C0"/>
                </a:solidFill>
                <a:latin typeface="Courier New" panose="02070309020205020404" pitchFamily="49" charset="0"/>
                <a:cs typeface="Courier New" panose="02070309020205020404" pitchFamily="49" charset="0"/>
              </a:rPr>
              <a:t>(</a:t>
            </a:r>
            <a:r>
              <a:rPr lang="en-US" sz="700" b="0" i="0" dirty="0">
                <a:solidFill>
                  <a:srgbClr val="0070C0"/>
                </a:solidFill>
                <a:effectLst/>
                <a:latin typeface="Courier New" panose="02070309020205020404" pitchFamily="49" charset="0"/>
                <a:cs typeface="Courier New" panose="02070309020205020404" pitchFamily="49" charset="0"/>
              </a:rPr>
              <a:t>N.d.). Retrieved from </a:t>
            </a:r>
            <a:r>
              <a:rPr lang="en-US" sz="700" b="0" i="0" dirty="0">
                <a:solidFill>
                  <a:srgbClr val="0070C0"/>
                </a:solidFill>
                <a:effectLst/>
                <a:latin typeface="Courier New" panose="02070309020205020404" pitchFamily="49" charset="0"/>
                <a:cs typeface="Courier New" panose="02070309020205020404" pitchFamily="49" charset="0"/>
                <a:hlinkClick r:id="rId4">
                  <a:extLst>
                    <a:ext uri="{A12FA001-AC4F-418D-AE19-62706E023703}">
                      <ahyp:hlinkClr xmlns:ahyp="http://schemas.microsoft.com/office/drawing/2018/hyperlinkcolor" val="tx"/>
                    </a:ext>
                  </a:extLst>
                </a:hlinkClick>
              </a:rPr>
              <a:t>https://i.guim.co.uk/img/media/9a781c432346b407d6b1d70bcc190de0f2cb3d08/0_428_5039_3024/master/5039.jpg?width=1200&amp;height=1200&amp;quality=85&amp;auto=format&amp;fit=crop&amp;s=8ddabf4ecef36525f386000e135b53d5</a:t>
            </a:r>
            <a:endParaRPr lang="en-US" sz="700" b="0" i="0" dirty="0">
              <a:solidFill>
                <a:srgbClr val="0070C0"/>
              </a:solidFill>
              <a:effectLst/>
              <a:latin typeface="Courier New" panose="02070309020205020404" pitchFamily="49" charset="0"/>
              <a:cs typeface="Courier New" panose="02070309020205020404" pitchFamily="49" charset="0"/>
            </a:endParaRPr>
          </a:p>
          <a:p>
            <a:endParaRPr lang="en-US" sz="600" b="0" i="0" dirty="0">
              <a:solidFill>
                <a:srgbClr val="000000"/>
              </a:solidFill>
              <a:effectLst/>
              <a:latin typeface="Courier New" panose="02070309020205020404" pitchFamily="49" charset="0"/>
              <a:cs typeface="Courier New" panose="02070309020205020404" pitchFamily="49" charset="0"/>
            </a:endParaRPr>
          </a:p>
          <a:p>
            <a:r>
              <a:rPr lang="en-AU" sz="600"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4088311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a:extLst>
              <a:ext uri="{FF2B5EF4-FFF2-40B4-BE49-F238E27FC236}">
                <a16:creationId xmlns:a16="http://schemas.microsoft.com/office/drawing/2014/main" id="{2DFE6010-0FC2-4302-8ABC-58026AC355A6}"/>
              </a:ext>
            </a:extLst>
          </p:cNvPr>
          <p:cNvSpPr>
            <a:spLocks noGrp="1"/>
          </p:cNvSpPr>
          <p:nvPr>
            <p:ph type="title"/>
          </p:nvPr>
        </p:nvSpPr>
        <p:spPr>
          <a:xfrm>
            <a:off x="5937594" y="1328058"/>
            <a:ext cx="5096630" cy="3378338"/>
          </a:xfrm>
        </p:spPr>
        <p:txBody>
          <a:bodyPr anchor="b">
            <a:normAutofit/>
          </a:bodyPr>
          <a:lstStyle/>
          <a:p>
            <a:r>
              <a:rPr lang="en-US" spc="-150" dirty="0">
                <a:latin typeface="Nimbus Sans Becker PBla" panose="02010904020201020104" pitchFamily="2" charset="0"/>
                <a:cs typeface="Courier New" panose="02070309020205020404" pitchFamily="49" charset="0"/>
              </a:rPr>
              <a:t>Part  2</a:t>
            </a:r>
          </a:p>
        </p:txBody>
      </p:sp>
      <p:pic>
        <p:nvPicPr>
          <p:cNvPr id="1026" name="Picture 2">
            <a:extLst>
              <a:ext uri="{FF2B5EF4-FFF2-40B4-BE49-F238E27FC236}">
                <a16:creationId xmlns:a16="http://schemas.microsoft.com/office/drawing/2014/main" id="{6F283A1F-3809-5FCB-FE77-C190C1D6118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302" r="1" b="9133"/>
          <a:stretch/>
        </p:blipFill>
        <p:spPr bwMode="auto">
          <a:xfrm>
            <a:off x="639763" y="635000"/>
            <a:ext cx="4800600" cy="5578475"/>
          </a:xfrm>
          <a:prstGeom prst="rect">
            <a:avLst/>
          </a:prstGeom>
          <a:solidFill>
            <a:srgbClr val="FFFFFF"/>
          </a:solidFill>
        </p:spPr>
      </p:pic>
      <p:sp>
        <p:nvSpPr>
          <p:cNvPr id="4" name="Subtitle 3">
            <a:extLst>
              <a:ext uri="{FF2B5EF4-FFF2-40B4-BE49-F238E27FC236}">
                <a16:creationId xmlns:a16="http://schemas.microsoft.com/office/drawing/2014/main" id="{B71D9795-9EFD-4748-87B7-4471EFF00227}"/>
              </a:ext>
            </a:extLst>
          </p:cNvPr>
          <p:cNvSpPr>
            <a:spLocks noGrp="1"/>
          </p:cNvSpPr>
          <p:nvPr>
            <p:ph type="body" sz="quarter" idx="15"/>
          </p:nvPr>
        </p:nvSpPr>
        <p:spPr>
          <a:xfrm>
            <a:off x="5948480" y="4668045"/>
            <a:ext cx="5096630" cy="1000125"/>
          </a:xfrm>
        </p:spPr>
        <p:txBody>
          <a:bodyPr>
            <a:normAutofit/>
          </a:bodyPr>
          <a:lstStyle/>
          <a:p>
            <a:pPr>
              <a:lnSpc>
                <a:spcPct val="140000"/>
              </a:lnSpc>
            </a:pPr>
            <a:r>
              <a:rPr lang="en-US" sz="1050" cap="none" dirty="0">
                <a:latin typeface="Courier New" panose="02070309020205020404" pitchFamily="49" charset="0"/>
                <a:cs typeface="Courier New" panose="02070309020205020404" pitchFamily="49" charset="0"/>
              </a:rPr>
              <a:t>Massimo loverso</a:t>
            </a:r>
          </a:p>
          <a:p>
            <a:pPr>
              <a:lnSpc>
                <a:spcPct val="140000"/>
              </a:lnSpc>
            </a:pPr>
            <a:r>
              <a:rPr lang="en-US" sz="1050" cap="none" dirty="0">
                <a:latin typeface="Courier New" panose="02070309020205020404" pitchFamily="49" charset="0"/>
                <a:cs typeface="Courier New" panose="02070309020205020404" pitchFamily="49" charset="0"/>
              </a:rPr>
              <a:t>S8094455</a:t>
            </a:r>
          </a:p>
        </p:txBody>
      </p:sp>
      <p:pic>
        <p:nvPicPr>
          <p:cNvPr id="1028" name="Picture 4" descr="John Pawson - Neuendorf House">
            <a:extLst>
              <a:ext uri="{FF2B5EF4-FFF2-40B4-BE49-F238E27FC236}">
                <a16:creationId xmlns:a16="http://schemas.microsoft.com/office/drawing/2014/main" id="{F13F1CD1-01D0-775A-13E8-6703C088AC9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5" r="38026" b="-95"/>
          <a:stretch/>
        </p:blipFill>
        <p:spPr bwMode="auto">
          <a:xfrm>
            <a:off x="639763" y="635000"/>
            <a:ext cx="4800600" cy="5583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3645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4">
            <a:extLst>
              <a:ext uri="{FF2B5EF4-FFF2-40B4-BE49-F238E27FC236}">
                <a16:creationId xmlns:a16="http://schemas.microsoft.com/office/drawing/2014/main" id="{6914EFF6-578D-561C-1A72-1D0CD2328A5B}"/>
              </a:ext>
            </a:extLst>
          </p:cNvPr>
          <p:cNvSpPr txBox="1">
            <a:spLocks/>
          </p:cNvSpPr>
          <p:nvPr/>
        </p:nvSpPr>
        <p:spPr>
          <a:xfrm>
            <a:off x="9158554" y="1168208"/>
            <a:ext cx="2670744" cy="4775391"/>
          </a:xfrm>
          <a:prstGeom prst="rect">
            <a:avLst/>
          </a:prstGeom>
          <a:solidFill>
            <a:schemeClr val="bg1"/>
          </a:solidFill>
        </p:spPr>
        <p:txBody>
          <a:bodyPr vert="horz" lIns="91440" tIns="45720" rIns="91440" bIns="45720" rtlCol="0" anchor="t">
            <a:noAutofit/>
          </a:bodyPr>
          <a:lstStyle>
            <a:lvl1pPr marL="285750" indent="-285750" algn="l" defTabSz="914400" rtl="0" eaLnBrk="1" latinLnBrk="0" hangingPunct="1">
              <a:lnSpc>
                <a:spcPct val="150000"/>
              </a:lnSpc>
              <a:spcBef>
                <a:spcPts val="1500"/>
              </a:spcBef>
              <a:buClr>
                <a:schemeClr val="accent2"/>
              </a:buClr>
              <a:buFont typeface="Arial" panose="020B0604020202020204" pitchFamily="34" charset="0"/>
              <a:buChar char="•"/>
              <a:defRPr sz="1500" b="1" kern="1200" spc="150" baseline="0">
                <a:solidFill>
                  <a:schemeClr val="tx1"/>
                </a:solidFill>
                <a:latin typeface="+mn-lt"/>
                <a:ea typeface="+mn-ea"/>
                <a:cs typeface="+mn-cs"/>
              </a:defRPr>
            </a:lvl1pPr>
            <a:lvl2pPr marL="0" indent="0" algn="l" defTabSz="914400" rtl="0" eaLnBrk="1" latinLnBrk="0" hangingPunct="1">
              <a:lnSpc>
                <a:spcPct val="150000"/>
              </a:lnSpc>
              <a:spcBef>
                <a:spcPts val="500"/>
              </a:spcBef>
              <a:buClr>
                <a:schemeClr val="accent2"/>
              </a:buClr>
              <a:buFontTx/>
              <a:buNone/>
              <a:defRPr sz="1500" kern="1200" spc="150" baseline="0">
                <a:solidFill>
                  <a:schemeClr val="tx1"/>
                </a:solidFill>
                <a:latin typeface="+mn-lt"/>
                <a:ea typeface="+mn-ea"/>
                <a:cs typeface="+mn-cs"/>
              </a:defRPr>
            </a:lvl2pPr>
            <a:lvl3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3pPr>
            <a:lvl4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4pPr>
            <a:lvl5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800" b="0" dirty="0">
              <a:latin typeface="Arial" panose="020B0604020202020204" pitchFamily="34" charset="0"/>
              <a:cs typeface="Arial" panose="020B0604020202020204" pitchFamily="34" charset="0"/>
            </a:endParaRPr>
          </a:p>
        </p:txBody>
      </p:sp>
      <p:sp>
        <p:nvSpPr>
          <p:cNvPr id="11" name="Content Placeholder 14">
            <a:extLst>
              <a:ext uri="{FF2B5EF4-FFF2-40B4-BE49-F238E27FC236}">
                <a16:creationId xmlns:a16="http://schemas.microsoft.com/office/drawing/2014/main" id="{4AF24640-FE3F-FBFA-103F-5D43604B6FF4}"/>
              </a:ext>
            </a:extLst>
          </p:cNvPr>
          <p:cNvSpPr txBox="1">
            <a:spLocks/>
          </p:cNvSpPr>
          <p:nvPr/>
        </p:nvSpPr>
        <p:spPr>
          <a:xfrm>
            <a:off x="539711" y="1168209"/>
            <a:ext cx="2670744" cy="4775391"/>
          </a:xfrm>
          <a:prstGeom prst="rect">
            <a:avLst/>
          </a:prstGeom>
          <a:solidFill>
            <a:schemeClr val="bg1"/>
          </a:solidFill>
        </p:spPr>
        <p:txBody>
          <a:bodyPr vert="horz" lIns="91440" tIns="45720" rIns="91440" bIns="45720" rtlCol="0" anchor="t">
            <a:noAutofit/>
          </a:bodyPr>
          <a:lstStyle>
            <a:lvl1pPr marL="285750" indent="-285750" algn="l" defTabSz="914400" rtl="0" eaLnBrk="1" latinLnBrk="0" hangingPunct="1">
              <a:lnSpc>
                <a:spcPct val="150000"/>
              </a:lnSpc>
              <a:spcBef>
                <a:spcPts val="1500"/>
              </a:spcBef>
              <a:buClr>
                <a:schemeClr val="accent2"/>
              </a:buClr>
              <a:buFont typeface="Arial" panose="020B0604020202020204" pitchFamily="34" charset="0"/>
              <a:buChar char="•"/>
              <a:defRPr sz="1500" b="1" kern="1200" spc="150" baseline="0">
                <a:solidFill>
                  <a:schemeClr val="tx1"/>
                </a:solidFill>
                <a:latin typeface="+mn-lt"/>
                <a:ea typeface="+mn-ea"/>
                <a:cs typeface="+mn-cs"/>
              </a:defRPr>
            </a:lvl1pPr>
            <a:lvl2pPr marL="0" indent="0" algn="l" defTabSz="914400" rtl="0" eaLnBrk="1" latinLnBrk="0" hangingPunct="1">
              <a:lnSpc>
                <a:spcPct val="150000"/>
              </a:lnSpc>
              <a:spcBef>
                <a:spcPts val="500"/>
              </a:spcBef>
              <a:buClr>
                <a:schemeClr val="accent2"/>
              </a:buClr>
              <a:buFontTx/>
              <a:buNone/>
              <a:defRPr sz="1500" kern="1200" spc="150" baseline="0">
                <a:solidFill>
                  <a:schemeClr val="tx1"/>
                </a:solidFill>
                <a:latin typeface="+mn-lt"/>
                <a:ea typeface="+mn-ea"/>
                <a:cs typeface="+mn-cs"/>
              </a:defRPr>
            </a:lvl2pPr>
            <a:lvl3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3pPr>
            <a:lvl4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4pPr>
            <a:lvl5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800" b="0" dirty="0">
              <a:latin typeface="Arial" panose="020B0604020202020204" pitchFamily="34" charset="0"/>
              <a:cs typeface="Arial" panose="020B0604020202020204" pitchFamily="34" charset="0"/>
            </a:endParaRPr>
          </a:p>
        </p:txBody>
      </p:sp>
      <p:sp>
        <p:nvSpPr>
          <p:cNvPr id="6" name="Title 5">
            <a:extLst>
              <a:ext uri="{FF2B5EF4-FFF2-40B4-BE49-F238E27FC236}">
                <a16:creationId xmlns:a16="http://schemas.microsoft.com/office/drawing/2014/main" id="{AA23D0FA-1488-4198-9470-6EA9913757D2}"/>
              </a:ext>
            </a:extLst>
          </p:cNvPr>
          <p:cNvSpPr>
            <a:spLocks noGrp="1"/>
          </p:cNvSpPr>
          <p:nvPr>
            <p:ph type="title"/>
          </p:nvPr>
        </p:nvSpPr>
        <p:spPr>
          <a:xfrm>
            <a:off x="539711" y="222436"/>
            <a:ext cx="5470945" cy="673405"/>
          </a:xfrm>
        </p:spPr>
        <p:txBody>
          <a:bodyPr>
            <a:normAutofit/>
          </a:bodyPr>
          <a:lstStyle/>
          <a:p>
            <a:r>
              <a:rPr lang="en-US" dirty="0">
                <a:latin typeface="Courier New" panose="02070309020205020404" pitchFamily="49" charset="0"/>
                <a:cs typeface="Courier New" panose="02070309020205020404" pitchFamily="49" charset="0"/>
              </a:rPr>
              <a:t>Site Analysis – Floor Plan</a:t>
            </a:r>
          </a:p>
        </p:txBody>
      </p:sp>
      <p:sp>
        <p:nvSpPr>
          <p:cNvPr id="3" name="Footer Placeholder 2">
            <a:extLst>
              <a:ext uri="{FF2B5EF4-FFF2-40B4-BE49-F238E27FC236}">
                <a16:creationId xmlns:a16="http://schemas.microsoft.com/office/drawing/2014/main" id="{9C152438-9CB4-4EAC-9555-83D3C0F3C194}"/>
              </a:ext>
            </a:extLst>
          </p:cNvPr>
          <p:cNvSpPr>
            <a:spLocks noGrp="1"/>
          </p:cNvSpPr>
          <p:nvPr>
            <p:ph type="ftr" sz="quarter" idx="11"/>
          </p:nvPr>
        </p:nvSpPr>
        <p:spPr>
          <a:xfrm>
            <a:off x="639413" y="6356350"/>
            <a:ext cx="6291108" cy="365125"/>
          </a:xfrm>
        </p:spPr>
        <p:txBody>
          <a:bodyPr/>
          <a:lstStyle/>
          <a:p>
            <a:r>
              <a:rPr lang="en-US" noProof="0" dirty="0"/>
              <a:t>Neuendorf House</a:t>
            </a:r>
          </a:p>
          <a:p>
            <a:pPr lvl="0"/>
            <a:endParaRPr lang="en-US" noProof="0" dirty="0"/>
          </a:p>
        </p:txBody>
      </p:sp>
      <p:sp>
        <p:nvSpPr>
          <p:cNvPr id="5" name="Slide Number Placeholder 4">
            <a:extLst>
              <a:ext uri="{FF2B5EF4-FFF2-40B4-BE49-F238E27FC236}">
                <a16:creationId xmlns:a16="http://schemas.microsoft.com/office/drawing/2014/main" id="{EF609A95-EA84-405F-8C62-133572EF552D}"/>
              </a:ext>
            </a:extLst>
          </p:cNvPr>
          <p:cNvSpPr>
            <a:spLocks noGrp="1"/>
          </p:cNvSpPr>
          <p:nvPr>
            <p:ph type="sldNum" sz="quarter" idx="12"/>
          </p:nvPr>
        </p:nvSpPr>
        <p:spPr>
          <a:xfrm>
            <a:off x="10707939" y="6356350"/>
            <a:ext cx="844649" cy="365125"/>
          </a:xfrm>
        </p:spPr>
        <p:txBody>
          <a:bodyPr/>
          <a:lstStyle/>
          <a:p>
            <a:pPr lvl="0"/>
            <a:fld id="{E20EFF4B-E35B-4DE6-97A9-05E54E649A15}" type="slidenum">
              <a:rPr lang="en-US" noProof="0" smtClean="0"/>
              <a:pPr lvl="0"/>
              <a:t>7</a:t>
            </a:fld>
            <a:endParaRPr lang="en-US" noProof="0" dirty="0"/>
          </a:p>
        </p:txBody>
      </p:sp>
      <p:sp>
        <p:nvSpPr>
          <p:cNvPr id="2" name="Content Placeholder 5">
            <a:extLst>
              <a:ext uri="{FF2B5EF4-FFF2-40B4-BE49-F238E27FC236}">
                <a16:creationId xmlns:a16="http://schemas.microsoft.com/office/drawing/2014/main" id="{977526A8-BCEB-3A81-AFA9-4A73A316A60B}"/>
              </a:ext>
            </a:extLst>
          </p:cNvPr>
          <p:cNvSpPr txBox="1">
            <a:spLocks/>
          </p:cNvSpPr>
          <p:nvPr/>
        </p:nvSpPr>
        <p:spPr>
          <a:xfrm>
            <a:off x="648934" y="2057605"/>
            <a:ext cx="5834161" cy="3885996"/>
          </a:xfrm>
          <a:prstGeom prst="rect">
            <a:avLst/>
          </a:prstGeom>
        </p:spPr>
        <p:txBody>
          <a:bodyPr vert="horz" lIns="91440" tIns="45720" rIns="91440" bIns="45720" rtlCol="0" anchor="t">
            <a:normAutofit/>
          </a:bodyPr>
          <a:lstStyle>
            <a:lvl1pPr marL="285750" indent="-285750" algn="l" defTabSz="914400" rtl="0" eaLnBrk="1" latinLnBrk="0" hangingPunct="1">
              <a:lnSpc>
                <a:spcPct val="150000"/>
              </a:lnSpc>
              <a:spcBef>
                <a:spcPts val="1500"/>
              </a:spcBef>
              <a:buClr>
                <a:schemeClr val="accent2"/>
              </a:buClr>
              <a:buFont typeface="Arial" panose="020B0604020202020204" pitchFamily="34" charset="0"/>
              <a:buChar char="•"/>
              <a:defRPr sz="1500" b="1" kern="1200" spc="150" baseline="0">
                <a:solidFill>
                  <a:schemeClr val="tx1"/>
                </a:solidFill>
                <a:latin typeface="+mn-lt"/>
                <a:ea typeface="+mn-ea"/>
                <a:cs typeface="+mn-cs"/>
              </a:defRPr>
            </a:lvl1pPr>
            <a:lvl2pPr marL="0" indent="0" algn="l" defTabSz="914400" rtl="0" eaLnBrk="1" latinLnBrk="0" hangingPunct="1">
              <a:lnSpc>
                <a:spcPct val="150000"/>
              </a:lnSpc>
              <a:spcBef>
                <a:spcPts val="500"/>
              </a:spcBef>
              <a:buClr>
                <a:schemeClr val="accent2"/>
              </a:buClr>
              <a:buFontTx/>
              <a:buNone/>
              <a:defRPr sz="1500" kern="1200" spc="150" baseline="0">
                <a:solidFill>
                  <a:schemeClr val="tx1"/>
                </a:solidFill>
                <a:latin typeface="+mn-lt"/>
                <a:ea typeface="+mn-ea"/>
                <a:cs typeface="+mn-cs"/>
              </a:defRPr>
            </a:lvl2pPr>
            <a:lvl3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3pPr>
            <a:lvl4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4pPr>
            <a:lvl5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AU" dirty="0">
              <a:latin typeface="Courier New" panose="02070309020205020404" pitchFamily="49" charset="0"/>
              <a:cs typeface="Courier New" panose="02070309020205020404" pitchFamily="49" charset="0"/>
            </a:endParaRPr>
          </a:p>
        </p:txBody>
      </p:sp>
      <p:sp>
        <p:nvSpPr>
          <p:cNvPr id="10" name="Content Placeholder 5">
            <a:extLst>
              <a:ext uri="{FF2B5EF4-FFF2-40B4-BE49-F238E27FC236}">
                <a16:creationId xmlns:a16="http://schemas.microsoft.com/office/drawing/2014/main" id="{2F91628E-691E-7663-F384-777886D09960}"/>
              </a:ext>
            </a:extLst>
          </p:cNvPr>
          <p:cNvSpPr txBox="1">
            <a:spLocks/>
          </p:cNvSpPr>
          <p:nvPr/>
        </p:nvSpPr>
        <p:spPr>
          <a:xfrm>
            <a:off x="297953" y="1041304"/>
            <a:ext cx="2750048" cy="1255571"/>
          </a:xfrm>
          <a:prstGeom prst="rect">
            <a:avLst/>
          </a:prstGeom>
        </p:spPr>
        <p:txBody>
          <a:bodyPr vert="horz" lIns="91440" tIns="45720" rIns="91440" bIns="45720" rtlCol="0" anchor="t">
            <a:normAutofit/>
          </a:bodyPr>
          <a:lstStyle>
            <a:lvl1pPr marL="285750" indent="-285750" algn="l" defTabSz="914400" rtl="0" eaLnBrk="1" latinLnBrk="0" hangingPunct="1">
              <a:lnSpc>
                <a:spcPct val="150000"/>
              </a:lnSpc>
              <a:spcBef>
                <a:spcPts val="1500"/>
              </a:spcBef>
              <a:buClr>
                <a:schemeClr val="accent2"/>
              </a:buClr>
              <a:buFont typeface="Arial" panose="020B0604020202020204" pitchFamily="34" charset="0"/>
              <a:buChar char="•"/>
              <a:defRPr sz="1500" b="1" kern="1200" spc="150" baseline="0">
                <a:solidFill>
                  <a:schemeClr val="tx1"/>
                </a:solidFill>
                <a:latin typeface="+mn-lt"/>
                <a:ea typeface="+mn-ea"/>
                <a:cs typeface="+mn-cs"/>
              </a:defRPr>
            </a:lvl1pPr>
            <a:lvl2pPr marL="0" indent="0" algn="l" defTabSz="914400" rtl="0" eaLnBrk="1" latinLnBrk="0" hangingPunct="1">
              <a:lnSpc>
                <a:spcPct val="150000"/>
              </a:lnSpc>
              <a:spcBef>
                <a:spcPts val="500"/>
              </a:spcBef>
              <a:buClr>
                <a:schemeClr val="accent2"/>
              </a:buClr>
              <a:buFontTx/>
              <a:buNone/>
              <a:defRPr sz="1500" kern="1200" spc="150" baseline="0">
                <a:solidFill>
                  <a:schemeClr val="tx1"/>
                </a:solidFill>
                <a:latin typeface="+mn-lt"/>
                <a:ea typeface="+mn-ea"/>
                <a:cs typeface="+mn-cs"/>
              </a:defRPr>
            </a:lvl2pPr>
            <a:lvl3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3pPr>
            <a:lvl4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4pPr>
            <a:lvl5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AU" sz="1100" dirty="0">
              <a:latin typeface="Courier New" panose="02070309020205020404" pitchFamily="49" charset="0"/>
              <a:cs typeface="Courier New" panose="02070309020205020404" pitchFamily="49" charset="0"/>
            </a:endParaRPr>
          </a:p>
        </p:txBody>
      </p:sp>
      <p:pic>
        <p:nvPicPr>
          <p:cNvPr id="8" name="Picture 7">
            <a:extLst>
              <a:ext uri="{FF2B5EF4-FFF2-40B4-BE49-F238E27FC236}">
                <a16:creationId xmlns:a16="http://schemas.microsoft.com/office/drawing/2014/main" id="{464FA3BC-D374-C862-7F1C-937F11104DA0}"/>
              </a:ext>
            </a:extLst>
          </p:cNvPr>
          <p:cNvPicPr>
            <a:picLocks noChangeAspect="1"/>
          </p:cNvPicPr>
          <p:nvPr/>
        </p:nvPicPr>
        <p:blipFill>
          <a:blip r:embed="rId2"/>
          <a:stretch>
            <a:fillRect/>
          </a:stretch>
        </p:blipFill>
        <p:spPr>
          <a:xfrm>
            <a:off x="3210455" y="1168210"/>
            <a:ext cx="5551284" cy="4775391"/>
          </a:xfrm>
          <a:prstGeom prst="rect">
            <a:avLst/>
          </a:prstGeom>
        </p:spPr>
      </p:pic>
      <p:sp>
        <p:nvSpPr>
          <p:cNvPr id="9" name="Content Placeholder 14">
            <a:extLst>
              <a:ext uri="{FF2B5EF4-FFF2-40B4-BE49-F238E27FC236}">
                <a16:creationId xmlns:a16="http://schemas.microsoft.com/office/drawing/2014/main" id="{49A010E0-502A-F36A-F832-07424B787F76}"/>
              </a:ext>
            </a:extLst>
          </p:cNvPr>
          <p:cNvSpPr txBox="1">
            <a:spLocks/>
          </p:cNvSpPr>
          <p:nvPr/>
        </p:nvSpPr>
        <p:spPr>
          <a:xfrm>
            <a:off x="936526" y="1168209"/>
            <a:ext cx="2670744" cy="4775391"/>
          </a:xfrm>
          <a:prstGeom prst="rect">
            <a:avLst/>
          </a:prstGeom>
          <a:solidFill>
            <a:schemeClr val="bg1"/>
          </a:solidFill>
        </p:spPr>
        <p:txBody>
          <a:bodyPr vert="horz" lIns="91440" tIns="45720" rIns="91440" bIns="45720" rtlCol="0" anchor="t">
            <a:noAutofit/>
          </a:bodyPr>
          <a:lstStyle>
            <a:lvl1pPr marL="285750" indent="-285750" algn="l" defTabSz="914400" rtl="0" eaLnBrk="1" latinLnBrk="0" hangingPunct="1">
              <a:lnSpc>
                <a:spcPct val="150000"/>
              </a:lnSpc>
              <a:spcBef>
                <a:spcPts val="1500"/>
              </a:spcBef>
              <a:buClr>
                <a:schemeClr val="accent2"/>
              </a:buClr>
              <a:buFont typeface="Arial" panose="020B0604020202020204" pitchFamily="34" charset="0"/>
              <a:buChar char="•"/>
              <a:defRPr sz="1500" b="1" kern="1200" spc="150" baseline="0">
                <a:solidFill>
                  <a:schemeClr val="tx1"/>
                </a:solidFill>
                <a:latin typeface="+mn-lt"/>
                <a:ea typeface="+mn-ea"/>
                <a:cs typeface="+mn-cs"/>
              </a:defRPr>
            </a:lvl1pPr>
            <a:lvl2pPr marL="0" indent="0" algn="l" defTabSz="914400" rtl="0" eaLnBrk="1" latinLnBrk="0" hangingPunct="1">
              <a:lnSpc>
                <a:spcPct val="150000"/>
              </a:lnSpc>
              <a:spcBef>
                <a:spcPts val="500"/>
              </a:spcBef>
              <a:buClr>
                <a:schemeClr val="accent2"/>
              </a:buClr>
              <a:buFontTx/>
              <a:buNone/>
              <a:defRPr sz="1500" kern="1200" spc="150" baseline="0">
                <a:solidFill>
                  <a:schemeClr val="tx1"/>
                </a:solidFill>
                <a:latin typeface="+mn-lt"/>
                <a:ea typeface="+mn-ea"/>
                <a:cs typeface="+mn-cs"/>
              </a:defRPr>
            </a:lvl2pPr>
            <a:lvl3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3pPr>
            <a:lvl4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4pPr>
            <a:lvl5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800" b="0" dirty="0">
              <a:latin typeface="Arial" panose="020B0604020202020204" pitchFamily="34" charset="0"/>
              <a:cs typeface="Arial" panose="020B0604020202020204" pitchFamily="34" charset="0"/>
            </a:endParaRPr>
          </a:p>
          <a:p>
            <a:pPr marL="0" indent="0" algn="ctr">
              <a:buNone/>
            </a:pPr>
            <a:r>
              <a:rPr lang="en-US" sz="800" b="0" dirty="0">
                <a:highlight>
                  <a:srgbClr val="FFFF00"/>
                </a:highlight>
                <a:latin typeface="Arial" panose="020B0604020202020204" pitchFamily="34" charset="0"/>
                <a:cs typeface="Arial" panose="020B0604020202020204" pitchFamily="34" charset="0"/>
              </a:rPr>
              <a:t>1: Courtyard</a:t>
            </a:r>
          </a:p>
          <a:p>
            <a:pPr marL="0" indent="0" algn="ctr">
              <a:buNone/>
            </a:pPr>
            <a:r>
              <a:rPr lang="en-US" sz="800" b="0" dirty="0">
                <a:latin typeface="Arial" panose="020B0604020202020204" pitchFamily="34" charset="0"/>
                <a:cs typeface="Arial" panose="020B0604020202020204" pitchFamily="34" charset="0"/>
              </a:rPr>
              <a:t>Provides a wide-open space, with high surrounding walls, and not a lot of furniture. The space can hold a large amount of people for special occasions. </a:t>
            </a:r>
          </a:p>
          <a:p>
            <a:pPr marL="0" indent="0" algn="ctr">
              <a:buNone/>
            </a:pPr>
            <a:r>
              <a:rPr lang="en-US" sz="800" b="0" dirty="0">
                <a:highlight>
                  <a:srgbClr val="FFFF00"/>
                </a:highlight>
                <a:latin typeface="Arial" panose="020B0604020202020204" pitchFamily="34" charset="0"/>
                <a:cs typeface="Arial" panose="020B0604020202020204" pitchFamily="34" charset="0"/>
              </a:rPr>
              <a:t>2: Alfresco Area</a:t>
            </a:r>
          </a:p>
          <a:p>
            <a:pPr marL="0" indent="0" algn="ctr">
              <a:buNone/>
            </a:pPr>
            <a:r>
              <a:rPr lang="en-US" sz="800" b="0" dirty="0">
                <a:latin typeface="Arial" panose="020B0604020202020204" pitchFamily="34" charset="0"/>
                <a:cs typeface="Arial" panose="020B0604020202020204" pitchFamily="34" charset="0"/>
              </a:rPr>
              <a:t>Overlooks the dense tree line, rolling off the swimming pool. Again, quite empty to allow for focus on the simplistic beauty.</a:t>
            </a:r>
          </a:p>
          <a:p>
            <a:pPr marL="0" indent="0" algn="ctr">
              <a:buNone/>
            </a:pPr>
            <a:r>
              <a:rPr lang="en-US" sz="800" b="0" dirty="0">
                <a:highlight>
                  <a:srgbClr val="FFFF00"/>
                </a:highlight>
                <a:latin typeface="Arial" panose="020B0604020202020204" pitchFamily="34" charset="0"/>
                <a:cs typeface="Arial" panose="020B0604020202020204" pitchFamily="34" charset="0"/>
              </a:rPr>
              <a:t>3.Swimming Pool</a:t>
            </a:r>
          </a:p>
          <a:p>
            <a:pPr marL="0" indent="0" algn="ctr">
              <a:buNone/>
            </a:pPr>
            <a:r>
              <a:rPr lang="en-US" sz="800" b="0" dirty="0">
                <a:latin typeface="Arial" panose="020B0604020202020204" pitchFamily="34" charset="0"/>
                <a:cs typeface="Arial" panose="020B0604020202020204" pitchFamily="34" charset="0"/>
              </a:rPr>
              <a:t>A large lap style swimming pool, the elevated pool provides a visible separation for the landscape. </a:t>
            </a:r>
          </a:p>
        </p:txBody>
      </p:sp>
      <p:sp>
        <p:nvSpPr>
          <p:cNvPr id="12" name="Content Placeholder 14">
            <a:extLst>
              <a:ext uri="{FF2B5EF4-FFF2-40B4-BE49-F238E27FC236}">
                <a16:creationId xmlns:a16="http://schemas.microsoft.com/office/drawing/2014/main" id="{2FC4A2AF-B2F8-79B2-F3B9-B4D4C84C1427}"/>
              </a:ext>
            </a:extLst>
          </p:cNvPr>
          <p:cNvSpPr txBox="1">
            <a:spLocks/>
          </p:cNvSpPr>
          <p:nvPr/>
        </p:nvSpPr>
        <p:spPr>
          <a:xfrm>
            <a:off x="8761739" y="1168208"/>
            <a:ext cx="2670744" cy="4775391"/>
          </a:xfrm>
          <a:prstGeom prst="rect">
            <a:avLst/>
          </a:prstGeom>
          <a:solidFill>
            <a:schemeClr val="bg1"/>
          </a:solidFill>
        </p:spPr>
        <p:txBody>
          <a:bodyPr vert="horz" lIns="91440" tIns="45720" rIns="91440" bIns="45720" rtlCol="0" anchor="t">
            <a:noAutofit/>
          </a:bodyPr>
          <a:lstStyle>
            <a:lvl1pPr marL="285750" indent="-285750" algn="l" defTabSz="914400" rtl="0" eaLnBrk="1" latinLnBrk="0" hangingPunct="1">
              <a:lnSpc>
                <a:spcPct val="150000"/>
              </a:lnSpc>
              <a:spcBef>
                <a:spcPts val="1500"/>
              </a:spcBef>
              <a:buClr>
                <a:schemeClr val="accent2"/>
              </a:buClr>
              <a:buFont typeface="Arial" panose="020B0604020202020204" pitchFamily="34" charset="0"/>
              <a:buChar char="•"/>
              <a:defRPr sz="1500" b="1" kern="1200" spc="150" baseline="0">
                <a:solidFill>
                  <a:schemeClr val="tx1"/>
                </a:solidFill>
                <a:latin typeface="+mn-lt"/>
                <a:ea typeface="+mn-ea"/>
                <a:cs typeface="+mn-cs"/>
              </a:defRPr>
            </a:lvl1pPr>
            <a:lvl2pPr marL="0" indent="0" algn="l" defTabSz="914400" rtl="0" eaLnBrk="1" latinLnBrk="0" hangingPunct="1">
              <a:lnSpc>
                <a:spcPct val="150000"/>
              </a:lnSpc>
              <a:spcBef>
                <a:spcPts val="500"/>
              </a:spcBef>
              <a:buClr>
                <a:schemeClr val="accent2"/>
              </a:buClr>
              <a:buFontTx/>
              <a:buNone/>
              <a:defRPr sz="1500" kern="1200" spc="150" baseline="0">
                <a:solidFill>
                  <a:schemeClr val="tx1"/>
                </a:solidFill>
                <a:latin typeface="+mn-lt"/>
                <a:ea typeface="+mn-ea"/>
                <a:cs typeface="+mn-cs"/>
              </a:defRPr>
            </a:lvl2pPr>
            <a:lvl3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3pPr>
            <a:lvl4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4pPr>
            <a:lvl5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800" b="0" dirty="0">
              <a:latin typeface="Arial" panose="020B0604020202020204" pitchFamily="34" charset="0"/>
              <a:cs typeface="Arial" panose="020B0604020202020204" pitchFamily="34" charset="0"/>
            </a:endParaRPr>
          </a:p>
          <a:p>
            <a:pPr marL="0" indent="0" algn="ctr">
              <a:buNone/>
            </a:pPr>
            <a:r>
              <a:rPr lang="en-US" sz="800" b="0" dirty="0">
                <a:highlight>
                  <a:srgbClr val="FFFF00"/>
                </a:highlight>
                <a:latin typeface="Arial" panose="020B0604020202020204" pitchFamily="34" charset="0"/>
                <a:cs typeface="Arial" panose="020B0604020202020204" pitchFamily="34" charset="0"/>
              </a:rPr>
              <a:t>4:Pathway Toward House</a:t>
            </a:r>
          </a:p>
          <a:p>
            <a:pPr marL="0" indent="0" algn="ctr">
              <a:buNone/>
            </a:pPr>
            <a:r>
              <a:rPr lang="en-US" sz="800" b="0" dirty="0">
                <a:latin typeface="Arial" panose="020B0604020202020204" pitchFamily="34" charset="0"/>
                <a:cs typeface="Arial" panose="020B0604020202020204" pitchFamily="34" charset="0"/>
              </a:rPr>
              <a:t>Lined with clean lines and minimal landscaping, it creates a sense of anticipation upon arrival, guiding visitors towards the sleek entrance of a narrow walkway</a:t>
            </a:r>
          </a:p>
          <a:p>
            <a:pPr marL="0" indent="0" algn="ctr">
              <a:buNone/>
            </a:pPr>
            <a:r>
              <a:rPr lang="en-US" sz="800" b="0" dirty="0">
                <a:latin typeface="Arial" panose="020B0604020202020204" pitchFamily="34" charset="0"/>
                <a:cs typeface="Arial" panose="020B0604020202020204" pitchFamily="34" charset="0"/>
              </a:rPr>
              <a:t> </a:t>
            </a:r>
            <a:r>
              <a:rPr lang="en-US" sz="800" b="0" dirty="0">
                <a:highlight>
                  <a:srgbClr val="FFFF00"/>
                </a:highlight>
                <a:latin typeface="Arial" panose="020B0604020202020204" pitchFamily="34" charset="0"/>
                <a:cs typeface="Arial" panose="020B0604020202020204" pitchFamily="34" charset="0"/>
              </a:rPr>
              <a:t>5:Tennis Court</a:t>
            </a:r>
          </a:p>
          <a:p>
            <a:pPr marL="0" indent="0" algn="ctr">
              <a:buNone/>
            </a:pPr>
            <a:r>
              <a:rPr lang="en-US" sz="800" b="0" dirty="0">
                <a:latin typeface="Arial" panose="020B0604020202020204" pitchFamily="34" charset="0"/>
                <a:cs typeface="Arial" panose="020B0604020202020204" pitchFamily="34" charset="0"/>
              </a:rPr>
              <a:t>The tennis court offers a perfect balance between functionality and aesthetic appeal. Set against the backdrop of the surrounding landscape, with a smooth playing surface and surrounding tall fences.</a:t>
            </a:r>
          </a:p>
          <a:p>
            <a:pPr marL="0" indent="0" algn="ctr">
              <a:buNone/>
            </a:pPr>
            <a:endParaRPr lang="en-US" sz="800" b="0" dirty="0">
              <a:highlight>
                <a:srgbClr val="FFFF00"/>
              </a:highlight>
              <a:latin typeface="Arial" panose="020B0604020202020204" pitchFamily="34" charset="0"/>
              <a:cs typeface="Arial" panose="020B0604020202020204" pitchFamily="34" charset="0"/>
            </a:endParaRPr>
          </a:p>
          <a:p>
            <a:pPr marL="0" indent="0" algn="ctr">
              <a:buNone/>
            </a:pPr>
            <a:endParaRPr lang="en-US" sz="800" b="0" dirty="0">
              <a:highlight>
                <a:srgbClr val="FFFF00"/>
              </a:highlight>
              <a:latin typeface="Arial" panose="020B0604020202020204" pitchFamily="34" charset="0"/>
              <a:cs typeface="Arial" panose="020B0604020202020204" pitchFamily="34" charset="0"/>
            </a:endParaRPr>
          </a:p>
          <a:p>
            <a:pPr marL="0" indent="0" algn="ctr">
              <a:buNone/>
            </a:pPr>
            <a:endParaRPr lang="en-US" sz="800" b="0" dirty="0">
              <a:highlight>
                <a:srgbClr val="FFFF00"/>
              </a:highlight>
              <a:latin typeface="Arial" panose="020B0604020202020204" pitchFamily="34" charset="0"/>
              <a:cs typeface="Arial" panose="020B0604020202020204" pitchFamily="34" charset="0"/>
            </a:endParaRPr>
          </a:p>
          <a:p>
            <a:pPr marL="0" indent="0" algn="ctr">
              <a:buNone/>
            </a:pPr>
            <a:endParaRPr lang="en-US" sz="800" b="0" dirty="0">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86844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40E3364-4572-4BAC-8DF0-6796C76CDF60}"/>
              </a:ext>
            </a:extLst>
          </p:cNvPr>
          <p:cNvSpPr>
            <a:spLocks noGrp="1"/>
          </p:cNvSpPr>
          <p:nvPr>
            <p:ph type="title"/>
          </p:nvPr>
        </p:nvSpPr>
        <p:spPr>
          <a:xfrm>
            <a:off x="539711" y="222436"/>
            <a:ext cx="5058209" cy="673405"/>
          </a:xfrm>
        </p:spPr>
        <p:txBody>
          <a:bodyPr/>
          <a:lstStyle/>
          <a:p>
            <a:r>
              <a:rPr lang="en-US" dirty="0">
                <a:latin typeface="Courier New" panose="02070309020205020404" pitchFamily="49" charset="0"/>
                <a:cs typeface="Courier New" panose="02070309020205020404" pitchFamily="49" charset="0"/>
              </a:rPr>
              <a:t>Perspective drawing</a:t>
            </a:r>
          </a:p>
        </p:txBody>
      </p:sp>
      <p:sp>
        <p:nvSpPr>
          <p:cNvPr id="3" name="Footer Placeholder 2">
            <a:extLst>
              <a:ext uri="{FF2B5EF4-FFF2-40B4-BE49-F238E27FC236}">
                <a16:creationId xmlns:a16="http://schemas.microsoft.com/office/drawing/2014/main" id="{78FE8E70-9E74-48C1-8215-3D44E782D939}"/>
              </a:ext>
            </a:extLst>
          </p:cNvPr>
          <p:cNvSpPr>
            <a:spLocks noGrp="1"/>
          </p:cNvSpPr>
          <p:nvPr>
            <p:ph type="ftr" sz="quarter" idx="11"/>
          </p:nvPr>
        </p:nvSpPr>
        <p:spPr>
          <a:xfrm>
            <a:off x="639413" y="6356350"/>
            <a:ext cx="6291108" cy="365125"/>
          </a:xfrm>
        </p:spPr>
        <p:txBody>
          <a:bodyPr/>
          <a:lstStyle/>
          <a:p>
            <a:r>
              <a:rPr lang="en-US" noProof="0" dirty="0"/>
              <a:t>Neuendorf House</a:t>
            </a:r>
          </a:p>
          <a:p>
            <a:pPr lvl="0"/>
            <a:endParaRPr lang="en-US" noProof="0" dirty="0"/>
          </a:p>
        </p:txBody>
      </p:sp>
      <p:sp>
        <p:nvSpPr>
          <p:cNvPr id="5" name="Slide Number Placeholder 4">
            <a:extLst>
              <a:ext uri="{FF2B5EF4-FFF2-40B4-BE49-F238E27FC236}">
                <a16:creationId xmlns:a16="http://schemas.microsoft.com/office/drawing/2014/main" id="{308D9E10-A6D5-4CB6-9689-563A24F01337}"/>
              </a:ext>
            </a:extLst>
          </p:cNvPr>
          <p:cNvSpPr>
            <a:spLocks noGrp="1"/>
          </p:cNvSpPr>
          <p:nvPr>
            <p:ph type="sldNum" sz="quarter" idx="12"/>
          </p:nvPr>
        </p:nvSpPr>
        <p:spPr>
          <a:xfrm>
            <a:off x="10707939" y="6356350"/>
            <a:ext cx="844649" cy="365125"/>
          </a:xfrm>
        </p:spPr>
        <p:txBody>
          <a:bodyPr/>
          <a:lstStyle/>
          <a:p>
            <a:pPr lvl="0"/>
            <a:fld id="{E20EFF4B-E35B-4DE6-97A9-05E54E649A15}" type="slidenum">
              <a:rPr lang="en-US" noProof="0" smtClean="0"/>
              <a:pPr lvl="0"/>
              <a:t>8</a:t>
            </a:fld>
            <a:endParaRPr lang="en-US" noProof="0" dirty="0"/>
          </a:p>
        </p:txBody>
      </p:sp>
      <p:pic>
        <p:nvPicPr>
          <p:cNvPr id="4" name="Picture 3">
            <a:extLst>
              <a:ext uri="{FF2B5EF4-FFF2-40B4-BE49-F238E27FC236}">
                <a16:creationId xmlns:a16="http://schemas.microsoft.com/office/drawing/2014/main" id="{A6BCEC65-6C9B-4CC8-FB13-8DB77D215CC4}"/>
              </a:ext>
            </a:extLst>
          </p:cNvPr>
          <p:cNvPicPr>
            <a:picLocks noChangeAspect="1"/>
          </p:cNvPicPr>
          <p:nvPr/>
        </p:nvPicPr>
        <p:blipFill rotWithShape="1">
          <a:blip r:embed="rId2"/>
          <a:srcRect r="19914"/>
          <a:stretch/>
        </p:blipFill>
        <p:spPr>
          <a:xfrm>
            <a:off x="2616708" y="1117995"/>
            <a:ext cx="6958584" cy="5016200"/>
          </a:xfrm>
          <a:prstGeom prst="rect">
            <a:avLst/>
          </a:prstGeom>
        </p:spPr>
      </p:pic>
    </p:spTree>
    <p:extLst>
      <p:ext uri="{BB962C8B-B14F-4D97-AF65-F5344CB8AC3E}">
        <p14:creationId xmlns:p14="http://schemas.microsoft.com/office/powerpoint/2010/main" val="805737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40E3364-4572-4BAC-8DF0-6796C76CDF60}"/>
              </a:ext>
            </a:extLst>
          </p:cNvPr>
          <p:cNvSpPr>
            <a:spLocks noGrp="1"/>
          </p:cNvSpPr>
          <p:nvPr>
            <p:ph type="title"/>
          </p:nvPr>
        </p:nvSpPr>
        <p:spPr>
          <a:xfrm>
            <a:off x="539711" y="222436"/>
            <a:ext cx="5058209" cy="673405"/>
          </a:xfrm>
        </p:spPr>
        <p:txBody>
          <a:bodyPr/>
          <a:lstStyle/>
          <a:p>
            <a:r>
              <a:rPr lang="en-US" dirty="0">
                <a:latin typeface="Courier New" panose="02070309020205020404" pitchFamily="49" charset="0"/>
                <a:cs typeface="Courier New" panose="02070309020205020404" pitchFamily="49" charset="0"/>
              </a:rPr>
              <a:t>Model Takeoff notes</a:t>
            </a:r>
          </a:p>
        </p:txBody>
      </p:sp>
      <p:sp>
        <p:nvSpPr>
          <p:cNvPr id="12" name="Content Placeholder 11">
            <a:extLst>
              <a:ext uri="{FF2B5EF4-FFF2-40B4-BE49-F238E27FC236}">
                <a16:creationId xmlns:a16="http://schemas.microsoft.com/office/drawing/2014/main" id="{C9A02EB5-5B15-477E-ABD7-BD402EFF7619}"/>
              </a:ext>
            </a:extLst>
          </p:cNvPr>
          <p:cNvSpPr>
            <a:spLocks noGrp="1"/>
          </p:cNvSpPr>
          <p:nvPr>
            <p:ph idx="14"/>
          </p:nvPr>
        </p:nvSpPr>
        <p:spPr>
          <a:xfrm>
            <a:off x="539711" y="1107774"/>
            <a:ext cx="3519028" cy="465155"/>
          </a:xfrm>
        </p:spPr>
        <p:txBody>
          <a:bodyPr/>
          <a:lstStyle/>
          <a:p>
            <a:r>
              <a:rPr lang="en-US" dirty="0">
                <a:highlight>
                  <a:srgbClr val="C0C0C0"/>
                </a:highlight>
                <a:latin typeface="Courier New" panose="02070309020205020404" pitchFamily="49" charset="0"/>
                <a:cs typeface="Courier New" panose="02070309020205020404" pitchFamily="49" charset="0"/>
              </a:rPr>
              <a:t>Action</a:t>
            </a:r>
            <a:r>
              <a:rPr lang="en-US" dirty="0"/>
              <a:t> </a:t>
            </a:r>
          </a:p>
        </p:txBody>
      </p:sp>
      <p:sp>
        <p:nvSpPr>
          <p:cNvPr id="14" name="Content Placeholder 13">
            <a:extLst>
              <a:ext uri="{FF2B5EF4-FFF2-40B4-BE49-F238E27FC236}">
                <a16:creationId xmlns:a16="http://schemas.microsoft.com/office/drawing/2014/main" id="{4CA45226-29D6-44C0-8C91-98137FBB6B99}"/>
              </a:ext>
            </a:extLst>
          </p:cNvPr>
          <p:cNvSpPr>
            <a:spLocks noGrp="1"/>
          </p:cNvSpPr>
          <p:nvPr>
            <p:ph idx="16"/>
          </p:nvPr>
        </p:nvSpPr>
        <p:spPr>
          <a:xfrm>
            <a:off x="8120087" y="1107774"/>
            <a:ext cx="3519028" cy="465155"/>
          </a:xfrm>
        </p:spPr>
        <p:txBody>
          <a:bodyPr/>
          <a:lstStyle/>
          <a:p>
            <a:r>
              <a:rPr lang="en-US" dirty="0">
                <a:highlight>
                  <a:srgbClr val="C0C0C0"/>
                </a:highlight>
                <a:latin typeface="Courier New" panose="02070309020205020404" pitchFamily="49" charset="0"/>
                <a:cs typeface="Courier New" panose="02070309020205020404" pitchFamily="49" charset="0"/>
              </a:rPr>
              <a:t>Process</a:t>
            </a:r>
          </a:p>
        </p:txBody>
      </p:sp>
      <p:sp>
        <p:nvSpPr>
          <p:cNvPr id="3" name="Footer Placeholder 2">
            <a:extLst>
              <a:ext uri="{FF2B5EF4-FFF2-40B4-BE49-F238E27FC236}">
                <a16:creationId xmlns:a16="http://schemas.microsoft.com/office/drawing/2014/main" id="{78FE8E70-9E74-48C1-8215-3D44E782D939}"/>
              </a:ext>
            </a:extLst>
          </p:cNvPr>
          <p:cNvSpPr>
            <a:spLocks noGrp="1"/>
          </p:cNvSpPr>
          <p:nvPr>
            <p:ph type="ftr" sz="quarter" idx="11"/>
          </p:nvPr>
        </p:nvSpPr>
        <p:spPr>
          <a:xfrm>
            <a:off x="639413" y="6356350"/>
            <a:ext cx="6291108" cy="365125"/>
          </a:xfrm>
        </p:spPr>
        <p:txBody>
          <a:bodyPr/>
          <a:lstStyle/>
          <a:p>
            <a:r>
              <a:rPr lang="en-US" noProof="0" dirty="0"/>
              <a:t>Neuendorf House</a:t>
            </a:r>
          </a:p>
          <a:p>
            <a:pPr lvl="0"/>
            <a:endParaRPr lang="en-US" noProof="0" dirty="0"/>
          </a:p>
        </p:txBody>
      </p:sp>
      <p:sp>
        <p:nvSpPr>
          <p:cNvPr id="5" name="Slide Number Placeholder 4">
            <a:extLst>
              <a:ext uri="{FF2B5EF4-FFF2-40B4-BE49-F238E27FC236}">
                <a16:creationId xmlns:a16="http://schemas.microsoft.com/office/drawing/2014/main" id="{308D9E10-A6D5-4CB6-9689-563A24F01337}"/>
              </a:ext>
            </a:extLst>
          </p:cNvPr>
          <p:cNvSpPr>
            <a:spLocks noGrp="1"/>
          </p:cNvSpPr>
          <p:nvPr>
            <p:ph type="sldNum" sz="quarter" idx="12"/>
          </p:nvPr>
        </p:nvSpPr>
        <p:spPr>
          <a:xfrm>
            <a:off x="10707939" y="6356350"/>
            <a:ext cx="844649" cy="365125"/>
          </a:xfrm>
        </p:spPr>
        <p:txBody>
          <a:bodyPr/>
          <a:lstStyle/>
          <a:p>
            <a:pPr lvl="0"/>
            <a:r>
              <a:rPr lang="en-US" noProof="0" dirty="0"/>
              <a:t>9</a:t>
            </a:r>
          </a:p>
        </p:txBody>
      </p:sp>
      <p:graphicFrame>
        <p:nvGraphicFramePr>
          <p:cNvPr id="6" name="Table 5">
            <a:extLst>
              <a:ext uri="{FF2B5EF4-FFF2-40B4-BE49-F238E27FC236}">
                <a16:creationId xmlns:a16="http://schemas.microsoft.com/office/drawing/2014/main" id="{53DEC43A-8ED6-DFF0-976C-C60671123362}"/>
              </a:ext>
            </a:extLst>
          </p:cNvPr>
          <p:cNvGraphicFramePr>
            <a:graphicFrameLocks noGrp="1"/>
          </p:cNvGraphicFramePr>
          <p:nvPr>
            <p:extLst>
              <p:ext uri="{D42A27DB-BD31-4B8C-83A1-F6EECF244321}">
                <p14:modId xmlns:p14="http://schemas.microsoft.com/office/powerpoint/2010/main" val="3830438618"/>
              </p:ext>
            </p:extLst>
          </p:nvPr>
        </p:nvGraphicFramePr>
        <p:xfrm>
          <a:off x="8120087" y="1698983"/>
          <a:ext cx="3628251" cy="1854200"/>
        </p:xfrm>
        <a:graphic>
          <a:graphicData uri="http://schemas.openxmlformats.org/drawingml/2006/table">
            <a:tbl>
              <a:tblPr firstRow="1" bandRow="1">
                <a:tableStyleId>{5C22544A-7EE6-4342-B048-85BDC9FD1C3A}</a:tableStyleId>
              </a:tblPr>
              <a:tblGrid>
                <a:gridCol w="1209417">
                  <a:extLst>
                    <a:ext uri="{9D8B030D-6E8A-4147-A177-3AD203B41FA5}">
                      <a16:colId xmlns:a16="http://schemas.microsoft.com/office/drawing/2014/main" val="3222379085"/>
                    </a:ext>
                  </a:extLst>
                </a:gridCol>
                <a:gridCol w="1209417">
                  <a:extLst>
                    <a:ext uri="{9D8B030D-6E8A-4147-A177-3AD203B41FA5}">
                      <a16:colId xmlns:a16="http://schemas.microsoft.com/office/drawing/2014/main" val="3049768546"/>
                    </a:ext>
                  </a:extLst>
                </a:gridCol>
                <a:gridCol w="1209417">
                  <a:extLst>
                    <a:ext uri="{9D8B030D-6E8A-4147-A177-3AD203B41FA5}">
                      <a16:colId xmlns:a16="http://schemas.microsoft.com/office/drawing/2014/main" val="839193142"/>
                    </a:ext>
                  </a:extLst>
                </a:gridCol>
              </a:tblGrid>
              <a:tr h="370840">
                <a:tc>
                  <a:txBody>
                    <a:bodyPr/>
                    <a:lstStyle/>
                    <a:p>
                      <a:endParaRPr lang="en-AU" sz="120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AU" sz="1200" dirty="0">
                          <a:solidFill>
                            <a:schemeClr val="tx1"/>
                          </a:solidFill>
                          <a:latin typeface="Courier New" panose="02070309020205020404" pitchFamily="49" charset="0"/>
                          <a:cs typeface="Courier New" panose="02070309020205020404" pitchFamily="49" charset="0"/>
                        </a:rPr>
                        <a:t>Date</a:t>
                      </a:r>
                    </a:p>
                  </a:txBody>
                  <a:tcPr/>
                </a:tc>
                <a:tc>
                  <a:txBody>
                    <a:bodyPr/>
                    <a:lstStyle/>
                    <a:p>
                      <a:r>
                        <a:rPr lang="en-AU" sz="1200" dirty="0">
                          <a:solidFill>
                            <a:schemeClr val="tx1"/>
                          </a:solidFill>
                          <a:latin typeface="Courier New" panose="02070309020205020404" pitchFamily="49" charset="0"/>
                          <a:cs typeface="Courier New" panose="02070309020205020404" pitchFamily="49" charset="0"/>
                        </a:rPr>
                        <a:t>Status</a:t>
                      </a:r>
                    </a:p>
                  </a:txBody>
                  <a:tcPr/>
                </a:tc>
                <a:extLst>
                  <a:ext uri="{0D108BD9-81ED-4DB2-BD59-A6C34878D82A}">
                    <a16:rowId xmlns:a16="http://schemas.microsoft.com/office/drawing/2014/main" val="1219042618"/>
                  </a:ext>
                </a:extLst>
              </a:tr>
              <a:tr h="370840">
                <a:tc>
                  <a:txBody>
                    <a:bodyPr/>
                    <a:lstStyle/>
                    <a:p>
                      <a:r>
                        <a:rPr lang="en-AU" sz="800" dirty="0">
                          <a:latin typeface="Courier New" panose="02070309020205020404" pitchFamily="49" charset="0"/>
                          <a:cs typeface="Courier New" panose="02070309020205020404" pitchFamily="49" charset="0"/>
                        </a:rPr>
                        <a:t>Materials collected</a:t>
                      </a:r>
                    </a:p>
                  </a:txBody>
                  <a:tcPr/>
                </a:tc>
                <a:tc>
                  <a:txBody>
                    <a:bodyPr/>
                    <a:lstStyle/>
                    <a:p>
                      <a:r>
                        <a:rPr lang="en-AU" sz="800" dirty="0">
                          <a:latin typeface="Courier New" panose="02070309020205020404" pitchFamily="49" charset="0"/>
                          <a:cs typeface="Courier New" panose="02070309020205020404" pitchFamily="49" charset="0"/>
                        </a:rPr>
                        <a:t>28/03/2024</a:t>
                      </a:r>
                    </a:p>
                  </a:txBody>
                  <a:tcPr/>
                </a:tc>
                <a:tc>
                  <a:txBody>
                    <a:bodyPr/>
                    <a:lstStyle/>
                    <a:p>
                      <a:r>
                        <a:rPr lang="en-AU" sz="800" dirty="0">
                          <a:latin typeface="Courier New" panose="02070309020205020404" pitchFamily="49" charset="0"/>
                          <a:cs typeface="Courier New" panose="02070309020205020404" pitchFamily="49" charset="0"/>
                        </a:rPr>
                        <a:t>complete</a:t>
                      </a:r>
                    </a:p>
                  </a:txBody>
                  <a:tcPr/>
                </a:tc>
                <a:extLst>
                  <a:ext uri="{0D108BD9-81ED-4DB2-BD59-A6C34878D82A}">
                    <a16:rowId xmlns:a16="http://schemas.microsoft.com/office/drawing/2014/main" val="2449498853"/>
                  </a:ext>
                </a:extLst>
              </a:tr>
              <a:tr h="370840">
                <a:tc>
                  <a:txBody>
                    <a:bodyPr/>
                    <a:lstStyle/>
                    <a:p>
                      <a:r>
                        <a:rPr lang="en-AU" sz="800" dirty="0">
                          <a:latin typeface="Courier New" panose="02070309020205020404" pitchFamily="49" charset="0"/>
                          <a:cs typeface="Courier New" panose="02070309020205020404" pitchFamily="49" charset="0"/>
                        </a:rPr>
                        <a:t>Base has been created </a:t>
                      </a:r>
                    </a:p>
                  </a:txBody>
                  <a:tcPr/>
                </a:tc>
                <a:tc>
                  <a:txBody>
                    <a:bodyPr/>
                    <a:lstStyle/>
                    <a:p>
                      <a:r>
                        <a:rPr lang="en-AU" sz="800" dirty="0">
                          <a:latin typeface="Courier New" panose="02070309020205020404" pitchFamily="49" charset="0"/>
                          <a:cs typeface="Courier New" panose="02070309020205020404" pitchFamily="49" charset="0"/>
                        </a:rPr>
                        <a:t>6/04/2024</a:t>
                      </a:r>
                    </a:p>
                  </a:txBody>
                  <a:tcPr/>
                </a:tc>
                <a:tc>
                  <a:txBody>
                    <a:bodyPr/>
                    <a:lstStyle/>
                    <a:p>
                      <a:r>
                        <a:rPr lang="en-AU" sz="800" dirty="0">
                          <a:latin typeface="Courier New" panose="02070309020205020404" pitchFamily="49" charset="0"/>
                          <a:cs typeface="Courier New" panose="02070309020205020404" pitchFamily="49" charset="0"/>
                        </a:rPr>
                        <a:t>complete</a:t>
                      </a:r>
                    </a:p>
                  </a:txBody>
                  <a:tcPr/>
                </a:tc>
                <a:extLst>
                  <a:ext uri="{0D108BD9-81ED-4DB2-BD59-A6C34878D82A}">
                    <a16:rowId xmlns:a16="http://schemas.microsoft.com/office/drawing/2014/main" val="3316873379"/>
                  </a:ext>
                </a:extLst>
              </a:tr>
              <a:tr h="370840">
                <a:tc>
                  <a:txBody>
                    <a:bodyPr/>
                    <a:lstStyle/>
                    <a:p>
                      <a:r>
                        <a:rPr lang="en-AU" sz="800" dirty="0">
                          <a:latin typeface="Courier New" panose="02070309020205020404" pitchFamily="49" charset="0"/>
                          <a:cs typeface="Courier New" panose="02070309020205020404" pitchFamily="49" charset="0"/>
                        </a:rPr>
                        <a:t>House panels have been cut out</a:t>
                      </a:r>
                    </a:p>
                  </a:txBody>
                  <a:tcPr/>
                </a:tc>
                <a:tc>
                  <a:txBody>
                    <a:bodyPr/>
                    <a:lstStyle/>
                    <a:p>
                      <a:r>
                        <a:rPr lang="en-AU" sz="800" dirty="0">
                          <a:latin typeface="Courier New" panose="02070309020205020404" pitchFamily="49" charset="0"/>
                          <a:cs typeface="Courier New" panose="02070309020205020404" pitchFamily="49" charset="0"/>
                        </a:rPr>
                        <a:t>-</a:t>
                      </a:r>
                    </a:p>
                  </a:txBody>
                  <a:tcPr/>
                </a:tc>
                <a:tc>
                  <a:txBody>
                    <a:bodyPr/>
                    <a:lstStyle/>
                    <a:p>
                      <a:r>
                        <a:rPr lang="en-AU" sz="8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2414320026"/>
                  </a:ext>
                </a:extLst>
              </a:tr>
              <a:tr h="370840">
                <a:tc>
                  <a:txBody>
                    <a:bodyPr/>
                    <a:lstStyle/>
                    <a:p>
                      <a:r>
                        <a:rPr lang="en-AU" sz="800" dirty="0">
                          <a:latin typeface="Courier New" panose="02070309020205020404" pitchFamily="49" charset="0"/>
                          <a:cs typeface="Courier New" panose="02070309020205020404" pitchFamily="49" charset="0"/>
                        </a:rPr>
                        <a:t>Glueing process</a:t>
                      </a:r>
                    </a:p>
                  </a:txBody>
                  <a:tcPr/>
                </a:tc>
                <a:tc>
                  <a:txBody>
                    <a:bodyPr/>
                    <a:lstStyle/>
                    <a:p>
                      <a:r>
                        <a:rPr lang="en-AU" sz="800" dirty="0">
                          <a:latin typeface="Courier New" panose="02070309020205020404" pitchFamily="49" charset="0"/>
                          <a:cs typeface="Courier New" panose="02070309020205020404" pitchFamily="49" charset="0"/>
                        </a:rPr>
                        <a:t>-</a:t>
                      </a:r>
                    </a:p>
                  </a:txBody>
                  <a:tcPr/>
                </a:tc>
                <a:tc>
                  <a:txBody>
                    <a:bodyPr/>
                    <a:lstStyle/>
                    <a:p>
                      <a:r>
                        <a:rPr lang="en-AU" sz="8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1894656459"/>
                  </a:ext>
                </a:extLst>
              </a:tr>
            </a:tbl>
          </a:graphicData>
        </a:graphic>
      </p:graphicFrame>
      <p:pic>
        <p:nvPicPr>
          <p:cNvPr id="2" name="Picture 1">
            <a:extLst>
              <a:ext uri="{FF2B5EF4-FFF2-40B4-BE49-F238E27FC236}">
                <a16:creationId xmlns:a16="http://schemas.microsoft.com/office/drawing/2014/main" id="{7921B206-8D33-952C-19E0-6BF17C19A91E}"/>
              </a:ext>
            </a:extLst>
          </p:cNvPr>
          <p:cNvPicPr>
            <a:picLocks noChangeAspect="1"/>
          </p:cNvPicPr>
          <p:nvPr/>
        </p:nvPicPr>
        <p:blipFill rotWithShape="1">
          <a:blip r:embed="rId2"/>
          <a:srcRect l="16634" t="10144" r="18890" b="2332"/>
          <a:stretch/>
        </p:blipFill>
        <p:spPr>
          <a:xfrm rot="16200000">
            <a:off x="1226888" y="1111508"/>
            <a:ext cx="1450617" cy="2625568"/>
          </a:xfrm>
          <a:prstGeom prst="rect">
            <a:avLst/>
          </a:prstGeom>
        </p:spPr>
      </p:pic>
      <p:pic>
        <p:nvPicPr>
          <p:cNvPr id="4" name="Picture 3">
            <a:extLst>
              <a:ext uri="{FF2B5EF4-FFF2-40B4-BE49-F238E27FC236}">
                <a16:creationId xmlns:a16="http://schemas.microsoft.com/office/drawing/2014/main" id="{DDD6854A-7A51-EECA-BACB-8FFA2B252A27}"/>
              </a:ext>
            </a:extLst>
          </p:cNvPr>
          <p:cNvPicPr>
            <a:picLocks noChangeAspect="1"/>
          </p:cNvPicPr>
          <p:nvPr/>
        </p:nvPicPr>
        <p:blipFill rotWithShape="1">
          <a:blip r:embed="rId2"/>
          <a:srcRect l="16634" t="57952" r="29380" b="4793"/>
          <a:stretch/>
        </p:blipFill>
        <p:spPr>
          <a:xfrm rot="16200000">
            <a:off x="3535034" y="1756898"/>
            <a:ext cx="1450619" cy="1334789"/>
          </a:xfrm>
          <a:prstGeom prst="rect">
            <a:avLst/>
          </a:prstGeom>
        </p:spPr>
      </p:pic>
      <p:pic>
        <p:nvPicPr>
          <p:cNvPr id="7" name="Picture 6">
            <a:extLst>
              <a:ext uri="{FF2B5EF4-FFF2-40B4-BE49-F238E27FC236}">
                <a16:creationId xmlns:a16="http://schemas.microsoft.com/office/drawing/2014/main" id="{C47C5BDA-462F-7D88-8F78-39911E7375FC}"/>
              </a:ext>
            </a:extLst>
          </p:cNvPr>
          <p:cNvPicPr>
            <a:picLocks noChangeAspect="1"/>
          </p:cNvPicPr>
          <p:nvPr/>
        </p:nvPicPr>
        <p:blipFill>
          <a:blip r:embed="rId3"/>
          <a:stretch>
            <a:fillRect/>
          </a:stretch>
        </p:blipFill>
        <p:spPr>
          <a:xfrm>
            <a:off x="5255706" y="1698982"/>
            <a:ext cx="1939610" cy="1454708"/>
          </a:xfrm>
          <a:prstGeom prst="rect">
            <a:avLst/>
          </a:prstGeom>
        </p:spPr>
      </p:pic>
      <p:sp>
        <p:nvSpPr>
          <p:cNvPr id="9" name="Content Placeholder 14">
            <a:extLst>
              <a:ext uri="{FF2B5EF4-FFF2-40B4-BE49-F238E27FC236}">
                <a16:creationId xmlns:a16="http://schemas.microsoft.com/office/drawing/2014/main" id="{7F15F285-597A-9924-91D1-0DECC47DE330}"/>
              </a:ext>
            </a:extLst>
          </p:cNvPr>
          <p:cNvSpPr txBox="1">
            <a:spLocks/>
          </p:cNvSpPr>
          <p:nvPr/>
        </p:nvSpPr>
        <p:spPr>
          <a:xfrm>
            <a:off x="639411" y="3156883"/>
            <a:ext cx="2625569" cy="673405"/>
          </a:xfrm>
          <a:prstGeom prst="rect">
            <a:avLst/>
          </a:prstGeom>
        </p:spPr>
        <p:txBody>
          <a:bodyPr vert="horz" lIns="91440" tIns="45720" rIns="91440" bIns="45720" rtlCol="0" anchor="t">
            <a:noAutofit/>
          </a:bodyPr>
          <a:lstStyle>
            <a:lvl1pPr marL="285750" indent="-285750" algn="l" defTabSz="914400" rtl="0" eaLnBrk="1" latinLnBrk="0" hangingPunct="1">
              <a:lnSpc>
                <a:spcPct val="150000"/>
              </a:lnSpc>
              <a:spcBef>
                <a:spcPts val="1500"/>
              </a:spcBef>
              <a:buClr>
                <a:schemeClr val="accent2"/>
              </a:buClr>
              <a:buFont typeface="Arial" panose="020B0604020202020204" pitchFamily="34" charset="0"/>
              <a:buChar char="•"/>
              <a:defRPr sz="1500" b="1" kern="1200" spc="150" baseline="0">
                <a:solidFill>
                  <a:schemeClr val="tx1"/>
                </a:solidFill>
                <a:latin typeface="+mn-lt"/>
                <a:ea typeface="+mn-ea"/>
                <a:cs typeface="+mn-cs"/>
              </a:defRPr>
            </a:lvl1pPr>
            <a:lvl2pPr marL="0" indent="0" algn="l" defTabSz="914400" rtl="0" eaLnBrk="1" latinLnBrk="0" hangingPunct="1">
              <a:lnSpc>
                <a:spcPct val="150000"/>
              </a:lnSpc>
              <a:spcBef>
                <a:spcPts val="500"/>
              </a:spcBef>
              <a:buClr>
                <a:schemeClr val="accent2"/>
              </a:buClr>
              <a:buFontTx/>
              <a:buNone/>
              <a:defRPr sz="1500" kern="1200" spc="150" baseline="0">
                <a:solidFill>
                  <a:schemeClr val="tx1"/>
                </a:solidFill>
                <a:latin typeface="+mn-lt"/>
                <a:ea typeface="+mn-ea"/>
                <a:cs typeface="+mn-cs"/>
              </a:defRPr>
            </a:lvl2pPr>
            <a:lvl3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3pPr>
            <a:lvl4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4pPr>
            <a:lvl5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00" dirty="0">
                <a:latin typeface="Courier New" panose="02070309020205020404" pitchFamily="49" charset="0"/>
                <a:cs typeface="Courier New" panose="02070309020205020404" pitchFamily="49" charset="0"/>
              </a:rPr>
              <a:t>Gather all materials to assemble model</a:t>
            </a:r>
          </a:p>
        </p:txBody>
      </p:sp>
      <p:sp>
        <p:nvSpPr>
          <p:cNvPr id="11" name="Content Placeholder 14">
            <a:extLst>
              <a:ext uri="{FF2B5EF4-FFF2-40B4-BE49-F238E27FC236}">
                <a16:creationId xmlns:a16="http://schemas.microsoft.com/office/drawing/2014/main" id="{F985D4AC-3867-4954-302B-7DA4B18BD955}"/>
              </a:ext>
            </a:extLst>
          </p:cNvPr>
          <p:cNvSpPr txBox="1">
            <a:spLocks/>
          </p:cNvSpPr>
          <p:nvPr/>
        </p:nvSpPr>
        <p:spPr>
          <a:xfrm>
            <a:off x="3592948" y="3156883"/>
            <a:ext cx="1334789" cy="673405"/>
          </a:xfrm>
          <a:prstGeom prst="rect">
            <a:avLst/>
          </a:prstGeom>
        </p:spPr>
        <p:txBody>
          <a:bodyPr vert="horz" lIns="91440" tIns="45720" rIns="91440" bIns="45720" rtlCol="0" anchor="t">
            <a:noAutofit/>
          </a:bodyPr>
          <a:lstStyle>
            <a:lvl1pPr marL="285750" indent="-285750" algn="l" defTabSz="914400" rtl="0" eaLnBrk="1" latinLnBrk="0" hangingPunct="1">
              <a:lnSpc>
                <a:spcPct val="150000"/>
              </a:lnSpc>
              <a:spcBef>
                <a:spcPts val="1500"/>
              </a:spcBef>
              <a:buClr>
                <a:schemeClr val="accent2"/>
              </a:buClr>
              <a:buFont typeface="Arial" panose="020B0604020202020204" pitchFamily="34" charset="0"/>
              <a:buChar char="•"/>
              <a:defRPr sz="1500" b="1" kern="1200" spc="150" baseline="0">
                <a:solidFill>
                  <a:schemeClr val="tx1"/>
                </a:solidFill>
                <a:latin typeface="+mn-lt"/>
                <a:ea typeface="+mn-ea"/>
                <a:cs typeface="+mn-cs"/>
              </a:defRPr>
            </a:lvl1pPr>
            <a:lvl2pPr marL="0" indent="0" algn="l" defTabSz="914400" rtl="0" eaLnBrk="1" latinLnBrk="0" hangingPunct="1">
              <a:lnSpc>
                <a:spcPct val="150000"/>
              </a:lnSpc>
              <a:spcBef>
                <a:spcPts val="500"/>
              </a:spcBef>
              <a:buClr>
                <a:schemeClr val="accent2"/>
              </a:buClr>
              <a:buFontTx/>
              <a:buNone/>
              <a:defRPr sz="1500" kern="1200" spc="150" baseline="0">
                <a:solidFill>
                  <a:schemeClr val="tx1"/>
                </a:solidFill>
                <a:latin typeface="+mn-lt"/>
                <a:ea typeface="+mn-ea"/>
                <a:cs typeface="+mn-cs"/>
              </a:defRPr>
            </a:lvl2pPr>
            <a:lvl3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3pPr>
            <a:lvl4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4pPr>
            <a:lvl5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00" dirty="0">
                <a:latin typeface="Courier New" panose="02070309020205020404" pitchFamily="49" charset="0"/>
                <a:cs typeface="Courier New" panose="02070309020205020404" pitchFamily="49" charset="0"/>
              </a:rPr>
              <a:t>Cut Carboard for the Topography</a:t>
            </a:r>
          </a:p>
        </p:txBody>
      </p:sp>
      <p:sp>
        <p:nvSpPr>
          <p:cNvPr id="13" name="Content Placeholder 14">
            <a:extLst>
              <a:ext uri="{FF2B5EF4-FFF2-40B4-BE49-F238E27FC236}">
                <a16:creationId xmlns:a16="http://schemas.microsoft.com/office/drawing/2014/main" id="{9AACAF5E-5C81-072C-2963-B0C8835DB359}"/>
              </a:ext>
            </a:extLst>
          </p:cNvPr>
          <p:cNvSpPr txBox="1">
            <a:spLocks/>
          </p:cNvSpPr>
          <p:nvPr/>
        </p:nvSpPr>
        <p:spPr>
          <a:xfrm>
            <a:off x="5255706" y="3149601"/>
            <a:ext cx="1939610" cy="673405"/>
          </a:xfrm>
          <a:prstGeom prst="rect">
            <a:avLst/>
          </a:prstGeom>
        </p:spPr>
        <p:txBody>
          <a:bodyPr vert="horz" lIns="91440" tIns="45720" rIns="91440" bIns="45720" rtlCol="0" anchor="t">
            <a:noAutofit/>
          </a:bodyPr>
          <a:lstStyle>
            <a:lvl1pPr marL="285750" indent="-285750" algn="l" defTabSz="914400" rtl="0" eaLnBrk="1" latinLnBrk="0" hangingPunct="1">
              <a:lnSpc>
                <a:spcPct val="150000"/>
              </a:lnSpc>
              <a:spcBef>
                <a:spcPts val="1500"/>
              </a:spcBef>
              <a:buClr>
                <a:schemeClr val="accent2"/>
              </a:buClr>
              <a:buFont typeface="Arial" panose="020B0604020202020204" pitchFamily="34" charset="0"/>
              <a:buChar char="•"/>
              <a:defRPr sz="1500" b="1" kern="1200" spc="150" baseline="0">
                <a:solidFill>
                  <a:schemeClr val="tx1"/>
                </a:solidFill>
                <a:latin typeface="+mn-lt"/>
                <a:ea typeface="+mn-ea"/>
                <a:cs typeface="+mn-cs"/>
              </a:defRPr>
            </a:lvl1pPr>
            <a:lvl2pPr marL="0" indent="0" algn="l" defTabSz="914400" rtl="0" eaLnBrk="1" latinLnBrk="0" hangingPunct="1">
              <a:lnSpc>
                <a:spcPct val="150000"/>
              </a:lnSpc>
              <a:spcBef>
                <a:spcPts val="500"/>
              </a:spcBef>
              <a:buClr>
                <a:schemeClr val="accent2"/>
              </a:buClr>
              <a:buFontTx/>
              <a:buNone/>
              <a:defRPr sz="1500" kern="1200" spc="150" baseline="0">
                <a:solidFill>
                  <a:schemeClr val="tx1"/>
                </a:solidFill>
                <a:latin typeface="+mn-lt"/>
                <a:ea typeface="+mn-ea"/>
                <a:cs typeface="+mn-cs"/>
              </a:defRPr>
            </a:lvl2pPr>
            <a:lvl3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3pPr>
            <a:lvl4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4pPr>
            <a:lvl5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00" dirty="0">
                <a:latin typeface="Courier New" panose="02070309020205020404" pitchFamily="49" charset="0"/>
                <a:cs typeface="Courier New" panose="02070309020205020404" pitchFamily="49" charset="0"/>
              </a:rPr>
              <a:t>Glue all the carboard together to form the layers</a:t>
            </a:r>
          </a:p>
        </p:txBody>
      </p:sp>
      <p:cxnSp>
        <p:nvCxnSpPr>
          <p:cNvPr id="16" name="Straight Arrow Connector 15">
            <a:extLst>
              <a:ext uri="{FF2B5EF4-FFF2-40B4-BE49-F238E27FC236}">
                <a16:creationId xmlns:a16="http://schemas.microsoft.com/office/drawing/2014/main" id="{03492CE7-C132-1A74-406C-66C82D5091E9}"/>
              </a:ext>
            </a:extLst>
          </p:cNvPr>
          <p:cNvCxnSpPr/>
          <p:nvPr/>
        </p:nvCxnSpPr>
        <p:spPr>
          <a:xfrm>
            <a:off x="3327400" y="2425700"/>
            <a:ext cx="2254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1752193-8214-19E9-91B8-EBB0795CDE16}"/>
              </a:ext>
            </a:extLst>
          </p:cNvPr>
          <p:cNvCxnSpPr/>
          <p:nvPr/>
        </p:nvCxnSpPr>
        <p:spPr>
          <a:xfrm>
            <a:off x="4994275" y="2454275"/>
            <a:ext cx="2159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2129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40E3364-4572-4BAC-8DF0-6796C76CDF60}"/>
              </a:ext>
            </a:extLst>
          </p:cNvPr>
          <p:cNvSpPr>
            <a:spLocks noGrp="1"/>
          </p:cNvSpPr>
          <p:nvPr>
            <p:ph type="title"/>
          </p:nvPr>
        </p:nvSpPr>
        <p:spPr>
          <a:xfrm>
            <a:off x="539711" y="222436"/>
            <a:ext cx="7753897" cy="673405"/>
          </a:xfrm>
        </p:spPr>
        <p:txBody>
          <a:bodyPr>
            <a:normAutofit/>
          </a:bodyPr>
          <a:lstStyle/>
          <a:p>
            <a:r>
              <a:rPr lang="en-US" dirty="0">
                <a:latin typeface="Courier New" panose="02070309020205020404" pitchFamily="49" charset="0"/>
                <a:cs typeface="Courier New" panose="02070309020205020404" pitchFamily="49" charset="0"/>
              </a:rPr>
              <a:t>Group Theme (John Pawson, minimalism) </a:t>
            </a:r>
          </a:p>
        </p:txBody>
      </p:sp>
      <p:sp>
        <p:nvSpPr>
          <p:cNvPr id="12" name="Content Placeholder 11">
            <a:extLst>
              <a:ext uri="{FF2B5EF4-FFF2-40B4-BE49-F238E27FC236}">
                <a16:creationId xmlns:a16="http://schemas.microsoft.com/office/drawing/2014/main" id="{C9A02EB5-5B15-477E-ABD7-BD402EFF7619}"/>
              </a:ext>
            </a:extLst>
          </p:cNvPr>
          <p:cNvSpPr>
            <a:spLocks noGrp="1"/>
          </p:cNvSpPr>
          <p:nvPr>
            <p:ph idx="14"/>
          </p:nvPr>
        </p:nvSpPr>
        <p:spPr>
          <a:xfrm>
            <a:off x="648934" y="1472055"/>
            <a:ext cx="5312953" cy="465155"/>
          </a:xfrm>
        </p:spPr>
        <p:txBody>
          <a:bodyPr/>
          <a:lstStyle/>
          <a:p>
            <a:r>
              <a:rPr lang="en-US" dirty="0">
                <a:highlight>
                  <a:srgbClr val="C0C0C0"/>
                </a:highlight>
                <a:latin typeface="Courier New" panose="02070309020205020404" pitchFamily="49" charset="0"/>
                <a:cs typeface="Courier New" panose="02070309020205020404" pitchFamily="49" charset="0"/>
              </a:rPr>
              <a:t>Complexity of minimalism</a:t>
            </a:r>
          </a:p>
        </p:txBody>
      </p:sp>
      <p:sp>
        <p:nvSpPr>
          <p:cNvPr id="3" name="Footer Placeholder 2">
            <a:extLst>
              <a:ext uri="{FF2B5EF4-FFF2-40B4-BE49-F238E27FC236}">
                <a16:creationId xmlns:a16="http://schemas.microsoft.com/office/drawing/2014/main" id="{78FE8E70-9E74-48C1-8215-3D44E782D939}"/>
              </a:ext>
            </a:extLst>
          </p:cNvPr>
          <p:cNvSpPr>
            <a:spLocks noGrp="1"/>
          </p:cNvSpPr>
          <p:nvPr>
            <p:ph type="ftr" sz="quarter" idx="11"/>
          </p:nvPr>
        </p:nvSpPr>
        <p:spPr>
          <a:xfrm>
            <a:off x="639413" y="6356350"/>
            <a:ext cx="6291108" cy="365125"/>
          </a:xfrm>
        </p:spPr>
        <p:txBody>
          <a:bodyPr/>
          <a:lstStyle/>
          <a:p>
            <a:pPr lvl="0"/>
            <a:r>
              <a:rPr lang="en-US" noProof="0" dirty="0"/>
              <a:t>Neuendorf House</a:t>
            </a:r>
          </a:p>
        </p:txBody>
      </p:sp>
      <p:sp>
        <p:nvSpPr>
          <p:cNvPr id="5" name="Slide Number Placeholder 4">
            <a:extLst>
              <a:ext uri="{FF2B5EF4-FFF2-40B4-BE49-F238E27FC236}">
                <a16:creationId xmlns:a16="http://schemas.microsoft.com/office/drawing/2014/main" id="{308D9E10-A6D5-4CB6-9689-563A24F01337}"/>
              </a:ext>
            </a:extLst>
          </p:cNvPr>
          <p:cNvSpPr>
            <a:spLocks noGrp="1"/>
          </p:cNvSpPr>
          <p:nvPr>
            <p:ph type="sldNum" sz="quarter" idx="12"/>
          </p:nvPr>
        </p:nvSpPr>
        <p:spPr>
          <a:xfrm>
            <a:off x="10707939" y="6356350"/>
            <a:ext cx="844649" cy="365125"/>
          </a:xfrm>
        </p:spPr>
        <p:txBody>
          <a:bodyPr/>
          <a:lstStyle/>
          <a:p>
            <a:pPr lvl="0"/>
            <a:r>
              <a:rPr lang="en-US" dirty="0"/>
              <a:t>10</a:t>
            </a:r>
            <a:endParaRPr lang="en-US" noProof="0" dirty="0"/>
          </a:p>
        </p:txBody>
      </p:sp>
      <p:sp>
        <p:nvSpPr>
          <p:cNvPr id="6" name="Content Placeholder 5">
            <a:extLst>
              <a:ext uri="{FF2B5EF4-FFF2-40B4-BE49-F238E27FC236}">
                <a16:creationId xmlns:a16="http://schemas.microsoft.com/office/drawing/2014/main" id="{7106D503-7D89-5BEA-D138-23B7FCF0764B}"/>
              </a:ext>
            </a:extLst>
          </p:cNvPr>
          <p:cNvSpPr>
            <a:spLocks noGrp="1"/>
          </p:cNvSpPr>
          <p:nvPr>
            <p:ph idx="1"/>
          </p:nvPr>
        </p:nvSpPr>
        <p:spPr>
          <a:xfrm>
            <a:off x="648935" y="2057605"/>
            <a:ext cx="6473066" cy="4187920"/>
          </a:xfrm>
        </p:spPr>
        <p:txBody>
          <a:bodyPr>
            <a:normAutofit/>
          </a:bodyPr>
          <a:lstStyle/>
          <a:p>
            <a:pPr marL="0" indent="0" algn="just">
              <a:buNone/>
            </a:pPr>
            <a:r>
              <a:rPr lang="en-US" sz="1000" dirty="0">
                <a:latin typeface="Courier New" panose="02070309020205020404" pitchFamily="49" charset="0"/>
                <a:cs typeface="Courier New" panose="02070309020205020404" pitchFamily="49" charset="0"/>
              </a:rPr>
              <a:t>The aesthetic of the Neuendorf House resonates deeply with me, a personal aspiration has drawn me to create spaces that seamlessly blend visually. Opting for the floor plan for my site analysis allowed me to gain a deeper understanding of how pathways and interconnected spaces contribute to the overall flow and functionality of the Neuendorf House. This process offered  insights into Pawson's thoughtful design decisions, informing my own understanding of design in a meaningful way. Exploring the pathways within the Neuendorf House unveiled an intention behind its architectural layout. The seamless addition of indoor and outdoor spaces, guided by thoughtfully planned pathways, reflects Pawson's vision of a perfect relationship between the built environment and nature. These pathways not only facilitate movement but also encourage exploration and contemplation. The minimalist design not only highlights the natural beauty of the landscape but also ensures the provision of functional living spaces that promote well-being. </a:t>
            </a:r>
          </a:p>
        </p:txBody>
      </p:sp>
      <p:pic>
        <p:nvPicPr>
          <p:cNvPr id="22" name="Picture 21">
            <a:extLst>
              <a:ext uri="{FF2B5EF4-FFF2-40B4-BE49-F238E27FC236}">
                <a16:creationId xmlns:a16="http://schemas.microsoft.com/office/drawing/2014/main" id="{F60A57C4-D634-1920-9ACF-072E6F4BC1C3}"/>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7295738" y="1435608"/>
            <a:ext cx="3986783" cy="3986783"/>
          </a:xfrm>
          <a:prstGeom prst="rect">
            <a:avLst/>
          </a:prstGeom>
        </p:spPr>
      </p:pic>
      <p:sp>
        <p:nvSpPr>
          <p:cNvPr id="23" name="TextBox 22">
            <a:extLst>
              <a:ext uri="{FF2B5EF4-FFF2-40B4-BE49-F238E27FC236}">
                <a16:creationId xmlns:a16="http://schemas.microsoft.com/office/drawing/2014/main" id="{A0A18D79-F23D-E9EC-27E1-985DF3ECA790}"/>
              </a:ext>
            </a:extLst>
          </p:cNvPr>
          <p:cNvSpPr txBox="1"/>
          <p:nvPr/>
        </p:nvSpPr>
        <p:spPr>
          <a:xfrm>
            <a:off x="7205472" y="5422391"/>
            <a:ext cx="4160520" cy="723275"/>
          </a:xfrm>
          <a:prstGeom prst="rect">
            <a:avLst/>
          </a:prstGeom>
          <a:noFill/>
        </p:spPr>
        <p:txBody>
          <a:bodyPr wrap="square" rtlCol="0">
            <a:spAutoFit/>
          </a:bodyPr>
          <a:lstStyle/>
          <a:p>
            <a:r>
              <a:rPr lang="en-AU" sz="700" dirty="0">
                <a:solidFill>
                  <a:srgbClr val="0070C0"/>
                </a:solidFill>
                <a:latin typeface="Courier New" panose="02070309020205020404" pitchFamily="49" charset="0"/>
                <a:cs typeface="Courier New" panose="02070309020205020404" pitchFamily="49" charset="0"/>
              </a:rPr>
              <a:t>Figure 2.4: </a:t>
            </a:r>
            <a:r>
              <a:rPr lang="en-US" sz="700" dirty="0">
                <a:solidFill>
                  <a:srgbClr val="0070C0"/>
                </a:solidFill>
                <a:latin typeface="Courier New" panose="02070309020205020404" pitchFamily="49" charset="0"/>
                <a:cs typeface="Courier New" panose="02070309020205020404" pitchFamily="49" charset="0"/>
              </a:rPr>
              <a:t>The Neuendorf House – The Neuendorf House by architects Claudio </a:t>
            </a:r>
            <a:r>
              <a:rPr lang="en-US" sz="700" dirty="0" err="1">
                <a:solidFill>
                  <a:srgbClr val="0070C0"/>
                </a:solidFill>
                <a:latin typeface="Courier New" panose="02070309020205020404" pitchFamily="49" charset="0"/>
                <a:cs typeface="Courier New" panose="02070309020205020404" pitchFamily="49" charset="0"/>
              </a:rPr>
              <a:t>Silvestrin</a:t>
            </a:r>
            <a:r>
              <a:rPr lang="en-US" sz="700" dirty="0">
                <a:solidFill>
                  <a:srgbClr val="0070C0"/>
                </a:solidFill>
                <a:latin typeface="Courier New" panose="02070309020205020404" pitchFamily="49" charset="0"/>
                <a:cs typeface="Courier New" panose="02070309020205020404" pitchFamily="49" charset="0"/>
              </a:rPr>
              <a:t> and John Pawson. Clay tennis court: John </a:t>
            </a:r>
            <a:r>
              <a:rPr lang="en-US" sz="700" dirty="0" err="1">
                <a:solidFill>
                  <a:srgbClr val="0070C0"/>
                </a:solidFill>
                <a:latin typeface="Courier New" panose="02070309020205020404" pitchFamily="49" charset="0"/>
                <a:cs typeface="Courier New" panose="02070309020205020404" pitchFamily="49" charset="0"/>
              </a:rPr>
              <a:t>pawson</a:t>
            </a:r>
            <a:r>
              <a:rPr lang="en-US" sz="700" dirty="0">
                <a:solidFill>
                  <a:srgbClr val="0070C0"/>
                </a:solidFill>
                <a:latin typeface="Courier New" panose="02070309020205020404" pitchFamily="49" charset="0"/>
                <a:cs typeface="Courier New" panose="02070309020205020404" pitchFamily="49" charset="0"/>
              </a:rPr>
              <a:t>, Mallorca, Villa. (2019). Retrieved from </a:t>
            </a:r>
            <a:r>
              <a:rPr lang="en-US" sz="700" dirty="0">
                <a:solidFill>
                  <a:srgbClr val="0070C0"/>
                </a:solidFill>
                <a:latin typeface="Courier New" panose="02070309020205020404" pitchFamily="49" charset="0"/>
                <a:cs typeface="Courier New" panose="02070309020205020404" pitchFamily="49" charset="0"/>
                <a:hlinkClick r:id="rId4"/>
              </a:rPr>
              <a:t>https://dk.pinterest.com/pin/333970128618055281/</a:t>
            </a:r>
            <a:endParaRPr lang="en-US" sz="700" dirty="0">
              <a:solidFill>
                <a:srgbClr val="0070C0"/>
              </a:solidFill>
              <a:latin typeface="Courier New" panose="02070309020205020404" pitchFamily="49" charset="0"/>
              <a:cs typeface="Courier New" panose="02070309020205020404" pitchFamily="49" charset="0"/>
            </a:endParaRPr>
          </a:p>
          <a:p>
            <a:r>
              <a:rPr lang="en-AU" sz="700" dirty="0">
                <a:solidFill>
                  <a:srgbClr val="0070C0"/>
                </a:solidFill>
                <a:latin typeface="Courier New" panose="02070309020205020404" pitchFamily="49" charset="0"/>
                <a:cs typeface="Courier New" panose="02070309020205020404" pitchFamily="49" charset="0"/>
              </a:rPr>
              <a:t> </a:t>
            </a:r>
            <a:endParaRPr lang="en-US" sz="600" b="0" i="0" dirty="0">
              <a:solidFill>
                <a:srgbClr val="000000"/>
              </a:solidFill>
              <a:effectLst/>
              <a:latin typeface="Courier New" panose="02070309020205020404" pitchFamily="49" charset="0"/>
              <a:cs typeface="Courier New" panose="02070309020205020404" pitchFamily="49" charset="0"/>
            </a:endParaRPr>
          </a:p>
          <a:p>
            <a:r>
              <a:rPr lang="en-AU" sz="600" dirty="0">
                <a:latin typeface="Courier New" panose="02070309020205020404" pitchFamily="49" charset="0"/>
                <a:cs typeface="Courier New" panose="02070309020205020404" pitchFamily="49" charset="0"/>
              </a:rPr>
              <a:t>  </a:t>
            </a:r>
          </a:p>
        </p:txBody>
      </p:sp>
      <p:pic>
        <p:nvPicPr>
          <p:cNvPr id="2" name="Picture 1">
            <a:extLst>
              <a:ext uri="{FF2B5EF4-FFF2-40B4-BE49-F238E27FC236}">
                <a16:creationId xmlns:a16="http://schemas.microsoft.com/office/drawing/2014/main" id="{22D51265-534D-CA00-B438-923D8DFC1BA2}"/>
              </a:ext>
            </a:extLst>
          </p:cNvPr>
          <p:cNvPicPr>
            <a:picLocks noChangeAspect="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Lst>
          </a:blip>
          <a:srcRect l="19961" r="13711"/>
          <a:stretch/>
        </p:blipFill>
        <p:spPr>
          <a:xfrm>
            <a:off x="7295738" y="1420729"/>
            <a:ext cx="3986783" cy="4001662"/>
          </a:xfrm>
          <a:prstGeom prst="rect">
            <a:avLst/>
          </a:prstGeom>
        </p:spPr>
      </p:pic>
    </p:spTree>
    <p:extLst>
      <p:ext uri="{BB962C8B-B14F-4D97-AF65-F5344CB8AC3E}">
        <p14:creationId xmlns:p14="http://schemas.microsoft.com/office/powerpoint/2010/main" val="4189318535"/>
      </p:ext>
    </p:extLst>
  </p:cSld>
  <p:clrMapOvr>
    <a:masterClrMapping/>
  </p:clrMapOvr>
</p:sld>
</file>

<file path=ppt/theme/theme1.xml><?xml version="1.0" encoding="utf-8"?>
<a:theme xmlns:a="http://schemas.openxmlformats.org/drawingml/2006/main" name="MeiryoVTI">
  <a:themeElements>
    <a:clrScheme name="Custom 1">
      <a:dk1>
        <a:sysClr val="windowText" lastClr="000000"/>
      </a:dk1>
      <a:lt1>
        <a:sysClr val="window" lastClr="FFFFFF"/>
      </a:lt1>
      <a:dk2>
        <a:srgbClr val="F2F2F2"/>
      </a:dk2>
      <a:lt2>
        <a:srgbClr val="E7E6E6"/>
      </a:lt2>
      <a:accent1>
        <a:srgbClr val="92D050"/>
      </a:accent1>
      <a:accent2>
        <a:srgbClr val="099510"/>
      </a:accent2>
      <a:accent3>
        <a:srgbClr val="72E856"/>
      </a:accent3>
      <a:accent4>
        <a:srgbClr val="00B050"/>
      </a:accent4>
      <a:accent5>
        <a:srgbClr val="1F5616"/>
      </a:accent5>
      <a:accent6>
        <a:srgbClr val="002200"/>
      </a:accent6>
      <a:hlink>
        <a:srgbClr val="000000"/>
      </a:hlink>
      <a:folHlink>
        <a:srgbClr val="000000"/>
      </a:folHlink>
    </a:clrScheme>
    <a:fontScheme name="Meiryo UI">
      <a:majorFont>
        <a:latin typeface="Meiryo UI"/>
        <a:ea typeface=""/>
        <a:cs typeface=""/>
      </a:majorFont>
      <a:minorFont>
        <a:latin typeface="Meiryo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eriyo_Win32_JC_SL_v2.potx" id="{77663EF8-81AF-4A53-AD14-18F5794291B2}" vid="{1972F907-976D-4EFE-B456-F83CC7D3E4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B4605F9-2AA0-4698-BBDB-0F81CCABFD7B}">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E389B4F5-D858-4228-A1A8-F9C09A238B60}">
  <ds:schemaRefs>
    <ds:schemaRef ds:uri="http://schemas.microsoft.com/sharepoint/v3/contenttype/forms"/>
  </ds:schemaRefs>
</ds:datastoreItem>
</file>

<file path=customXml/itemProps3.xml><?xml version="1.0" encoding="utf-8"?>
<ds:datastoreItem xmlns:ds="http://schemas.openxmlformats.org/officeDocument/2006/customXml" ds:itemID="{83F5A4AD-A372-48FB-978B-A62EF04BB6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Meriyo design</Template>
  <TotalTime>2257</TotalTime>
  <Words>842</Words>
  <Application>Microsoft Office PowerPoint</Application>
  <PresentationFormat>Widescreen</PresentationFormat>
  <Paragraphs>125</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Meiryo</vt:lpstr>
      <vt:lpstr>Meiryo UI</vt:lpstr>
      <vt:lpstr>Arial</vt:lpstr>
      <vt:lpstr>Calibri</vt:lpstr>
      <vt:lpstr>Courier New</vt:lpstr>
      <vt:lpstr>Nimbus Sans Becker PBla</vt:lpstr>
      <vt:lpstr>MeiryoVTI</vt:lpstr>
      <vt:lpstr>Neuendorf House</vt:lpstr>
      <vt:lpstr>Site Analysis</vt:lpstr>
      <vt:lpstr>Perspective drawing</vt:lpstr>
      <vt:lpstr>Model Takeoff notes</vt:lpstr>
      <vt:lpstr>Group Theme (John Pawson, minimalism) </vt:lpstr>
      <vt:lpstr>Part  2</vt:lpstr>
      <vt:lpstr>Site Analysis – Floor Plan</vt:lpstr>
      <vt:lpstr>Perspective drawing</vt:lpstr>
      <vt:lpstr>Model Takeoff notes</vt:lpstr>
      <vt:lpstr>Group Theme (John Pawson, minimalism)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Neuendorf House</dc:title>
  <dc:creator>massimo loverso</dc:creator>
  <cp:lastModifiedBy>massimo loverso</cp:lastModifiedBy>
  <cp:revision>4</cp:revision>
  <dcterms:created xsi:type="dcterms:W3CDTF">2024-03-29T06:48:29Z</dcterms:created>
  <dcterms:modified xsi:type="dcterms:W3CDTF">2024-04-08T07:23:19Z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