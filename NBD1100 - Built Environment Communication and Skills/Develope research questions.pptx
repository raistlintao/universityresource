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2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67E0E-CD9F-4888-85D4-772E90E46513}" type="datetimeFigureOut">
              <a:rPr lang="en-AU" smtClean="0"/>
              <a:t>4/06/2021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6A86-00C4-410E-90E4-893E2E1948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1414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67E0E-CD9F-4888-85D4-772E90E46513}" type="datetimeFigureOut">
              <a:rPr lang="en-AU" smtClean="0"/>
              <a:t>4/06/2021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6A86-00C4-410E-90E4-893E2E1948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0350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67E0E-CD9F-4888-85D4-772E90E46513}" type="datetimeFigureOut">
              <a:rPr lang="en-AU" smtClean="0"/>
              <a:t>4/06/2021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6A86-00C4-410E-90E4-893E2E1948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0965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67E0E-CD9F-4888-85D4-772E90E46513}" type="datetimeFigureOut">
              <a:rPr lang="en-AU" smtClean="0"/>
              <a:t>4/06/2021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6A86-00C4-410E-90E4-893E2E1948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6177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67E0E-CD9F-4888-85D4-772E90E46513}" type="datetimeFigureOut">
              <a:rPr lang="en-AU" smtClean="0"/>
              <a:t>4/06/2021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6A86-00C4-410E-90E4-893E2E1948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8039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67E0E-CD9F-4888-85D4-772E90E46513}" type="datetimeFigureOut">
              <a:rPr lang="en-AU" smtClean="0"/>
              <a:t>4/06/2021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6A86-00C4-410E-90E4-893E2E1948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824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67E0E-CD9F-4888-85D4-772E90E46513}" type="datetimeFigureOut">
              <a:rPr lang="en-AU" smtClean="0"/>
              <a:t>4/06/2021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6A86-00C4-410E-90E4-893E2E1948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0662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67E0E-CD9F-4888-85D4-772E90E46513}" type="datetimeFigureOut">
              <a:rPr lang="en-AU" smtClean="0"/>
              <a:t>4/06/2021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6A86-00C4-410E-90E4-893E2E1948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1530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67E0E-CD9F-4888-85D4-772E90E46513}" type="datetimeFigureOut">
              <a:rPr lang="en-AU" smtClean="0"/>
              <a:t>4/06/2021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6A86-00C4-410E-90E4-893E2E1948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291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67E0E-CD9F-4888-85D4-772E90E46513}" type="datetimeFigureOut">
              <a:rPr lang="en-AU" smtClean="0"/>
              <a:t>4/06/2021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6A86-00C4-410E-90E4-893E2E1948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290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67E0E-CD9F-4888-85D4-772E90E46513}" type="datetimeFigureOut">
              <a:rPr lang="en-AU" smtClean="0"/>
              <a:t>4/06/2021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6A86-00C4-410E-90E4-893E2E1948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6474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67E0E-CD9F-4888-85D4-772E90E46513}" type="datetimeFigureOut">
              <a:rPr lang="en-AU" smtClean="0"/>
              <a:t>4/06/2021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66A86-00C4-410E-90E4-893E2E1948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5286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Steps of developing research questions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horz"/>
          <a:lstStyle/>
          <a:p>
            <a:r>
              <a:rPr lang="en-US" dirty="0" smtClean="0"/>
              <a:t>Brainstorm</a:t>
            </a:r>
          </a:p>
          <a:p>
            <a:r>
              <a:rPr lang="en-US" dirty="0" smtClean="0"/>
              <a:t>Topic</a:t>
            </a:r>
          </a:p>
          <a:p>
            <a:r>
              <a:rPr lang="en-US" dirty="0" smtClean="0"/>
              <a:t>Write down potential questions</a:t>
            </a:r>
          </a:p>
          <a:p>
            <a:r>
              <a:rPr lang="en-US" dirty="0" smtClean="0"/>
              <a:t>Literature search</a:t>
            </a:r>
          </a:p>
          <a:p>
            <a:r>
              <a:rPr lang="en-US" dirty="0" smtClean="0"/>
              <a:t>Hypothesis</a:t>
            </a:r>
          </a:p>
          <a:p>
            <a:r>
              <a:rPr lang="en-US" dirty="0" smtClean="0"/>
              <a:t>Mind map---structure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4055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horz"/>
          <a:lstStyle/>
          <a:p>
            <a:r>
              <a:rPr lang="en-US" sz="2000" b="1" dirty="0"/>
              <a:t>Brainstorm</a:t>
            </a:r>
            <a:r>
              <a:rPr lang="en-US" sz="2000" dirty="0"/>
              <a:t>. What have you been reading and studying? What prompted you to begin </a:t>
            </a:r>
            <a:r>
              <a:rPr lang="en-US" sz="2000" dirty="0"/>
              <a:t>your study project? </a:t>
            </a:r>
            <a:r>
              <a:rPr lang="en-US" sz="2000" dirty="0"/>
              <a:t>List any topics that might interest you</a:t>
            </a:r>
            <a:r>
              <a:rPr lang="en-US" sz="2000" dirty="0"/>
              <a:t>.</a:t>
            </a:r>
          </a:p>
          <a:p>
            <a:r>
              <a:rPr lang="en-US" sz="2000" b="1" dirty="0"/>
              <a:t>Write </a:t>
            </a:r>
            <a:r>
              <a:rPr lang="en-US" sz="2000" b="1" dirty="0"/>
              <a:t>down </a:t>
            </a:r>
            <a:r>
              <a:rPr lang="en-US" sz="2000" b="1" dirty="0"/>
              <a:t>questions </a:t>
            </a:r>
            <a:r>
              <a:rPr lang="en-US" sz="2000" dirty="0"/>
              <a:t>about your </a:t>
            </a:r>
            <a:r>
              <a:rPr lang="en-US" sz="2000" dirty="0"/>
              <a:t>topic</a:t>
            </a:r>
          </a:p>
          <a:p>
            <a:r>
              <a:rPr lang="en-US" sz="2000" dirty="0"/>
              <a:t>Think about </a:t>
            </a:r>
            <a:r>
              <a:rPr lang="en-US" sz="2000" b="1" dirty="0"/>
              <a:t>controversies or inconsistencies </a:t>
            </a:r>
            <a:r>
              <a:rPr lang="en-US" sz="2000" dirty="0"/>
              <a:t>in what you are reading</a:t>
            </a:r>
            <a:r>
              <a:rPr lang="en-US" sz="2000" dirty="0"/>
              <a:t>.</a:t>
            </a:r>
          </a:p>
          <a:p>
            <a:r>
              <a:rPr lang="en-US" sz="2000" dirty="0"/>
              <a:t>You may find it helpful to write </a:t>
            </a:r>
            <a:r>
              <a:rPr lang="en-US" sz="2000" dirty="0"/>
              <a:t>some contents for </a:t>
            </a:r>
            <a:r>
              <a:rPr lang="en-US" sz="2000" b="1" dirty="0"/>
              <a:t>raising </a:t>
            </a:r>
            <a:r>
              <a:rPr lang="en-US" sz="2000" b="1" dirty="0"/>
              <a:t>a question or </a:t>
            </a:r>
            <a:r>
              <a:rPr lang="en-US" sz="2000" b="1" dirty="0"/>
              <a:t>describing an </a:t>
            </a:r>
            <a:r>
              <a:rPr lang="en-US" sz="2000" b="1" dirty="0"/>
              <a:t>issue </a:t>
            </a:r>
            <a:r>
              <a:rPr lang="en-US" sz="2000" dirty="0"/>
              <a:t>you have identified and trying to propose an answer: this is a first step to </a:t>
            </a:r>
            <a:r>
              <a:rPr lang="en-US" sz="2000" dirty="0"/>
              <a:t>generating </a:t>
            </a:r>
            <a:r>
              <a:rPr lang="en-AU" sz="2000" dirty="0"/>
              <a:t>a </a:t>
            </a:r>
            <a:r>
              <a:rPr lang="en-AU" sz="2000" b="1" dirty="0"/>
              <a:t>hypothesis</a:t>
            </a:r>
            <a:r>
              <a:rPr lang="en-AU" sz="2000" dirty="0"/>
              <a:t>.</a:t>
            </a:r>
          </a:p>
          <a:p>
            <a:r>
              <a:rPr lang="en-US" sz="2000" dirty="0"/>
              <a:t>As you start generating possible hypotheses, think about what </a:t>
            </a:r>
            <a:r>
              <a:rPr lang="en-US" sz="2000" b="1" dirty="0"/>
              <a:t>further data or </a:t>
            </a:r>
            <a:r>
              <a:rPr lang="en-US" sz="2000" b="1" dirty="0"/>
              <a:t>analysis might </a:t>
            </a:r>
            <a:r>
              <a:rPr lang="en-US" sz="2000" b="1" dirty="0"/>
              <a:t>help </a:t>
            </a:r>
            <a:r>
              <a:rPr lang="en-US" sz="2000" dirty="0"/>
              <a:t>to answer your question.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80672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Steps of developing research questions</vt:lpstr>
      <vt:lpstr>PowerPoint Presentation</vt:lpstr>
    </vt:vector>
  </TitlesOfParts>
  <Company>Victoria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Steps of developing research questions</dc:title>
  <dc:creator>Mengbi Li</dc:creator>
  <cp:lastModifiedBy>Mengbi Li</cp:lastModifiedBy>
  <cp:revision>1</cp:revision>
  <dcterms:created xsi:type="dcterms:W3CDTF">2021-06-03T21:21:38Z</dcterms:created>
  <dcterms:modified xsi:type="dcterms:W3CDTF">2021-06-03T21:23:28Z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7dc88d9-fa17-47eb-a208-3e66f59d50e5_Enabled">
    <vt:lpwstr>true</vt:lpwstr>
  </property>
  <property fmtid="{D5CDD505-2E9C-101B-9397-08002B2CF9AE}" pid="3" name="MSIP_Label_d7dc88d9-fa17-47eb-a208-3e66f59d50e5_SetDate">
    <vt:lpwstr>2021-06-03T21:21:38Z</vt:lpwstr>
  </property>
  <property fmtid="{D5CDD505-2E9C-101B-9397-08002B2CF9AE}" pid="4" name="MSIP_Label_d7dc88d9-fa17-47eb-a208-3e66f59d50e5_Method">
    <vt:lpwstr>Standard</vt:lpwstr>
  </property>
  <property fmtid="{D5CDD505-2E9C-101B-9397-08002B2CF9AE}" pid="5" name="MSIP_Label_d7dc88d9-fa17-47eb-a208-3e66f59d50e5_Name">
    <vt:lpwstr>Internal</vt:lpwstr>
  </property>
  <property fmtid="{D5CDD505-2E9C-101B-9397-08002B2CF9AE}" pid="6" name="MSIP_Label_d7dc88d9-fa17-47eb-a208-3e66f59d50e5_SiteId">
    <vt:lpwstr>d51ba343-9258-4ea6-9907-426d8c84ec12</vt:lpwstr>
  </property>
  <property fmtid="{D5CDD505-2E9C-101B-9397-08002B2CF9AE}" pid="7" name="MSIP_Label_d7dc88d9-fa17-47eb-a208-3e66f59d50e5_ActionId">
    <vt:lpwstr>75eb5de0-8a81-40f7-8ded-ad5768b4d392</vt:lpwstr>
  </property>
  <property fmtid="{D5CDD505-2E9C-101B-9397-08002B2CF9AE}" pid="8" name="MSIP_Label_d7dc88d9-fa17-47eb-a208-3e66f59d50e5_ContentBits">
    <vt:lpwstr>0</vt:lpwstr>
  </property>
</Properties>
</file>