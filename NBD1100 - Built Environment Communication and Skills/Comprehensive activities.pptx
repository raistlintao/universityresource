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70" r:id="rId5"/>
    <p:sldId id="275" r:id="rId6"/>
    <p:sldId id="272" r:id="rId7"/>
    <p:sldId id="273" r:id="rId8"/>
    <p:sldId id="274" r:id="rId9"/>
    <p:sldId id="271" r:id="rId10"/>
    <p:sldId id="276" r:id="rId11"/>
    <p:sldId id="277" r:id="rId12"/>
    <p:sldId id="278" r:id="rId13"/>
    <p:sldId id="279" r:id="rId14"/>
    <p:sldId id="280" r:id="rId15"/>
    <p:sldId id="281" r:id="rId16"/>
    <p:sldId id="366" r:id="rId17"/>
    <p:sldId id="367" r:id="rId18"/>
    <p:sldId id="365" r:id="rId19"/>
    <p:sldId id="362" r:id="rId20"/>
    <p:sldId id="364" r:id="rId21"/>
    <p:sldId id="36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75049" autoAdjust="0"/>
  </p:normalViewPr>
  <p:slideViewPr>
    <p:cSldViewPr snapToGrid="0">
      <p:cViewPr varScale="1">
        <p:scale>
          <a:sx n="80" d="100"/>
          <a:sy n="80" d="100"/>
        </p:scale>
        <p:origin x="1794" y="84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97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9F50B-CB90-4D30-8402-DE5BCB7766EF}" type="datetimeFigureOut">
              <a:rPr lang="en-AU" smtClean="0"/>
              <a:t>5/05/2022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C98ABC-BAE9-4013-A5C2-91356ADB4F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73797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67EC90-4AD0-48C5-97B8-BE5EFD691A28}" type="datetimeFigureOut">
              <a:rPr lang="en-GB" smtClean="0"/>
              <a:t>05/05/2022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A60A7B-8B11-4BAC-A56D-9F458123ED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5915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A60A7B-8B11-4BAC-A56D-9F458123ED5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3241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A60A7B-8B11-4BAC-A56D-9F458123ED5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9524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A60A7B-8B11-4BAC-A56D-9F458123ED5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5674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A60A7B-8B11-4BAC-A56D-9F458123ED5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967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A60A7B-8B11-4BAC-A56D-9F458123ED5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2783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A60A7B-8B11-4BAC-A56D-9F458123ED58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0885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A16A1-8064-43FD-9A44-93D024376373}" type="datetimeFigureOut">
              <a:rPr lang="en-GB" smtClean="0"/>
              <a:t>05/05/2022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C42F-203E-4407-BAE9-3B44538C92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1466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A16A1-8064-43FD-9A44-93D024376373}" type="datetimeFigureOut">
              <a:rPr lang="en-GB" smtClean="0"/>
              <a:t>05/05/2022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C42F-203E-4407-BAE9-3B44538C92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664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A16A1-8064-43FD-9A44-93D024376373}" type="datetimeFigureOut">
              <a:rPr lang="en-GB" smtClean="0"/>
              <a:t>05/05/2022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C42F-203E-4407-BAE9-3B44538C92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6895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A16A1-8064-43FD-9A44-93D024376373}" type="datetimeFigureOut">
              <a:rPr lang="en-GB" smtClean="0"/>
              <a:t>05/05/2022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C42F-203E-4407-BAE9-3B44538C92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2062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A16A1-8064-43FD-9A44-93D024376373}" type="datetimeFigureOut">
              <a:rPr lang="en-GB" smtClean="0"/>
              <a:t>05/05/2022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C42F-203E-4407-BAE9-3B44538C92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33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A16A1-8064-43FD-9A44-93D024376373}" type="datetimeFigureOut">
              <a:rPr lang="en-GB" smtClean="0"/>
              <a:t>05/05/2022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C42F-203E-4407-BAE9-3B44538C92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3149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A16A1-8064-43FD-9A44-93D024376373}" type="datetimeFigureOut">
              <a:rPr lang="en-GB" smtClean="0"/>
              <a:t>05/05/2022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C42F-203E-4407-BAE9-3B44538C92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3450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A16A1-8064-43FD-9A44-93D024376373}" type="datetimeFigureOut">
              <a:rPr lang="en-GB" smtClean="0"/>
              <a:t>05/05/2022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C42F-203E-4407-BAE9-3B44538C92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1548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A16A1-8064-43FD-9A44-93D024376373}" type="datetimeFigureOut">
              <a:rPr lang="en-GB" smtClean="0"/>
              <a:t>05/05/2022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C42F-203E-4407-BAE9-3B44538C92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8068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A16A1-8064-43FD-9A44-93D024376373}" type="datetimeFigureOut">
              <a:rPr lang="en-GB" smtClean="0"/>
              <a:t>05/05/2022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C42F-203E-4407-BAE9-3B44538C92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297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A16A1-8064-43FD-9A44-93D024376373}" type="datetimeFigureOut">
              <a:rPr lang="en-GB" smtClean="0"/>
              <a:t>05/05/2022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C42F-203E-4407-BAE9-3B44538C92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0205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A16A1-8064-43FD-9A44-93D024376373}" type="datetimeFigureOut">
              <a:rPr lang="en-GB" smtClean="0"/>
              <a:t>05/05/2022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FC42F-203E-4407-BAE9-3B44538C9244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2" descr="Image result for green architecture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19" y="0"/>
            <a:ext cx="728713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Related image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7773" y="4632326"/>
            <a:ext cx="3380868" cy="190455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030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NBD1100 BUILT ENVIRONMENT COMMUNICATION AND SKILLS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9134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Other scenarios of communication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62291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Organising a meeting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778214" cy="4351338"/>
          </a:xfrm>
        </p:spPr>
        <p:txBody>
          <a:bodyPr/>
          <a:lstStyle/>
          <a:p>
            <a:r>
              <a:rPr lang="en-AU" dirty="0" smtClean="0"/>
              <a:t>What are the main objectives of meetings?</a:t>
            </a:r>
          </a:p>
          <a:p>
            <a:endParaRPr lang="en-AU" dirty="0" smtClean="0"/>
          </a:p>
          <a:p>
            <a:r>
              <a:rPr lang="en-AU" dirty="0" smtClean="0"/>
              <a:t>Please try to record how your discussion is going on</a:t>
            </a: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4896" y="1368253"/>
            <a:ext cx="3039899" cy="22769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86443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Group discussion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674708" cy="4351338"/>
          </a:xfrm>
        </p:spPr>
        <p:txBody>
          <a:bodyPr/>
          <a:lstStyle/>
          <a:p>
            <a:r>
              <a:rPr lang="en-AU" dirty="0" smtClean="0"/>
              <a:t>What do you need to do to organise an efficient and meaningful meeting?</a:t>
            </a:r>
          </a:p>
          <a:p>
            <a:endParaRPr lang="en-AU" dirty="0"/>
          </a:p>
          <a:p>
            <a:r>
              <a:rPr lang="en-AU" dirty="0"/>
              <a:t>Please try to record how your discussion is going on</a:t>
            </a:r>
          </a:p>
          <a:p>
            <a:endParaRPr lang="en-AU" dirty="0" smtClean="0"/>
          </a:p>
          <a:p>
            <a:endParaRPr lang="en-AU" dirty="0" smtClean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5844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Organising a meeting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15368" cy="4351338"/>
          </a:xfrm>
        </p:spPr>
        <p:txBody>
          <a:bodyPr>
            <a:normAutofit fontScale="92500" lnSpcReduction="20000"/>
          </a:bodyPr>
          <a:lstStyle/>
          <a:p>
            <a:r>
              <a:rPr lang="en-GB" dirty="0" smtClean="0"/>
              <a:t>to present and discuss ideas, identify and resolve problems, establish target dates and monitor progress.</a:t>
            </a:r>
          </a:p>
          <a:p>
            <a:endParaRPr lang="en-GB" dirty="0" smtClean="0"/>
          </a:p>
          <a:p>
            <a:r>
              <a:rPr lang="en-GB" b="1" dirty="0" smtClean="0"/>
              <a:t>Main objects of meetings include:</a:t>
            </a:r>
          </a:p>
          <a:p>
            <a:r>
              <a:rPr lang="en-GB" dirty="0" smtClean="0"/>
              <a:t>ensure that key personnel are fully informed; </a:t>
            </a:r>
          </a:p>
          <a:p>
            <a:r>
              <a:rPr lang="en-GB" dirty="0" smtClean="0"/>
              <a:t>obtain expert advice and opinion; </a:t>
            </a:r>
          </a:p>
          <a:p>
            <a:r>
              <a:rPr lang="en-GB" dirty="0" smtClean="0"/>
              <a:t>explore implications, enabling and encouraging everyone present to express their point of view about the issues under consideration; </a:t>
            </a:r>
          </a:p>
          <a:p>
            <a:r>
              <a:rPr lang="en-GB" dirty="0" smtClean="0"/>
              <a:t>receive and consider feedback from any relevant source; </a:t>
            </a:r>
          </a:p>
          <a:p>
            <a:r>
              <a:rPr lang="en-GB" dirty="0" smtClean="0"/>
              <a:t>attempt to resolve problems with a reasonable degree of collective agreement, recognising and recording disagreement or dissent;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7628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Charing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 chair</a:t>
            </a:r>
          </a:p>
          <a:p>
            <a:r>
              <a:rPr lang="en-AU" dirty="0" smtClean="0"/>
              <a:t>An agenda</a:t>
            </a:r>
          </a:p>
          <a:p>
            <a:pPr lvl="1"/>
            <a:r>
              <a:rPr lang="en-AU" dirty="0" smtClean="0"/>
              <a:t>Topics to be discussed</a:t>
            </a:r>
          </a:p>
          <a:p>
            <a:pPr lvl="1"/>
            <a:r>
              <a:rPr lang="en-AU" dirty="0" smtClean="0"/>
              <a:t>The purpose of the meeting</a:t>
            </a:r>
          </a:p>
          <a:p>
            <a:pPr lvl="1"/>
            <a:r>
              <a:rPr lang="en-AU" dirty="0" smtClean="0"/>
              <a:t>Possible outcomes/alternatives</a:t>
            </a:r>
          </a:p>
          <a:p>
            <a:r>
              <a:rPr lang="en-AU" dirty="0" smtClean="0"/>
              <a:t>Time limit</a:t>
            </a:r>
          </a:p>
          <a:p>
            <a:r>
              <a:rPr lang="en-AU" dirty="0" smtClean="0"/>
              <a:t>Objective and focused</a:t>
            </a:r>
          </a:p>
          <a:p>
            <a:r>
              <a:rPr lang="en-AU" dirty="0" smtClean="0"/>
              <a:t>Do not re-open discussions on agreed subject</a:t>
            </a:r>
          </a:p>
          <a:p>
            <a:endParaRPr lang="en-AU" dirty="0" smtClean="0"/>
          </a:p>
          <a:p>
            <a:endParaRPr lang="en-AU" dirty="0" smtClean="0"/>
          </a:p>
          <a:p>
            <a:endParaRPr lang="en-AU" dirty="0" smtClean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9178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Sensible decisions</a:t>
            </a:r>
          </a:p>
          <a:p>
            <a:r>
              <a:rPr lang="en-AU" dirty="0" smtClean="0"/>
              <a:t>Action for the future</a:t>
            </a:r>
          </a:p>
          <a:p>
            <a:r>
              <a:rPr lang="en-AU" dirty="0" smtClean="0"/>
              <a:t>An opportunity to raise other matters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31373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Recording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An assigned person</a:t>
            </a:r>
          </a:p>
          <a:p>
            <a:r>
              <a:rPr lang="en-AU" dirty="0" smtClean="0"/>
              <a:t>Attendance</a:t>
            </a:r>
          </a:p>
          <a:p>
            <a:r>
              <a:rPr lang="en-AU" dirty="0" smtClean="0"/>
              <a:t>Listen and record</a:t>
            </a:r>
          </a:p>
          <a:p>
            <a:r>
              <a:rPr lang="en-AU" dirty="0" smtClean="0"/>
              <a:t>Headings</a:t>
            </a:r>
          </a:p>
          <a:p>
            <a:r>
              <a:rPr lang="en-US" altLang="zh-CN" dirty="0" smtClean="0"/>
              <a:t>C</a:t>
            </a:r>
            <a:r>
              <a:rPr lang="en-AU" dirty="0" err="1" smtClean="0"/>
              <a:t>ategorise</a:t>
            </a:r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29670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How are you going to record a meeting minutes?</a:t>
            </a:r>
          </a:p>
          <a:p>
            <a:r>
              <a:rPr lang="en-AU" dirty="0" smtClean="0"/>
              <a:t>Format?</a:t>
            </a:r>
          </a:p>
          <a:p>
            <a:r>
              <a:rPr lang="en-AU" dirty="0" smtClean="0"/>
              <a:t>Key points?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78588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Meeting minutes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Project title </a:t>
            </a:r>
            <a:endParaRPr lang="en-US" dirty="0" smtClean="0"/>
          </a:p>
          <a:p>
            <a:r>
              <a:rPr lang="en-US" dirty="0" err="1" smtClean="0"/>
              <a:t>Eg</a:t>
            </a:r>
            <a:r>
              <a:rPr lang="en-US" dirty="0" smtClean="0"/>
              <a:t>. New </a:t>
            </a:r>
            <a:r>
              <a:rPr lang="en-US" dirty="0"/>
              <a:t>car-dealership at Old Mills Lane for (Client) </a:t>
            </a:r>
            <a:endParaRPr lang="en-US" dirty="0" smtClean="0"/>
          </a:p>
          <a:p>
            <a:r>
              <a:rPr lang="en-US" dirty="0" smtClean="0"/>
              <a:t>Meeting </a:t>
            </a:r>
            <a:r>
              <a:rPr lang="en-US" dirty="0"/>
              <a:t>title </a:t>
            </a:r>
            <a:endParaRPr lang="en-US" dirty="0" smtClean="0"/>
          </a:p>
          <a:p>
            <a:r>
              <a:rPr lang="en-US" dirty="0" err="1" smtClean="0"/>
              <a:t>Eg</a:t>
            </a:r>
            <a:r>
              <a:rPr lang="en-US" dirty="0" smtClean="0"/>
              <a:t>. Minutes </a:t>
            </a:r>
            <a:r>
              <a:rPr lang="en-US" dirty="0"/>
              <a:t>of site meeting No 4, Thursday </a:t>
            </a:r>
            <a:r>
              <a:rPr lang="en-US" dirty="0" smtClean="0"/>
              <a:t>2nd </a:t>
            </a:r>
            <a:r>
              <a:rPr lang="en-US" dirty="0"/>
              <a:t>March </a:t>
            </a:r>
            <a:r>
              <a:rPr lang="en-US" dirty="0" smtClean="0"/>
              <a:t>2021, </a:t>
            </a:r>
            <a:r>
              <a:rPr lang="en-US" dirty="0"/>
              <a:t>held on site </a:t>
            </a:r>
          </a:p>
          <a:p>
            <a:endParaRPr lang="en-US" dirty="0" smtClean="0"/>
          </a:p>
          <a:p>
            <a:r>
              <a:rPr lang="en-US" dirty="0" smtClean="0"/>
              <a:t>Present</a:t>
            </a:r>
            <a:r>
              <a:rPr lang="en-US" dirty="0"/>
              <a:t>: </a:t>
            </a:r>
            <a:endParaRPr lang="en-US" dirty="0" smtClean="0"/>
          </a:p>
          <a:p>
            <a:r>
              <a:rPr lang="en-US" dirty="0" err="1" smtClean="0"/>
              <a:t>Eg</a:t>
            </a:r>
            <a:r>
              <a:rPr lang="en-US" dirty="0"/>
              <a:t>.</a:t>
            </a:r>
            <a:endParaRPr lang="en-US" dirty="0" smtClean="0"/>
          </a:p>
          <a:p>
            <a:r>
              <a:rPr lang="en-US" dirty="0"/>
              <a:t>Robert Green (RG) </a:t>
            </a:r>
            <a:r>
              <a:rPr lang="en-US" dirty="0" smtClean="0"/>
              <a:t>Client</a:t>
            </a:r>
          </a:p>
          <a:p>
            <a:r>
              <a:rPr lang="en-US" dirty="0"/>
              <a:t>David White (DW) Structural Engineer </a:t>
            </a:r>
            <a:endParaRPr lang="en-US" dirty="0" smtClean="0"/>
          </a:p>
          <a:p>
            <a:r>
              <a:rPr lang="en-US" dirty="0" smtClean="0"/>
              <a:t>Gavin </a:t>
            </a:r>
            <a:r>
              <a:rPr lang="en-US" dirty="0"/>
              <a:t>Tunstall </a:t>
            </a:r>
            <a:r>
              <a:rPr lang="en-US" dirty="0" smtClean="0"/>
              <a:t>(</a:t>
            </a:r>
            <a:r>
              <a:rPr lang="en-US" dirty="0"/>
              <a:t>GT) PGT Designers </a:t>
            </a:r>
            <a:endParaRPr lang="en-US" dirty="0" smtClean="0"/>
          </a:p>
          <a:p>
            <a:r>
              <a:rPr lang="en-US" dirty="0" smtClean="0"/>
              <a:t>Apologies </a:t>
            </a:r>
            <a:r>
              <a:rPr lang="en-US" dirty="0"/>
              <a:t>for absence: </a:t>
            </a:r>
            <a:endParaRPr lang="en-US" dirty="0" smtClean="0"/>
          </a:p>
          <a:p>
            <a:r>
              <a:rPr lang="en-US" dirty="0" err="1" smtClean="0"/>
              <a:t>Eg</a:t>
            </a:r>
            <a:r>
              <a:rPr lang="en-US" dirty="0" smtClean="0"/>
              <a:t>. Received </a:t>
            </a:r>
            <a:r>
              <a:rPr lang="en-US" dirty="0"/>
              <a:t>from Ron Blake (RB) Company Director who is looking for new opportunities in Uganda.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55945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 smtClean="0"/>
              <a:t>Include the </a:t>
            </a:r>
            <a:r>
              <a:rPr lang="en-US" b="1" dirty="0"/>
              <a:t>previous minutes </a:t>
            </a:r>
            <a:endParaRPr lang="en-US" b="1" dirty="0" smtClean="0"/>
          </a:p>
          <a:p>
            <a:r>
              <a:rPr lang="en-US" b="1" dirty="0" smtClean="0"/>
              <a:t>The minutes can be recorded as the following</a:t>
            </a:r>
          </a:p>
          <a:p>
            <a:r>
              <a:rPr lang="en-US" dirty="0" err="1" smtClean="0"/>
              <a:t>Eg</a:t>
            </a:r>
            <a:r>
              <a:rPr lang="en-US" dirty="0" smtClean="0"/>
              <a:t>. 1.0 </a:t>
            </a:r>
            <a:r>
              <a:rPr lang="en-US" dirty="0"/>
              <a:t>Progress to Date: </a:t>
            </a:r>
            <a:endParaRPr lang="en-US" dirty="0" smtClean="0"/>
          </a:p>
          <a:p>
            <a:r>
              <a:rPr lang="en-US" dirty="0" smtClean="0"/>
              <a:t>1.1 The </a:t>
            </a:r>
            <a:r>
              <a:rPr lang="en-US" dirty="0"/>
              <a:t>project is on course for completion as programmed for handover on 1 </a:t>
            </a:r>
            <a:r>
              <a:rPr lang="en-US" dirty="0" err="1"/>
              <a:t>st</a:t>
            </a:r>
            <a:r>
              <a:rPr lang="en-US" dirty="0"/>
              <a:t> May </a:t>
            </a:r>
            <a:r>
              <a:rPr lang="en-US" dirty="0" smtClean="0"/>
              <a:t>2021. </a:t>
            </a:r>
            <a:r>
              <a:rPr lang="en-US" dirty="0"/>
              <a:t>Foundations and ground beams are completed, 50% of the structural steel columns have been erected. </a:t>
            </a:r>
            <a:endParaRPr lang="en-US" dirty="0" smtClean="0"/>
          </a:p>
          <a:p>
            <a:r>
              <a:rPr lang="en-US" dirty="0" smtClean="0"/>
              <a:t>Details </a:t>
            </a:r>
            <a:r>
              <a:rPr lang="en-US" dirty="0"/>
              <a:t>of the roller shutter doors have been issued to the contractor as requested, and the suppliers drawings for the steel cladding fixings for the roof have been received. </a:t>
            </a:r>
            <a:endParaRPr lang="en-US" dirty="0" smtClean="0"/>
          </a:p>
          <a:p>
            <a:r>
              <a:rPr lang="en-US" dirty="0" smtClean="0"/>
              <a:t>1.3 The </a:t>
            </a:r>
            <a:r>
              <a:rPr lang="en-US" dirty="0"/>
              <a:t>revised delivery date for the remainder of the steel frame is now confirmed as 1 </a:t>
            </a:r>
            <a:r>
              <a:rPr lang="en-US" dirty="0" err="1"/>
              <a:t>st</a:t>
            </a:r>
            <a:r>
              <a:rPr lang="en-US" dirty="0"/>
              <a:t> April </a:t>
            </a:r>
            <a:r>
              <a:rPr lang="en-US" dirty="0" smtClean="0"/>
              <a:t>2021. </a:t>
            </a:r>
          </a:p>
          <a:p>
            <a:r>
              <a:rPr lang="en-US" dirty="0" smtClean="0"/>
              <a:t>2.0 </a:t>
            </a:r>
            <a:r>
              <a:rPr lang="en-US" dirty="0"/>
              <a:t>Matters Arising from meeting No 3</a:t>
            </a:r>
            <a:r>
              <a:rPr lang="en-US" dirty="0" smtClean="0"/>
              <a:t>:</a:t>
            </a:r>
          </a:p>
          <a:p>
            <a:r>
              <a:rPr lang="en-US" dirty="0" smtClean="0"/>
              <a:t>2.1 DW </a:t>
            </a:r>
            <a:r>
              <a:rPr lang="en-US" dirty="0"/>
              <a:t>confirmed that the steel framework has now been approved by the Building Control Officer. </a:t>
            </a:r>
            <a:endParaRPr lang="en-US" dirty="0" smtClean="0"/>
          </a:p>
          <a:p>
            <a:r>
              <a:rPr lang="en-US" dirty="0"/>
              <a:t>2.2 </a:t>
            </a:r>
            <a:r>
              <a:rPr lang="en-US" dirty="0" smtClean="0"/>
              <a:t>GT </a:t>
            </a:r>
            <a:r>
              <a:rPr lang="en-US" dirty="0"/>
              <a:t>issued revised layout drawings for the staff toilets. </a:t>
            </a:r>
            <a:r>
              <a:rPr lang="en-US" dirty="0" smtClean="0"/>
              <a:t>R</a:t>
            </a:r>
          </a:p>
          <a:p>
            <a:r>
              <a:rPr lang="en-US" dirty="0"/>
              <a:t>2.3 </a:t>
            </a:r>
            <a:r>
              <a:rPr lang="en-US" dirty="0" smtClean="0"/>
              <a:t>G </a:t>
            </a:r>
            <a:r>
              <a:rPr lang="en-US" dirty="0"/>
              <a:t>provided details of requirements for the external signs. </a:t>
            </a:r>
            <a:endParaRPr lang="en-US" dirty="0" smtClean="0"/>
          </a:p>
          <a:p>
            <a:r>
              <a:rPr lang="en-US" dirty="0" smtClean="0"/>
              <a:t>3.0 </a:t>
            </a:r>
            <a:r>
              <a:rPr lang="en-US" dirty="0"/>
              <a:t>Any other business: </a:t>
            </a:r>
            <a:r>
              <a:rPr lang="en-US" dirty="0" smtClean="0"/>
              <a:t>…</a:t>
            </a:r>
          </a:p>
          <a:p>
            <a:r>
              <a:rPr lang="en-US" dirty="0" smtClean="0"/>
              <a:t>4.0 </a:t>
            </a:r>
            <a:r>
              <a:rPr lang="en-US" dirty="0"/>
              <a:t>Date and time of next meeting: </a:t>
            </a:r>
            <a:endParaRPr lang="en-US" dirty="0" smtClean="0"/>
          </a:p>
          <a:p>
            <a:r>
              <a:rPr lang="en-US" dirty="0" smtClean="0"/>
              <a:t>4.1Thursday </a:t>
            </a:r>
            <a:r>
              <a:rPr lang="en-US" dirty="0"/>
              <a:t>26 </a:t>
            </a:r>
            <a:r>
              <a:rPr lang="en-US" dirty="0" smtClean="0"/>
              <a:t>April 2021 </a:t>
            </a:r>
            <a:r>
              <a:rPr lang="en-US" dirty="0"/>
              <a:t>in GT Design Office.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83607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1082" y="1825625"/>
            <a:ext cx="8072718" cy="4351338"/>
          </a:xfrm>
        </p:spPr>
        <p:txBody>
          <a:bodyPr/>
          <a:lstStyle/>
          <a:p>
            <a:r>
              <a:rPr lang="en-AU" dirty="0" smtClean="0"/>
              <a:t>Actions:</a:t>
            </a:r>
          </a:p>
          <a:p>
            <a:r>
              <a:rPr lang="en-AU" dirty="0" err="1" smtClean="0"/>
              <a:t>Eg</a:t>
            </a:r>
            <a:r>
              <a:rPr lang="en-AU" dirty="0" smtClean="0"/>
              <a:t>.</a:t>
            </a:r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817" y="2344457"/>
            <a:ext cx="7878184" cy="451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490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1082" y="1825625"/>
            <a:ext cx="8072718" cy="4351338"/>
          </a:xfrm>
        </p:spPr>
        <p:txBody>
          <a:bodyPr/>
          <a:lstStyle/>
          <a:p>
            <a:r>
              <a:rPr lang="en-AU" dirty="0" smtClean="0"/>
              <a:t>Actions:</a:t>
            </a:r>
          </a:p>
          <a:p>
            <a:r>
              <a:rPr lang="en-AU" dirty="0" err="1" smtClean="0"/>
              <a:t>Eg</a:t>
            </a:r>
            <a:r>
              <a:rPr lang="en-AU" dirty="0" smtClean="0"/>
              <a:t>.</a:t>
            </a:r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817" y="2344457"/>
            <a:ext cx="7878184" cy="451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610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1082" y="1825625"/>
            <a:ext cx="8072718" cy="4351338"/>
          </a:xfrm>
        </p:spPr>
        <p:txBody>
          <a:bodyPr/>
          <a:lstStyle/>
          <a:p>
            <a:r>
              <a:rPr lang="en-AU" dirty="0" smtClean="0"/>
              <a:t>Actions:</a:t>
            </a:r>
          </a:p>
          <a:p>
            <a:r>
              <a:rPr lang="en-AU" dirty="0" err="1" smtClean="0"/>
              <a:t>Eg</a:t>
            </a:r>
            <a:r>
              <a:rPr lang="en-AU" dirty="0" smtClean="0"/>
              <a:t>.</a:t>
            </a:r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817" y="2344457"/>
            <a:ext cx="7878184" cy="451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0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Please take a short break and come back at 3:25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27424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Class 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You are invited to deliver a presentation to introduce Australian Aboriginal built environment and its related culture.</a:t>
            </a:r>
          </a:p>
          <a:p>
            <a:pPr marL="457200" lvl="1" indent="0">
              <a:buNone/>
            </a:pPr>
            <a:endParaRPr lang="en-AU" dirty="0" smtClean="0"/>
          </a:p>
        </p:txBody>
      </p:sp>
      <p:pic>
        <p:nvPicPr>
          <p:cNvPr id="6146" name="Picture 2" descr="49 Australian Aboriginal Architecture ideas in 2021 | architecture,  aboriginal, australian architec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7913" y="3288688"/>
            <a:ext cx="2247900" cy="201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Trace of Aboriginal History in Australian Architectu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849313"/>
            <a:ext cx="4150954" cy="346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9693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Class 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You are invited to deliver a presentation to introduce Australian Aboriginal built environment and its related culture.</a:t>
            </a:r>
          </a:p>
          <a:p>
            <a:pPr lvl="1"/>
            <a:r>
              <a:rPr lang="en-AU" dirty="0" err="1" smtClean="0"/>
              <a:t>Eg</a:t>
            </a:r>
            <a:r>
              <a:rPr lang="en-AU" dirty="0" smtClean="0"/>
              <a:t>. a historical review</a:t>
            </a:r>
          </a:p>
          <a:p>
            <a:pPr lvl="1"/>
            <a:r>
              <a:rPr lang="en-AU" dirty="0" err="1" smtClean="0"/>
              <a:t>Eg</a:t>
            </a:r>
            <a:r>
              <a:rPr lang="en-AU" dirty="0" smtClean="0"/>
              <a:t>. shelter types</a:t>
            </a:r>
          </a:p>
          <a:p>
            <a:pPr lvl="1"/>
            <a:r>
              <a:rPr lang="en-AU" dirty="0" err="1" smtClean="0"/>
              <a:t>Eg</a:t>
            </a:r>
            <a:r>
              <a:rPr lang="en-AU" dirty="0" smtClean="0"/>
              <a:t>. the use of materials</a:t>
            </a:r>
          </a:p>
          <a:p>
            <a:pPr lvl="1"/>
            <a:r>
              <a:rPr lang="en-AU" dirty="0" err="1" smtClean="0"/>
              <a:t>Eg</a:t>
            </a:r>
            <a:r>
              <a:rPr lang="en-AU" dirty="0" smtClean="0"/>
              <a:t>. symbols</a:t>
            </a:r>
          </a:p>
          <a:p>
            <a:pPr lvl="1"/>
            <a:r>
              <a:rPr lang="en-AU" dirty="0" err="1" smtClean="0"/>
              <a:t>Eg</a:t>
            </a:r>
            <a:r>
              <a:rPr lang="en-AU" dirty="0" smtClean="0"/>
              <a:t>. admirable knowledge and ethical views</a:t>
            </a:r>
          </a:p>
          <a:p>
            <a:pPr lvl="1"/>
            <a:r>
              <a:rPr lang="en-AU" dirty="0" err="1" smtClean="0"/>
              <a:t>Eg</a:t>
            </a:r>
            <a:r>
              <a:rPr lang="en-AU" dirty="0" smtClean="0"/>
              <a:t>. new designs that relate to Aboriginal architecture</a:t>
            </a:r>
          </a:p>
          <a:p>
            <a:pPr marL="457200" lvl="1" indent="0">
              <a:buNone/>
            </a:pP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1650809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Class 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You are invited to deliver a presentation to introduce Australian Aboriginal built environment and its related culture.</a:t>
            </a:r>
          </a:p>
          <a:p>
            <a:pPr lvl="1"/>
            <a:endParaRPr lang="en-AU" dirty="0" smtClean="0"/>
          </a:p>
          <a:p>
            <a:pPr marL="457200" lvl="1" indent="0">
              <a:buNone/>
            </a:pP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2784338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5F1AB1AB5D214D9624100458A0887E" ma:contentTypeVersion="14" ma:contentTypeDescription="Create a new document." ma:contentTypeScope="" ma:versionID="269ea37edc181ee1c6b2e3b264f03de5">
  <xsd:schema xmlns:xsd="http://www.w3.org/2001/XMLSchema" xmlns:xs="http://www.w3.org/2001/XMLSchema" xmlns:p="http://schemas.microsoft.com/office/2006/metadata/properties" xmlns:ns3="631627b9-1e40-44c6-867f-39307b73531c" xmlns:ns4="ae7bf3d6-f120-4b9c-998a-3ea54fab7540" targetNamespace="http://schemas.microsoft.com/office/2006/metadata/properties" ma:root="true" ma:fieldsID="7bd991eb19a6f4d52a97ee271dfb2ec2" ns3:_="" ns4:_="">
    <xsd:import namespace="631627b9-1e40-44c6-867f-39307b73531c"/>
    <xsd:import namespace="ae7bf3d6-f120-4b9c-998a-3ea54fab754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1627b9-1e40-44c6-867f-39307b7353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7bf3d6-f120-4b9c-998a-3ea54fab7540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17923C8-E92B-4ECB-A157-DB4B32E8AEC5}">
  <ds:schemaRefs>
    <ds:schemaRef ds:uri="http://purl.org/dc/elements/1.1/"/>
    <ds:schemaRef ds:uri="http://schemas.microsoft.com/office/2006/metadata/properties"/>
    <ds:schemaRef ds:uri="ae7bf3d6-f120-4b9c-998a-3ea54fab7540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631627b9-1e40-44c6-867f-39307b73531c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4D728DF-4B6F-431B-A65B-E1711E405A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453DEA-6919-4988-97D1-49119F41B7D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1627b9-1e40-44c6-867f-39307b73531c"/>
    <ds:schemaRef ds:uri="ae7bf3d6-f120-4b9c-998a-3ea54fab75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7442</TotalTime>
  <Words>595</Words>
  <Application>Microsoft Office PowerPoint</Application>
  <PresentationFormat>Widescreen</PresentationFormat>
  <Paragraphs>94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等线</vt:lpstr>
      <vt:lpstr>Arial</vt:lpstr>
      <vt:lpstr>Calibri</vt:lpstr>
      <vt:lpstr>Calibri Light</vt:lpstr>
      <vt:lpstr>Office Theme</vt:lpstr>
      <vt:lpstr>NBD1100 BUILT ENVIRONMENT COMMUNICATION AND SKILLS</vt:lpstr>
      <vt:lpstr>Other scenarios of communication</vt:lpstr>
      <vt:lpstr>Organising a meeting</vt:lpstr>
      <vt:lpstr>Group discussion</vt:lpstr>
      <vt:lpstr>Organising a meeting</vt:lpstr>
      <vt:lpstr>Charing</vt:lpstr>
      <vt:lpstr>PowerPoint Presentation</vt:lpstr>
      <vt:lpstr>Recording</vt:lpstr>
      <vt:lpstr>PowerPoint Presentation</vt:lpstr>
      <vt:lpstr>Meeting minutes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 activity</vt:lpstr>
      <vt:lpstr>Class activity</vt:lpstr>
      <vt:lpstr>Class activity</vt:lpstr>
    </vt:vector>
  </TitlesOfParts>
  <Company>Victoria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Cases of Green Buildings</dc:title>
  <dc:creator>Mengbi Li</dc:creator>
  <cp:lastModifiedBy>Mengbi Li</cp:lastModifiedBy>
  <cp:revision>154</cp:revision>
  <dcterms:created xsi:type="dcterms:W3CDTF">2019-02-25T00:49:22Z</dcterms:created>
  <dcterms:modified xsi:type="dcterms:W3CDTF">2022-05-04T21:05:42Z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0x010100B05F1AB1AB5D214D9624100458A0887E</vt:lpwstr>
  </property>
  <property fmtid="{D5CDD505-2E9C-101B-9397-08002B2CF9AE}" pid="3" name="MSIP_Label_d7dc88d9-fa17-47eb-a208-3e66f59d50e5_Enabled">
    <vt:lpwstr>true</vt:lpwstr>
  </property>
  <property fmtid="{D5CDD505-2E9C-101B-9397-08002B2CF9AE}" pid="4" name="MSIP_Label_d7dc88d9-fa17-47eb-a208-3e66f59d50e5_SetDate">
    <vt:lpwstr>2021-06-21T21:32:52Z</vt:lpwstr>
  </property>
  <property fmtid="{D5CDD505-2E9C-101B-9397-08002B2CF9AE}" pid="5" name="MSIP_Label_d7dc88d9-fa17-47eb-a208-3e66f59d50e5_Method">
    <vt:lpwstr>Privileged</vt:lpwstr>
  </property>
  <property fmtid="{D5CDD505-2E9C-101B-9397-08002B2CF9AE}" pid="6" name="MSIP_Label_d7dc88d9-fa17-47eb-a208-3e66f59d50e5_Name">
    <vt:lpwstr>Internal</vt:lpwstr>
  </property>
  <property fmtid="{D5CDD505-2E9C-101B-9397-08002B2CF9AE}" pid="7" name="MSIP_Label_d7dc88d9-fa17-47eb-a208-3e66f59d50e5_SiteId">
    <vt:lpwstr>d51ba343-9258-4ea6-9907-426d8c84ec12</vt:lpwstr>
  </property>
  <property fmtid="{D5CDD505-2E9C-101B-9397-08002B2CF9AE}" pid="8" name="MSIP_Label_d7dc88d9-fa17-47eb-a208-3e66f59d50e5_ActionId">
    <vt:lpwstr>61de41d3-4869-4541-b723-11277de35493</vt:lpwstr>
  </property>
  <property fmtid="{D5CDD505-2E9C-101B-9397-08002B2CF9AE}" pid="9" name="MSIP_Label_d7dc88d9-fa17-47eb-a208-3e66f59d50e5_ContentBits">
    <vt:lpwstr>0</vt:lpwstr>
  </property>
</Properties>
</file>