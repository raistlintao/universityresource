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312" r:id="rId2"/>
    <p:sldId id="322" r:id="rId3"/>
    <p:sldId id="313" r:id="rId4"/>
    <p:sldId id="315" r:id="rId5"/>
    <p:sldId id="318" r:id="rId6"/>
    <p:sldId id="299" r:id="rId7"/>
    <p:sldId id="297" r:id="rId8"/>
    <p:sldId id="294" r:id="rId9"/>
  </p:sldIdLst>
  <p:sldSz cx="9144000" cy="6858000" type="screen4x3"/>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0000"/>
    <a:srgbClr val="F48C02"/>
    <a:srgbClr val="00B050"/>
    <a:srgbClr val="4F81BD"/>
    <a:srgbClr val="000000"/>
    <a:srgbClr val="E8F3F8"/>
    <a:srgbClr val="E8F4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4" autoAdjust="0"/>
    <p:restoredTop sz="52920" autoAdjust="0"/>
  </p:normalViewPr>
  <p:slideViewPr>
    <p:cSldViewPr>
      <p:cViewPr varScale="1">
        <p:scale>
          <a:sx n="57" d="100"/>
          <a:sy n="57" d="100"/>
        </p:scale>
        <p:origin x="1950" y="78"/>
      </p:cViewPr>
      <p:guideLst>
        <p:guide orient="horz" pos="2160"/>
        <p:guide pos="2880"/>
      </p:guideLst>
    </p:cSldViewPr>
  </p:slideViewPr>
  <p:notesTextViewPr>
    <p:cViewPr>
      <p:scale>
        <a:sx n="1" d="1"/>
        <a:sy n="1" d="1"/>
      </p:scale>
      <p:origin x="0" y="0"/>
    </p:cViewPr>
  </p:notesTextViewPr>
  <p:notesViewPr>
    <p:cSldViewPr>
      <p:cViewPr varScale="1">
        <p:scale>
          <a:sx n="84" d="100"/>
          <a:sy n="84" d="100"/>
        </p:scale>
        <p:origin x="319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gbi Li" userId="0bfc1f20-ad18-41c1-94ba-2ea48e570b5e" providerId="ADAL" clId="{5933DFD7-31A9-4D97-834E-2B0694CF454A}"/>
    <pc:docChg chg="addSld delSld modSld sldOrd">
      <pc:chgData name="Mengbi Li" userId="0bfc1f20-ad18-41c1-94ba-2ea48e570b5e" providerId="ADAL" clId="{5933DFD7-31A9-4D97-834E-2B0694CF454A}" dt="2022-05-03T02:39:41.764" v="8"/>
      <pc:docMkLst>
        <pc:docMk/>
      </pc:docMkLst>
      <pc:sldChg chg="del">
        <pc:chgData name="Mengbi Li" userId="0bfc1f20-ad18-41c1-94ba-2ea48e570b5e" providerId="ADAL" clId="{5933DFD7-31A9-4D97-834E-2B0694CF454A}" dt="2022-05-03T02:38:15.439" v="5" actId="47"/>
        <pc:sldMkLst>
          <pc:docMk/>
          <pc:sldMk cId="1505523928" sldId="257"/>
        </pc:sldMkLst>
      </pc:sldChg>
      <pc:sldChg chg="del">
        <pc:chgData name="Mengbi Li" userId="0bfc1f20-ad18-41c1-94ba-2ea48e570b5e" providerId="ADAL" clId="{5933DFD7-31A9-4D97-834E-2B0694CF454A}" dt="2022-05-03T02:38:15.439" v="5" actId="47"/>
        <pc:sldMkLst>
          <pc:docMk/>
          <pc:sldMk cId="2127224468" sldId="258"/>
        </pc:sldMkLst>
      </pc:sldChg>
      <pc:sldChg chg="del">
        <pc:chgData name="Mengbi Li" userId="0bfc1f20-ad18-41c1-94ba-2ea48e570b5e" providerId="ADAL" clId="{5933DFD7-31A9-4D97-834E-2B0694CF454A}" dt="2022-05-03T02:38:15.439" v="5" actId="47"/>
        <pc:sldMkLst>
          <pc:docMk/>
          <pc:sldMk cId="3867239801" sldId="259"/>
        </pc:sldMkLst>
      </pc:sldChg>
      <pc:sldChg chg="del">
        <pc:chgData name="Mengbi Li" userId="0bfc1f20-ad18-41c1-94ba-2ea48e570b5e" providerId="ADAL" clId="{5933DFD7-31A9-4D97-834E-2B0694CF454A}" dt="2022-05-03T02:38:15.439" v="5" actId="47"/>
        <pc:sldMkLst>
          <pc:docMk/>
          <pc:sldMk cId="3217166474" sldId="260"/>
        </pc:sldMkLst>
      </pc:sldChg>
      <pc:sldChg chg="del">
        <pc:chgData name="Mengbi Li" userId="0bfc1f20-ad18-41c1-94ba-2ea48e570b5e" providerId="ADAL" clId="{5933DFD7-31A9-4D97-834E-2B0694CF454A}" dt="2022-05-03T02:38:15.439" v="5" actId="47"/>
        <pc:sldMkLst>
          <pc:docMk/>
          <pc:sldMk cId="3470939801" sldId="262"/>
        </pc:sldMkLst>
      </pc:sldChg>
      <pc:sldChg chg="del">
        <pc:chgData name="Mengbi Li" userId="0bfc1f20-ad18-41c1-94ba-2ea48e570b5e" providerId="ADAL" clId="{5933DFD7-31A9-4D97-834E-2B0694CF454A}" dt="2022-05-03T02:38:15.439" v="5" actId="47"/>
        <pc:sldMkLst>
          <pc:docMk/>
          <pc:sldMk cId="2205060900" sldId="263"/>
        </pc:sldMkLst>
      </pc:sldChg>
      <pc:sldChg chg="del">
        <pc:chgData name="Mengbi Li" userId="0bfc1f20-ad18-41c1-94ba-2ea48e570b5e" providerId="ADAL" clId="{5933DFD7-31A9-4D97-834E-2B0694CF454A}" dt="2022-05-03T02:38:15.439" v="5" actId="47"/>
        <pc:sldMkLst>
          <pc:docMk/>
          <pc:sldMk cId="1318748990" sldId="264"/>
        </pc:sldMkLst>
      </pc:sldChg>
      <pc:sldChg chg="del">
        <pc:chgData name="Mengbi Li" userId="0bfc1f20-ad18-41c1-94ba-2ea48e570b5e" providerId="ADAL" clId="{5933DFD7-31A9-4D97-834E-2B0694CF454A}" dt="2022-05-03T02:38:15.439" v="5" actId="47"/>
        <pc:sldMkLst>
          <pc:docMk/>
          <pc:sldMk cId="995033720" sldId="265"/>
        </pc:sldMkLst>
      </pc:sldChg>
      <pc:sldChg chg="del">
        <pc:chgData name="Mengbi Li" userId="0bfc1f20-ad18-41c1-94ba-2ea48e570b5e" providerId="ADAL" clId="{5933DFD7-31A9-4D97-834E-2B0694CF454A}" dt="2022-05-03T02:38:15.439" v="5" actId="47"/>
        <pc:sldMkLst>
          <pc:docMk/>
          <pc:sldMk cId="812541779" sldId="266"/>
        </pc:sldMkLst>
      </pc:sldChg>
      <pc:sldChg chg="del">
        <pc:chgData name="Mengbi Li" userId="0bfc1f20-ad18-41c1-94ba-2ea48e570b5e" providerId="ADAL" clId="{5933DFD7-31A9-4D97-834E-2B0694CF454A}" dt="2022-05-03T02:38:15.439" v="5" actId="47"/>
        <pc:sldMkLst>
          <pc:docMk/>
          <pc:sldMk cId="4265278518" sldId="267"/>
        </pc:sldMkLst>
      </pc:sldChg>
      <pc:sldChg chg="del">
        <pc:chgData name="Mengbi Li" userId="0bfc1f20-ad18-41c1-94ba-2ea48e570b5e" providerId="ADAL" clId="{5933DFD7-31A9-4D97-834E-2B0694CF454A}" dt="2022-05-03T02:38:15.439" v="5" actId="47"/>
        <pc:sldMkLst>
          <pc:docMk/>
          <pc:sldMk cId="3227819088" sldId="268"/>
        </pc:sldMkLst>
      </pc:sldChg>
      <pc:sldChg chg="del">
        <pc:chgData name="Mengbi Li" userId="0bfc1f20-ad18-41c1-94ba-2ea48e570b5e" providerId="ADAL" clId="{5933DFD7-31A9-4D97-834E-2B0694CF454A}" dt="2022-05-03T02:38:15.439" v="5" actId="47"/>
        <pc:sldMkLst>
          <pc:docMk/>
          <pc:sldMk cId="4156201396" sldId="269"/>
        </pc:sldMkLst>
      </pc:sldChg>
      <pc:sldChg chg="del">
        <pc:chgData name="Mengbi Li" userId="0bfc1f20-ad18-41c1-94ba-2ea48e570b5e" providerId="ADAL" clId="{5933DFD7-31A9-4D97-834E-2B0694CF454A}" dt="2022-05-03T02:38:15.439" v="5" actId="47"/>
        <pc:sldMkLst>
          <pc:docMk/>
          <pc:sldMk cId="2044494474" sldId="270"/>
        </pc:sldMkLst>
      </pc:sldChg>
      <pc:sldChg chg="del">
        <pc:chgData name="Mengbi Li" userId="0bfc1f20-ad18-41c1-94ba-2ea48e570b5e" providerId="ADAL" clId="{5933DFD7-31A9-4D97-834E-2B0694CF454A}" dt="2022-05-03T02:38:15.439" v="5" actId="47"/>
        <pc:sldMkLst>
          <pc:docMk/>
          <pc:sldMk cId="3560369523" sldId="271"/>
        </pc:sldMkLst>
      </pc:sldChg>
      <pc:sldChg chg="del">
        <pc:chgData name="Mengbi Li" userId="0bfc1f20-ad18-41c1-94ba-2ea48e570b5e" providerId="ADAL" clId="{5933DFD7-31A9-4D97-834E-2B0694CF454A}" dt="2022-05-03T02:38:15.439" v="5" actId="47"/>
        <pc:sldMkLst>
          <pc:docMk/>
          <pc:sldMk cId="1058378211" sldId="272"/>
        </pc:sldMkLst>
      </pc:sldChg>
      <pc:sldChg chg="del">
        <pc:chgData name="Mengbi Li" userId="0bfc1f20-ad18-41c1-94ba-2ea48e570b5e" providerId="ADAL" clId="{5933DFD7-31A9-4D97-834E-2B0694CF454A}" dt="2022-05-03T02:38:15.439" v="5" actId="47"/>
        <pc:sldMkLst>
          <pc:docMk/>
          <pc:sldMk cId="3943564366" sldId="273"/>
        </pc:sldMkLst>
      </pc:sldChg>
      <pc:sldChg chg="del">
        <pc:chgData name="Mengbi Li" userId="0bfc1f20-ad18-41c1-94ba-2ea48e570b5e" providerId="ADAL" clId="{5933DFD7-31A9-4D97-834E-2B0694CF454A}" dt="2022-05-03T02:38:15.439" v="5" actId="47"/>
        <pc:sldMkLst>
          <pc:docMk/>
          <pc:sldMk cId="3799991096" sldId="274"/>
        </pc:sldMkLst>
      </pc:sldChg>
      <pc:sldChg chg="del">
        <pc:chgData name="Mengbi Li" userId="0bfc1f20-ad18-41c1-94ba-2ea48e570b5e" providerId="ADAL" clId="{5933DFD7-31A9-4D97-834E-2B0694CF454A}" dt="2022-05-03T02:38:15.439" v="5" actId="47"/>
        <pc:sldMkLst>
          <pc:docMk/>
          <pc:sldMk cId="987494791" sldId="275"/>
        </pc:sldMkLst>
      </pc:sldChg>
      <pc:sldChg chg="del">
        <pc:chgData name="Mengbi Li" userId="0bfc1f20-ad18-41c1-94ba-2ea48e570b5e" providerId="ADAL" clId="{5933DFD7-31A9-4D97-834E-2B0694CF454A}" dt="2022-05-03T02:38:15.439" v="5" actId="47"/>
        <pc:sldMkLst>
          <pc:docMk/>
          <pc:sldMk cId="2468985374" sldId="276"/>
        </pc:sldMkLst>
      </pc:sldChg>
      <pc:sldChg chg="del">
        <pc:chgData name="Mengbi Li" userId="0bfc1f20-ad18-41c1-94ba-2ea48e570b5e" providerId="ADAL" clId="{5933DFD7-31A9-4D97-834E-2B0694CF454A}" dt="2022-05-03T02:38:15.439" v="5" actId="47"/>
        <pc:sldMkLst>
          <pc:docMk/>
          <pc:sldMk cId="4211810045" sldId="277"/>
        </pc:sldMkLst>
      </pc:sldChg>
      <pc:sldChg chg="del">
        <pc:chgData name="Mengbi Li" userId="0bfc1f20-ad18-41c1-94ba-2ea48e570b5e" providerId="ADAL" clId="{5933DFD7-31A9-4D97-834E-2B0694CF454A}" dt="2022-05-03T02:38:15.439" v="5" actId="47"/>
        <pc:sldMkLst>
          <pc:docMk/>
          <pc:sldMk cId="4039696894" sldId="278"/>
        </pc:sldMkLst>
      </pc:sldChg>
      <pc:sldChg chg="del">
        <pc:chgData name="Mengbi Li" userId="0bfc1f20-ad18-41c1-94ba-2ea48e570b5e" providerId="ADAL" clId="{5933DFD7-31A9-4D97-834E-2B0694CF454A}" dt="2022-05-03T02:38:15.439" v="5" actId="47"/>
        <pc:sldMkLst>
          <pc:docMk/>
          <pc:sldMk cId="2378968847" sldId="279"/>
        </pc:sldMkLst>
      </pc:sldChg>
      <pc:sldChg chg="del">
        <pc:chgData name="Mengbi Li" userId="0bfc1f20-ad18-41c1-94ba-2ea48e570b5e" providerId="ADAL" clId="{5933DFD7-31A9-4D97-834E-2B0694CF454A}" dt="2022-05-03T02:38:15.439" v="5" actId="47"/>
        <pc:sldMkLst>
          <pc:docMk/>
          <pc:sldMk cId="1143827272" sldId="280"/>
        </pc:sldMkLst>
      </pc:sldChg>
      <pc:sldChg chg="del">
        <pc:chgData name="Mengbi Li" userId="0bfc1f20-ad18-41c1-94ba-2ea48e570b5e" providerId="ADAL" clId="{5933DFD7-31A9-4D97-834E-2B0694CF454A}" dt="2022-05-03T02:38:15.439" v="5" actId="47"/>
        <pc:sldMkLst>
          <pc:docMk/>
          <pc:sldMk cId="824780311" sldId="281"/>
        </pc:sldMkLst>
      </pc:sldChg>
      <pc:sldChg chg="del">
        <pc:chgData name="Mengbi Li" userId="0bfc1f20-ad18-41c1-94ba-2ea48e570b5e" providerId="ADAL" clId="{5933DFD7-31A9-4D97-834E-2B0694CF454A}" dt="2022-05-03T02:38:15.439" v="5" actId="47"/>
        <pc:sldMkLst>
          <pc:docMk/>
          <pc:sldMk cId="1057375950" sldId="282"/>
        </pc:sldMkLst>
      </pc:sldChg>
      <pc:sldChg chg="del">
        <pc:chgData name="Mengbi Li" userId="0bfc1f20-ad18-41c1-94ba-2ea48e570b5e" providerId="ADAL" clId="{5933DFD7-31A9-4D97-834E-2B0694CF454A}" dt="2022-05-03T02:38:15.439" v="5" actId="47"/>
        <pc:sldMkLst>
          <pc:docMk/>
          <pc:sldMk cId="2378935989" sldId="283"/>
        </pc:sldMkLst>
      </pc:sldChg>
      <pc:sldChg chg="del">
        <pc:chgData name="Mengbi Li" userId="0bfc1f20-ad18-41c1-94ba-2ea48e570b5e" providerId="ADAL" clId="{5933DFD7-31A9-4D97-834E-2B0694CF454A}" dt="2022-05-03T02:38:15.439" v="5" actId="47"/>
        <pc:sldMkLst>
          <pc:docMk/>
          <pc:sldMk cId="2357527742" sldId="284"/>
        </pc:sldMkLst>
      </pc:sldChg>
      <pc:sldChg chg="del">
        <pc:chgData name="Mengbi Li" userId="0bfc1f20-ad18-41c1-94ba-2ea48e570b5e" providerId="ADAL" clId="{5933DFD7-31A9-4D97-834E-2B0694CF454A}" dt="2022-05-03T02:38:15.439" v="5" actId="47"/>
        <pc:sldMkLst>
          <pc:docMk/>
          <pc:sldMk cId="1452868052" sldId="285"/>
        </pc:sldMkLst>
      </pc:sldChg>
      <pc:sldChg chg="del">
        <pc:chgData name="Mengbi Li" userId="0bfc1f20-ad18-41c1-94ba-2ea48e570b5e" providerId="ADAL" clId="{5933DFD7-31A9-4D97-834E-2B0694CF454A}" dt="2022-05-03T02:38:15.439" v="5" actId="47"/>
        <pc:sldMkLst>
          <pc:docMk/>
          <pc:sldMk cId="4058155801" sldId="286"/>
        </pc:sldMkLst>
      </pc:sldChg>
      <pc:sldChg chg="del">
        <pc:chgData name="Mengbi Li" userId="0bfc1f20-ad18-41c1-94ba-2ea48e570b5e" providerId="ADAL" clId="{5933DFD7-31A9-4D97-834E-2B0694CF454A}" dt="2022-05-03T02:38:15.439" v="5" actId="47"/>
        <pc:sldMkLst>
          <pc:docMk/>
          <pc:sldMk cId="194966728" sldId="287"/>
        </pc:sldMkLst>
      </pc:sldChg>
      <pc:sldChg chg="del">
        <pc:chgData name="Mengbi Li" userId="0bfc1f20-ad18-41c1-94ba-2ea48e570b5e" providerId="ADAL" clId="{5933DFD7-31A9-4D97-834E-2B0694CF454A}" dt="2022-05-03T02:38:15.439" v="5" actId="47"/>
        <pc:sldMkLst>
          <pc:docMk/>
          <pc:sldMk cId="1204984531" sldId="288"/>
        </pc:sldMkLst>
      </pc:sldChg>
      <pc:sldChg chg="del">
        <pc:chgData name="Mengbi Li" userId="0bfc1f20-ad18-41c1-94ba-2ea48e570b5e" providerId="ADAL" clId="{5933DFD7-31A9-4D97-834E-2B0694CF454A}" dt="2022-05-03T02:38:15.439" v="5" actId="47"/>
        <pc:sldMkLst>
          <pc:docMk/>
          <pc:sldMk cId="338717461" sldId="289"/>
        </pc:sldMkLst>
      </pc:sldChg>
      <pc:sldChg chg="del">
        <pc:chgData name="Mengbi Li" userId="0bfc1f20-ad18-41c1-94ba-2ea48e570b5e" providerId="ADAL" clId="{5933DFD7-31A9-4D97-834E-2B0694CF454A}" dt="2022-05-03T02:38:15.439" v="5" actId="47"/>
        <pc:sldMkLst>
          <pc:docMk/>
          <pc:sldMk cId="4042338611" sldId="291"/>
        </pc:sldMkLst>
      </pc:sldChg>
      <pc:sldChg chg="del">
        <pc:chgData name="Mengbi Li" userId="0bfc1f20-ad18-41c1-94ba-2ea48e570b5e" providerId="ADAL" clId="{5933DFD7-31A9-4D97-834E-2B0694CF454A}" dt="2022-05-03T02:38:15.439" v="5" actId="47"/>
        <pc:sldMkLst>
          <pc:docMk/>
          <pc:sldMk cId="1733199556" sldId="292"/>
        </pc:sldMkLst>
      </pc:sldChg>
      <pc:sldChg chg="del">
        <pc:chgData name="Mengbi Li" userId="0bfc1f20-ad18-41c1-94ba-2ea48e570b5e" providerId="ADAL" clId="{5933DFD7-31A9-4D97-834E-2B0694CF454A}" dt="2022-05-03T02:38:15.439" v="5" actId="47"/>
        <pc:sldMkLst>
          <pc:docMk/>
          <pc:sldMk cId="3366087770" sldId="293"/>
        </pc:sldMkLst>
      </pc:sldChg>
      <pc:sldChg chg="add del">
        <pc:chgData name="Mengbi Li" userId="0bfc1f20-ad18-41c1-94ba-2ea48e570b5e" providerId="ADAL" clId="{5933DFD7-31A9-4D97-834E-2B0694CF454A}" dt="2022-05-03T02:39:41.764" v="8"/>
        <pc:sldMkLst>
          <pc:docMk/>
          <pc:sldMk cId="2777947496" sldId="294"/>
        </pc:sldMkLst>
      </pc:sldChg>
      <pc:sldChg chg="del">
        <pc:chgData name="Mengbi Li" userId="0bfc1f20-ad18-41c1-94ba-2ea48e570b5e" providerId="ADAL" clId="{5933DFD7-31A9-4D97-834E-2B0694CF454A}" dt="2022-05-03T02:38:15.439" v="5" actId="47"/>
        <pc:sldMkLst>
          <pc:docMk/>
          <pc:sldMk cId="3019468572" sldId="295"/>
        </pc:sldMkLst>
      </pc:sldChg>
      <pc:sldChg chg="del">
        <pc:chgData name="Mengbi Li" userId="0bfc1f20-ad18-41c1-94ba-2ea48e570b5e" providerId="ADAL" clId="{5933DFD7-31A9-4D97-834E-2B0694CF454A}" dt="2022-05-03T02:38:15.439" v="5" actId="47"/>
        <pc:sldMkLst>
          <pc:docMk/>
          <pc:sldMk cId="3842119452" sldId="296"/>
        </pc:sldMkLst>
      </pc:sldChg>
      <pc:sldChg chg="add del">
        <pc:chgData name="Mengbi Li" userId="0bfc1f20-ad18-41c1-94ba-2ea48e570b5e" providerId="ADAL" clId="{5933DFD7-31A9-4D97-834E-2B0694CF454A}" dt="2022-05-03T02:39:41.764" v="8"/>
        <pc:sldMkLst>
          <pc:docMk/>
          <pc:sldMk cId="2331991651" sldId="297"/>
        </pc:sldMkLst>
      </pc:sldChg>
      <pc:sldChg chg="del">
        <pc:chgData name="Mengbi Li" userId="0bfc1f20-ad18-41c1-94ba-2ea48e570b5e" providerId="ADAL" clId="{5933DFD7-31A9-4D97-834E-2B0694CF454A}" dt="2022-05-03T02:38:15.439" v="5" actId="47"/>
        <pc:sldMkLst>
          <pc:docMk/>
          <pc:sldMk cId="1460851414" sldId="298"/>
        </pc:sldMkLst>
      </pc:sldChg>
      <pc:sldChg chg="add del">
        <pc:chgData name="Mengbi Li" userId="0bfc1f20-ad18-41c1-94ba-2ea48e570b5e" providerId="ADAL" clId="{5933DFD7-31A9-4D97-834E-2B0694CF454A}" dt="2022-05-03T02:39:11.499" v="7"/>
        <pc:sldMkLst>
          <pc:docMk/>
          <pc:sldMk cId="3581604496" sldId="299"/>
        </pc:sldMkLst>
      </pc:sldChg>
      <pc:sldChg chg="del">
        <pc:chgData name="Mengbi Li" userId="0bfc1f20-ad18-41c1-94ba-2ea48e570b5e" providerId="ADAL" clId="{5933DFD7-31A9-4D97-834E-2B0694CF454A}" dt="2022-05-03T02:38:15.439" v="5" actId="47"/>
        <pc:sldMkLst>
          <pc:docMk/>
          <pc:sldMk cId="606766699" sldId="300"/>
        </pc:sldMkLst>
      </pc:sldChg>
      <pc:sldChg chg="del">
        <pc:chgData name="Mengbi Li" userId="0bfc1f20-ad18-41c1-94ba-2ea48e570b5e" providerId="ADAL" clId="{5933DFD7-31A9-4D97-834E-2B0694CF454A}" dt="2022-05-03T02:38:15.439" v="5" actId="47"/>
        <pc:sldMkLst>
          <pc:docMk/>
          <pc:sldMk cId="2838800922" sldId="301"/>
        </pc:sldMkLst>
      </pc:sldChg>
      <pc:sldChg chg="add ord">
        <pc:chgData name="Mengbi Li" userId="0bfc1f20-ad18-41c1-94ba-2ea48e570b5e" providerId="ADAL" clId="{5933DFD7-31A9-4D97-834E-2B0694CF454A}" dt="2022-05-03T02:37:25.900" v="2"/>
        <pc:sldMkLst>
          <pc:docMk/>
          <pc:sldMk cId="1517495573" sldId="312"/>
        </pc:sldMkLst>
      </pc:sldChg>
      <pc:sldChg chg="add">
        <pc:chgData name="Mengbi Li" userId="0bfc1f20-ad18-41c1-94ba-2ea48e570b5e" providerId="ADAL" clId="{5933DFD7-31A9-4D97-834E-2B0694CF454A}" dt="2022-05-03T02:38:08.006" v="4"/>
        <pc:sldMkLst>
          <pc:docMk/>
          <pc:sldMk cId="2286089002" sldId="313"/>
        </pc:sldMkLst>
      </pc:sldChg>
      <pc:sldChg chg="add">
        <pc:chgData name="Mengbi Li" userId="0bfc1f20-ad18-41c1-94ba-2ea48e570b5e" providerId="ADAL" clId="{5933DFD7-31A9-4D97-834E-2B0694CF454A}" dt="2022-05-03T02:38:08.006" v="4"/>
        <pc:sldMkLst>
          <pc:docMk/>
          <pc:sldMk cId="260972018" sldId="315"/>
        </pc:sldMkLst>
      </pc:sldChg>
      <pc:sldChg chg="add">
        <pc:chgData name="Mengbi Li" userId="0bfc1f20-ad18-41c1-94ba-2ea48e570b5e" providerId="ADAL" clId="{5933DFD7-31A9-4D97-834E-2B0694CF454A}" dt="2022-05-03T02:38:50.140" v="6"/>
        <pc:sldMkLst>
          <pc:docMk/>
          <pc:sldMk cId="183266688" sldId="318"/>
        </pc:sldMkLst>
      </pc:sldChg>
      <pc:sldChg chg="add">
        <pc:chgData name="Mengbi Li" userId="0bfc1f20-ad18-41c1-94ba-2ea48e570b5e" providerId="ADAL" clId="{5933DFD7-31A9-4D97-834E-2B0694CF454A}" dt="2022-05-03T02:37:34.159" v="3"/>
        <pc:sldMkLst>
          <pc:docMk/>
          <pc:sldMk cId="3073616901" sldId="32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AU"/>
          </a:p>
        </p:txBody>
      </p:sp>
      <p:sp>
        <p:nvSpPr>
          <p:cNvPr id="3" name="Date Placehold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EEA10E19-9C9B-495D-9B5B-722936A77A2B}" type="datetimeFigureOut">
              <a:rPr lang="en-AU" smtClean="0"/>
              <a:t>3/05/2022</a:t>
            </a:fld>
            <a:endParaRPr lang="en-AU"/>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AU"/>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F4D32AA5-84DC-4400-83E0-1F9AA0AC4BFE}" type="slidenum">
              <a:rPr lang="en-AU" smtClean="0"/>
              <a:t>‹#›</a:t>
            </a:fld>
            <a:endParaRPr lang="en-AU"/>
          </a:p>
        </p:txBody>
      </p:sp>
    </p:spTree>
    <p:extLst>
      <p:ext uri="{BB962C8B-B14F-4D97-AF65-F5344CB8AC3E}">
        <p14:creationId xmlns:p14="http://schemas.microsoft.com/office/powerpoint/2010/main" val="9932554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AU"/>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51935D9C-CD9B-45FF-86A0-67AEC7609315}" type="datetimeFigureOut">
              <a:rPr lang="en-AU" smtClean="0"/>
              <a:t>3/05/2022</a:t>
            </a:fld>
            <a:endParaRPr lang="en-AU"/>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AU"/>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AU"/>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3F153B75-6F41-4812-AF78-2731A99DC286}" type="slidenum">
              <a:rPr lang="en-AU" smtClean="0"/>
              <a:t>‹#›</a:t>
            </a:fld>
            <a:endParaRPr lang="en-AU"/>
          </a:p>
        </p:txBody>
      </p:sp>
    </p:spTree>
    <p:extLst>
      <p:ext uri="{BB962C8B-B14F-4D97-AF65-F5344CB8AC3E}">
        <p14:creationId xmlns:p14="http://schemas.microsoft.com/office/powerpoint/2010/main" val="2873518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ridge8.wordpress.com/2012/01/30/critical-thinking-animation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Critical thinking has been defined in many ways, but is essentially the process of deliberate, systematic and logical thinking on any subject, while considering bias or assumptions that may affect your discussion.  Critical thinking can be defined as, "the art of </a:t>
            </a:r>
            <a:r>
              <a:rPr lang="en-US" sz="1200" b="0" i="0" kern="1200" dirty="0" err="1">
                <a:solidFill>
                  <a:schemeClr val="tx1"/>
                </a:solidFill>
                <a:effectLst/>
                <a:latin typeface="+mn-lt"/>
                <a:ea typeface="+mn-ea"/>
                <a:cs typeface="+mn-cs"/>
              </a:rPr>
              <a:t>analysing</a:t>
            </a:r>
            <a:r>
              <a:rPr lang="en-US" sz="1200" b="0" i="0" kern="1200" dirty="0">
                <a:solidFill>
                  <a:schemeClr val="tx1"/>
                </a:solidFill>
                <a:effectLst/>
                <a:latin typeface="+mn-lt"/>
                <a:ea typeface="+mn-ea"/>
                <a:cs typeface="+mn-cs"/>
              </a:rPr>
              <a:t> and evaluating thinking with a view to improving it" (Paul &amp; Elder 2009). </a:t>
            </a:r>
            <a:endParaRPr lang="en-GB" dirty="0"/>
          </a:p>
        </p:txBody>
      </p:sp>
      <p:sp>
        <p:nvSpPr>
          <p:cNvPr id="4" name="Slide Number Placeholder 3"/>
          <p:cNvSpPr>
            <a:spLocks noGrp="1"/>
          </p:cNvSpPr>
          <p:nvPr>
            <p:ph type="sldNum" sz="quarter" idx="10"/>
          </p:nvPr>
        </p:nvSpPr>
        <p:spPr/>
        <p:txBody>
          <a:bodyPr/>
          <a:lstStyle/>
          <a:p>
            <a:fld id="{3F153B75-6F41-4812-AF78-2731A99DC286}" type="slidenum">
              <a:rPr lang="en-AU" smtClean="0"/>
              <a:t>6</a:t>
            </a:fld>
            <a:endParaRPr lang="en-AU"/>
          </a:p>
        </p:txBody>
      </p:sp>
    </p:spTree>
    <p:extLst>
      <p:ext uri="{BB962C8B-B14F-4D97-AF65-F5344CB8AC3E}">
        <p14:creationId xmlns:p14="http://schemas.microsoft.com/office/powerpoint/2010/main" val="3815346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hlinkClick r:id="rId3"/>
              </a:rPr>
              <a:t>https://bridge8.wordpress.com/2012/01/30/critical-thinking-animations/</a:t>
            </a:r>
            <a:endParaRPr lang="en-GB" dirty="0"/>
          </a:p>
        </p:txBody>
      </p:sp>
      <p:sp>
        <p:nvSpPr>
          <p:cNvPr id="4" name="Slide Number Placeholder 3"/>
          <p:cNvSpPr>
            <a:spLocks noGrp="1"/>
          </p:cNvSpPr>
          <p:nvPr>
            <p:ph type="sldNum" sz="quarter" idx="10"/>
          </p:nvPr>
        </p:nvSpPr>
        <p:spPr/>
        <p:txBody>
          <a:bodyPr/>
          <a:lstStyle/>
          <a:p>
            <a:fld id="{3F153B75-6F41-4812-AF78-2731A99DC286}" type="slidenum">
              <a:rPr lang="en-AU" smtClean="0"/>
              <a:t>8</a:t>
            </a:fld>
            <a:endParaRPr lang="en-AU"/>
          </a:p>
        </p:txBody>
      </p:sp>
    </p:spTree>
    <p:extLst>
      <p:ext uri="{BB962C8B-B14F-4D97-AF65-F5344CB8AC3E}">
        <p14:creationId xmlns:p14="http://schemas.microsoft.com/office/powerpoint/2010/main" val="3091550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en-GB"/>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GB"/>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03/05/2022</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105909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1_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en-GB"/>
          </a:p>
        </p:txBody>
      </p:sp>
      <p:sp>
        <p:nvSpPr>
          <p:cNvPr id="3" name="竖排文字占位符 2"/>
          <p:cNvSpPr>
            <a:spLocks noGrp="1"/>
          </p:cNvSpPr>
          <p:nvPr>
            <p:ph type="body" orient="vert" idx="1"/>
          </p:nvPr>
        </p:nvSpPr>
        <p:spPr>
          <a:xfrm>
            <a:off x="457200" y="1600200"/>
            <a:ext cx="8229600" cy="4525963"/>
          </a:xfrm>
          <a:prstGeom prst="rect">
            <a:avLst/>
          </a:prstGeom>
        </p:spPr>
        <p:txBody>
          <a:bodyPr vert="horz"/>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5" name="页脚占位符 4"/>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900633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7786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en-GB"/>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03/05/2022</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9860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en-GB"/>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5" name="日期占位符 4"/>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03/05/2022</a:t>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3511954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en-GB"/>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8" name="页脚占位符 7"/>
          <p:cNvSpPr>
            <a:spLocks noGrp="1"/>
          </p:cNvSpPr>
          <p:nvPr>
            <p:ph type="ftr" sz="quarter" idx="11"/>
          </p:nvPr>
        </p:nvSpPr>
        <p:spPr/>
        <p:txBody>
          <a:bodyPr/>
          <a:lstStyle/>
          <a:p>
            <a:endParaRPr lang="en-GB"/>
          </a:p>
        </p:txBody>
      </p:sp>
      <p:sp>
        <p:nvSpPr>
          <p:cNvPr id="9" name="灯片编号占位符 8"/>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1326538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en-GB"/>
          </a:p>
        </p:txBody>
      </p:sp>
      <p:sp>
        <p:nvSpPr>
          <p:cNvPr id="4" name="页脚占位符 3"/>
          <p:cNvSpPr>
            <a:spLocks noGrp="1"/>
          </p:cNvSpPr>
          <p:nvPr>
            <p:ph type="ftr" sz="quarter" idx="11"/>
          </p:nvPr>
        </p:nvSpPr>
        <p:spPr/>
        <p:txBody>
          <a:bodyPr/>
          <a:lstStyle/>
          <a:p>
            <a:endParaRPr lang="en-GB"/>
          </a:p>
        </p:txBody>
      </p:sp>
      <p:sp>
        <p:nvSpPr>
          <p:cNvPr id="5" name="灯片编号占位符 4"/>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1127247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en-GB"/>
          </a:p>
        </p:txBody>
      </p:sp>
      <p:sp>
        <p:nvSpPr>
          <p:cNvPr id="4" name="灯片编号占位符 3"/>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3889400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en-GB"/>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2924878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en-GB"/>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1561171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en-GB"/>
          </a:p>
        </p:txBody>
      </p:sp>
      <p:sp>
        <p:nvSpPr>
          <p:cNvPr id="3" name="竖排文字占位符 2"/>
          <p:cNvSpPr>
            <a:spLocks noGrp="1"/>
          </p:cNvSpPr>
          <p:nvPr>
            <p:ph type="body" orient="vert" idx="1"/>
          </p:nvPr>
        </p:nvSpPr>
        <p:spPr>
          <a:xfrm>
            <a:off x="457200" y="1600200"/>
            <a:ext cx="8229600" cy="4525963"/>
          </a:xfrm>
          <a:prstGeom prst="rect">
            <a:avLst/>
          </a:prstGeom>
        </p:spPr>
        <p:txBody>
          <a:bodyPr vert="horz"/>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03/05/2022</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2779936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en-GB"/>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03/05/2022</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2408803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130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1BBFFC7-5AFF-4374-B478-E246B74FFF84}" type="datetimeFigureOut">
              <a:rPr lang="en-US" smtClean="0"/>
              <a:t>5/3/2022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F2A403D9-1EF9-4D83-8F99-27C64A2CC18F}" type="slidenum">
              <a:rPr lang="en-US" smtClean="0"/>
              <a:t>‹#›</a:t>
            </a:fld>
            <a:endParaRPr lang="en-US"/>
          </a:p>
        </p:txBody>
      </p:sp>
    </p:spTree>
    <p:extLst>
      <p:ext uri="{BB962C8B-B14F-4D97-AF65-F5344CB8AC3E}">
        <p14:creationId xmlns:p14="http://schemas.microsoft.com/office/powerpoint/2010/main" val="2379038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57200" y="6356350"/>
            <a:ext cx="2133600" cy="365125"/>
          </a:xfrm>
          <a:prstGeom prst="rect">
            <a:avLst/>
          </a:prstGeom>
        </p:spPr>
        <p:txBody>
          <a:bodyPr/>
          <a:lstStyle/>
          <a:p>
            <a:fld id="{51BBFFC7-5AFF-4374-B478-E246B74FFF84}" type="datetimeFigureOut">
              <a:rPr lang="en-US" smtClean="0"/>
              <a:t>5/3/2022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F2A403D9-1EF9-4D83-8F99-27C64A2CC18F}" type="slidenum">
              <a:rPr lang="en-US" smtClean="0"/>
              <a:t>‹#›</a:t>
            </a:fld>
            <a:endParaRPr lang="en-US" dirty="0"/>
          </a:p>
        </p:txBody>
      </p:sp>
    </p:spTree>
    <p:extLst>
      <p:ext uri="{BB962C8B-B14F-4D97-AF65-F5344CB8AC3E}">
        <p14:creationId xmlns:p14="http://schemas.microsoft.com/office/powerpoint/2010/main" val="19044274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eam.">
    <p:spTree>
      <p:nvGrpSpPr>
        <p:cNvPr id="1" name=""/>
        <p:cNvGrpSpPr/>
        <p:nvPr/>
      </p:nvGrpSpPr>
      <p:grpSpPr>
        <a:xfrm>
          <a:off x="0" y="0"/>
          <a:ext cx="0" cy="0"/>
          <a:chOff x="0" y="0"/>
          <a:chExt cx="0" cy="0"/>
        </a:xfrm>
      </p:grpSpPr>
      <p:sp>
        <p:nvSpPr>
          <p:cNvPr id="112" name="Picture Placeholder 7"/>
          <p:cNvSpPr>
            <a:spLocks noGrp="1"/>
          </p:cNvSpPr>
          <p:nvPr>
            <p:ph type="pic" sz="quarter" idx="53" hasCustomPrompt="1"/>
          </p:nvPr>
        </p:nvSpPr>
        <p:spPr>
          <a:xfrm>
            <a:off x="705637" y="2026581"/>
            <a:ext cx="1693164" cy="2257552"/>
          </a:xfrm>
          <a:prstGeom prst="ellipse">
            <a:avLst/>
          </a:prstGeom>
          <a:ln w="76200">
            <a:solidFill>
              <a:schemeClr val="bg1">
                <a:lumMod val="65000"/>
              </a:schemeClr>
            </a:solidFill>
          </a:ln>
          <a:effectLst>
            <a:outerShdw blurRad="50800" dist="38100" dir="5400000" algn="t" rotWithShape="0">
              <a:prstClr val="black">
                <a:alpha val="40000"/>
              </a:prstClr>
            </a:out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31" name="Text Placeholder 3"/>
          <p:cNvSpPr>
            <a:spLocks noGrp="1"/>
          </p:cNvSpPr>
          <p:nvPr>
            <p:ph type="body" sz="half" idx="37"/>
          </p:nvPr>
        </p:nvSpPr>
        <p:spPr>
          <a:xfrm>
            <a:off x="752119" y="4893524"/>
            <a:ext cx="1600200" cy="257040"/>
          </a:xfrm>
          <a:prstGeom prst="rect">
            <a:avLst/>
          </a:prstGeom>
        </p:spPr>
        <p:txBody>
          <a:bodyPr wrap="square" lIns="0" tIns="0" rIns="0" bIns="0" anchor="ctr">
            <a:noAutofit/>
          </a:bodyPr>
          <a:lstStyle>
            <a:lvl1pPr marL="0" indent="0" algn="ctr">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32" name="Text Placeholder 3"/>
          <p:cNvSpPr>
            <a:spLocks noGrp="1"/>
          </p:cNvSpPr>
          <p:nvPr>
            <p:ph type="body" sz="half" idx="50"/>
          </p:nvPr>
        </p:nvSpPr>
        <p:spPr>
          <a:xfrm>
            <a:off x="637819" y="5199369"/>
            <a:ext cx="1828800" cy="1146048"/>
          </a:xfrm>
          <a:prstGeom prst="rect">
            <a:avLst/>
          </a:prstGeom>
        </p:spPr>
        <p:txBody>
          <a:bodyPr wrap="square" lIns="0" tIns="0" rIns="0" bIns="0" anchor="t">
            <a:noAutofit/>
          </a:bodyPr>
          <a:lstStyle>
            <a:lvl1pPr marL="0" indent="0" algn="ctr" rtl="0">
              <a:buNone/>
              <a:defRPr sz="1100" b="0" baseline="0">
                <a:solidFill>
                  <a:schemeClr val="tx1">
                    <a:lumMod val="50000"/>
                    <a:lumOff val="50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algn="ctr"/>
            <a:endParaRPr lang="en-US" sz="1000" dirty="0">
              <a:solidFill>
                <a:schemeClr val="tx1">
                  <a:lumMod val="50000"/>
                  <a:lumOff val="50000"/>
                </a:schemeClr>
              </a:solidFill>
            </a:endParaRPr>
          </a:p>
        </p:txBody>
      </p:sp>
      <p:sp>
        <p:nvSpPr>
          <p:cNvPr id="33" name="Text Placeholder 3"/>
          <p:cNvSpPr>
            <a:spLocks noGrp="1"/>
          </p:cNvSpPr>
          <p:nvPr>
            <p:ph type="body" sz="half" idx="51"/>
          </p:nvPr>
        </p:nvSpPr>
        <p:spPr>
          <a:xfrm>
            <a:off x="752119" y="4591520"/>
            <a:ext cx="1600200" cy="257040"/>
          </a:xfrm>
          <a:prstGeom prst="rect">
            <a:avLst/>
          </a:prstGeom>
        </p:spPr>
        <p:txBody>
          <a:bodyPr wrap="square" lIns="0" tIns="0" rIns="0" bIns="0" anchor="ctr">
            <a:noAutofit/>
          </a:bodyPr>
          <a:lstStyle>
            <a:lvl1pPr marL="0" indent="0" algn="ctr" rtl="0">
              <a:buNone/>
              <a:defRPr sz="1400" b="1" baseline="0">
                <a:solidFill>
                  <a:schemeClr val="accent1"/>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34" name="Picture Placeholder 7"/>
          <p:cNvSpPr>
            <a:spLocks noGrp="1"/>
          </p:cNvSpPr>
          <p:nvPr>
            <p:ph type="pic" sz="quarter" idx="54" hasCustomPrompt="1"/>
          </p:nvPr>
        </p:nvSpPr>
        <p:spPr>
          <a:xfrm>
            <a:off x="2716273" y="2026581"/>
            <a:ext cx="1693164" cy="2257552"/>
          </a:xfrm>
          <a:prstGeom prst="ellipse">
            <a:avLst/>
          </a:prstGeom>
          <a:ln w="76200">
            <a:solidFill>
              <a:schemeClr val="bg1">
                <a:lumMod val="65000"/>
              </a:schemeClr>
            </a:solidFill>
          </a:ln>
          <a:effectLst>
            <a:outerShdw blurRad="50800" dist="38100" dir="5400000" algn="t" rotWithShape="0">
              <a:prstClr val="black">
                <a:alpha val="40000"/>
              </a:prstClr>
            </a:out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35" name="Text Placeholder 3"/>
          <p:cNvSpPr>
            <a:spLocks noGrp="1"/>
          </p:cNvSpPr>
          <p:nvPr>
            <p:ph type="body" sz="half" idx="55"/>
          </p:nvPr>
        </p:nvSpPr>
        <p:spPr>
          <a:xfrm>
            <a:off x="2762755" y="4893524"/>
            <a:ext cx="1600200" cy="257040"/>
          </a:xfrm>
          <a:prstGeom prst="rect">
            <a:avLst/>
          </a:prstGeom>
        </p:spPr>
        <p:txBody>
          <a:bodyPr wrap="square" lIns="0" tIns="0" rIns="0" bIns="0" anchor="ctr">
            <a:noAutofit/>
          </a:bodyPr>
          <a:lstStyle>
            <a:lvl1pPr marL="0" indent="0" algn="ctr">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36" name="Text Placeholder 3"/>
          <p:cNvSpPr>
            <a:spLocks noGrp="1"/>
          </p:cNvSpPr>
          <p:nvPr>
            <p:ph type="body" sz="half" idx="56"/>
          </p:nvPr>
        </p:nvSpPr>
        <p:spPr>
          <a:xfrm>
            <a:off x="2648455" y="5199369"/>
            <a:ext cx="1828800" cy="1146048"/>
          </a:xfrm>
          <a:prstGeom prst="rect">
            <a:avLst/>
          </a:prstGeom>
        </p:spPr>
        <p:txBody>
          <a:bodyPr wrap="square" lIns="0" tIns="0" rIns="0" bIns="0" anchor="t">
            <a:noAutofit/>
          </a:bodyPr>
          <a:lstStyle>
            <a:lvl1pPr marL="0" indent="0" algn="ctr" rtl="0">
              <a:buNone/>
              <a:defRPr sz="1100" b="0" baseline="0">
                <a:solidFill>
                  <a:schemeClr val="tx1">
                    <a:lumMod val="50000"/>
                    <a:lumOff val="50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algn="ctr"/>
            <a:endParaRPr lang="en-US" sz="1000" dirty="0">
              <a:solidFill>
                <a:schemeClr val="tx1">
                  <a:lumMod val="50000"/>
                  <a:lumOff val="50000"/>
                </a:schemeClr>
              </a:solidFill>
            </a:endParaRPr>
          </a:p>
        </p:txBody>
      </p:sp>
      <p:sp>
        <p:nvSpPr>
          <p:cNvPr id="37" name="Text Placeholder 3"/>
          <p:cNvSpPr>
            <a:spLocks noGrp="1"/>
          </p:cNvSpPr>
          <p:nvPr>
            <p:ph type="body" sz="half" idx="57"/>
          </p:nvPr>
        </p:nvSpPr>
        <p:spPr>
          <a:xfrm>
            <a:off x="2762755" y="4591520"/>
            <a:ext cx="1600200" cy="257040"/>
          </a:xfrm>
          <a:prstGeom prst="rect">
            <a:avLst/>
          </a:prstGeom>
        </p:spPr>
        <p:txBody>
          <a:bodyPr wrap="square" lIns="0" tIns="0" rIns="0" bIns="0" anchor="ctr">
            <a:noAutofit/>
          </a:bodyPr>
          <a:lstStyle>
            <a:lvl1pPr marL="0" indent="0" algn="ctr" rtl="0">
              <a:buNone/>
              <a:defRPr sz="1400" b="1" baseline="0">
                <a:solidFill>
                  <a:schemeClr val="accent2"/>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38" name="Picture Placeholder 7"/>
          <p:cNvSpPr>
            <a:spLocks noGrp="1"/>
          </p:cNvSpPr>
          <p:nvPr>
            <p:ph type="pic" sz="quarter" idx="58" hasCustomPrompt="1"/>
          </p:nvPr>
        </p:nvSpPr>
        <p:spPr>
          <a:xfrm>
            <a:off x="4726909" y="2026581"/>
            <a:ext cx="1693164" cy="2257552"/>
          </a:xfrm>
          <a:prstGeom prst="ellipse">
            <a:avLst/>
          </a:prstGeom>
          <a:ln w="76200">
            <a:solidFill>
              <a:schemeClr val="bg1">
                <a:lumMod val="65000"/>
              </a:schemeClr>
            </a:solidFill>
          </a:ln>
          <a:effectLst>
            <a:outerShdw blurRad="50800" dist="38100" dir="5400000" algn="t" rotWithShape="0">
              <a:prstClr val="black">
                <a:alpha val="40000"/>
              </a:prstClr>
            </a:out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39" name="Text Placeholder 3"/>
          <p:cNvSpPr>
            <a:spLocks noGrp="1"/>
          </p:cNvSpPr>
          <p:nvPr>
            <p:ph type="body" sz="half" idx="59"/>
          </p:nvPr>
        </p:nvSpPr>
        <p:spPr>
          <a:xfrm>
            <a:off x="4773391" y="4893524"/>
            <a:ext cx="1600200" cy="257040"/>
          </a:xfrm>
          <a:prstGeom prst="rect">
            <a:avLst/>
          </a:prstGeom>
        </p:spPr>
        <p:txBody>
          <a:bodyPr wrap="square" lIns="0" tIns="0" rIns="0" bIns="0" anchor="ctr">
            <a:noAutofit/>
          </a:bodyPr>
          <a:lstStyle>
            <a:lvl1pPr marL="0" indent="0" algn="ctr">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40" name="Text Placeholder 3"/>
          <p:cNvSpPr>
            <a:spLocks noGrp="1"/>
          </p:cNvSpPr>
          <p:nvPr>
            <p:ph type="body" sz="half" idx="60"/>
          </p:nvPr>
        </p:nvSpPr>
        <p:spPr>
          <a:xfrm>
            <a:off x="4659091" y="5199369"/>
            <a:ext cx="1828800" cy="1146048"/>
          </a:xfrm>
          <a:prstGeom prst="rect">
            <a:avLst/>
          </a:prstGeom>
        </p:spPr>
        <p:txBody>
          <a:bodyPr wrap="square" lIns="0" tIns="0" rIns="0" bIns="0" anchor="t">
            <a:noAutofit/>
          </a:bodyPr>
          <a:lstStyle>
            <a:lvl1pPr marL="0" indent="0" algn="ctr" rtl="0">
              <a:buNone/>
              <a:defRPr sz="1100" b="0" baseline="0">
                <a:solidFill>
                  <a:schemeClr val="tx1">
                    <a:lumMod val="50000"/>
                    <a:lumOff val="50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algn="ctr"/>
            <a:endParaRPr lang="en-US" sz="1000" dirty="0">
              <a:solidFill>
                <a:schemeClr val="tx1">
                  <a:lumMod val="50000"/>
                  <a:lumOff val="50000"/>
                </a:schemeClr>
              </a:solidFill>
            </a:endParaRPr>
          </a:p>
        </p:txBody>
      </p:sp>
      <p:sp>
        <p:nvSpPr>
          <p:cNvPr id="41" name="Text Placeholder 3"/>
          <p:cNvSpPr>
            <a:spLocks noGrp="1"/>
          </p:cNvSpPr>
          <p:nvPr>
            <p:ph type="body" sz="half" idx="61"/>
          </p:nvPr>
        </p:nvSpPr>
        <p:spPr>
          <a:xfrm>
            <a:off x="4773391" y="4591520"/>
            <a:ext cx="1600200" cy="257040"/>
          </a:xfrm>
          <a:prstGeom prst="rect">
            <a:avLst/>
          </a:prstGeom>
        </p:spPr>
        <p:txBody>
          <a:bodyPr wrap="square" lIns="0" tIns="0" rIns="0" bIns="0" anchor="ctr">
            <a:noAutofit/>
          </a:bodyPr>
          <a:lstStyle>
            <a:lvl1pPr marL="0" indent="0" algn="ctr" rtl="0">
              <a:buNone/>
              <a:defRPr sz="1400" b="1" baseline="0">
                <a:solidFill>
                  <a:schemeClr val="accent3"/>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42" name="Picture Placeholder 7"/>
          <p:cNvSpPr>
            <a:spLocks noGrp="1"/>
          </p:cNvSpPr>
          <p:nvPr>
            <p:ph type="pic" sz="quarter" idx="62" hasCustomPrompt="1"/>
          </p:nvPr>
        </p:nvSpPr>
        <p:spPr>
          <a:xfrm>
            <a:off x="6737546" y="2026581"/>
            <a:ext cx="1693164" cy="2257552"/>
          </a:xfrm>
          <a:prstGeom prst="ellipse">
            <a:avLst/>
          </a:prstGeom>
          <a:ln w="76200">
            <a:solidFill>
              <a:schemeClr val="bg1">
                <a:lumMod val="65000"/>
              </a:schemeClr>
            </a:solidFill>
          </a:ln>
          <a:effectLst>
            <a:outerShdw blurRad="50800" dist="38100" dir="5400000" algn="t" rotWithShape="0">
              <a:prstClr val="black">
                <a:alpha val="40000"/>
              </a:prstClr>
            </a:out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43" name="Text Placeholder 3"/>
          <p:cNvSpPr>
            <a:spLocks noGrp="1"/>
          </p:cNvSpPr>
          <p:nvPr>
            <p:ph type="body" sz="half" idx="63"/>
          </p:nvPr>
        </p:nvSpPr>
        <p:spPr>
          <a:xfrm>
            <a:off x="6784028" y="4893524"/>
            <a:ext cx="1600200" cy="257040"/>
          </a:xfrm>
          <a:prstGeom prst="rect">
            <a:avLst/>
          </a:prstGeom>
        </p:spPr>
        <p:txBody>
          <a:bodyPr wrap="square" lIns="0" tIns="0" rIns="0" bIns="0" anchor="ctr">
            <a:noAutofit/>
          </a:bodyPr>
          <a:lstStyle>
            <a:lvl1pPr marL="0" indent="0" algn="ctr">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44" name="Text Placeholder 3"/>
          <p:cNvSpPr>
            <a:spLocks noGrp="1"/>
          </p:cNvSpPr>
          <p:nvPr>
            <p:ph type="body" sz="half" idx="64"/>
          </p:nvPr>
        </p:nvSpPr>
        <p:spPr>
          <a:xfrm>
            <a:off x="6669728" y="5199369"/>
            <a:ext cx="1828800" cy="1146048"/>
          </a:xfrm>
          <a:prstGeom prst="rect">
            <a:avLst/>
          </a:prstGeom>
        </p:spPr>
        <p:txBody>
          <a:bodyPr wrap="square" lIns="0" tIns="0" rIns="0" bIns="0" anchor="t">
            <a:noAutofit/>
          </a:bodyPr>
          <a:lstStyle>
            <a:lvl1pPr marL="0" indent="0" algn="ctr" rtl="0">
              <a:buNone/>
              <a:defRPr sz="1100" b="0" baseline="0">
                <a:solidFill>
                  <a:schemeClr val="tx1">
                    <a:lumMod val="50000"/>
                    <a:lumOff val="50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algn="ctr"/>
            <a:endParaRPr lang="en-US" sz="1000" dirty="0">
              <a:solidFill>
                <a:schemeClr val="tx1">
                  <a:lumMod val="50000"/>
                  <a:lumOff val="50000"/>
                </a:schemeClr>
              </a:solidFill>
            </a:endParaRPr>
          </a:p>
        </p:txBody>
      </p:sp>
      <p:sp>
        <p:nvSpPr>
          <p:cNvPr id="45" name="Text Placeholder 3"/>
          <p:cNvSpPr>
            <a:spLocks noGrp="1"/>
          </p:cNvSpPr>
          <p:nvPr>
            <p:ph type="body" sz="half" idx="65"/>
          </p:nvPr>
        </p:nvSpPr>
        <p:spPr>
          <a:xfrm>
            <a:off x="6784028" y="4591520"/>
            <a:ext cx="1600200" cy="257040"/>
          </a:xfrm>
          <a:prstGeom prst="rect">
            <a:avLst/>
          </a:prstGeom>
        </p:spPr>
        <p:txBody>
          <a:bodyPr wrap="square" lIns="0" tIns="0" rIns="0" bIns="0" anchor="ctr">
            <a:noAutofit/>
          </a:bodyPr>
          <a:lstStyle>
            <a:lvl1pPr marL="0" indent="0" algn="ctr" rtl="0">
              <a:buNone/>
              <a:defRPr sz="1400" b="1" baseline="0">
                <a:solidFill>
                  <a:schemeClr val="accent4"/>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Tree>
    <p:extLst>
      <p:ext uri="{BB962C8B-B14F-4D97-AF65-F5344CB8AC3E}">
        <p14:creationId xmlns:p14="http://schemas.microsoft.com/office/powerpoint/2010/main" val="142192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12"/>
                                        </p:tgtEl>
                                        <p:attrNameLst>
                                          <p:attrName>style.visibility</p:attrName>
                                        </p:attrNameLst>
                                      </p:cBhvr>
                                      <p:to>
                                        <p:strVal val="visible"/>
                                      </p:to>
                                    </p:set>
                                    <p:anim calcmode="lin" valueType="num">
                                      <p:cBhvr>
                                        <p:cTn id="7" dur="500" fill="hold"/>
                                        <p:tgtEl>
                                          <p:spTgt spid="112"/>
                                        </p:tgtEl>
                                        <p:attrNameLst>
                                          <p:attrName>ppt_w</p:attrName>
                                        </p:attrNameLst>
                                      </p:cBhvr>
                                      <p:tavLst>
                                        <p:tav tm="0">
                                          <p:val>
                                            <p:fltVal val="0"/>
                                          </p:val>
                                        </p:tav>
                                        <p:tav tm="100000">
                                          <p:val>
                                            <p:strVal val="#ppt_w"/>
                                          </p:val>
                                        </p:tav>
                                      </p:tavLst>
                                    </p:anim>
                                    <p:anim calcmode="lin" valueType="num">
                                      <p:cBhvr>
                                        <p:cTn id="8" dur="500" fill="hold"/>
                                        <p:tgtEl>
                                          <p:spTgt spid="11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nodePh="1">
                                  <p:stCondLst>
                                    <p:cond delay="0"/>
                                  </p:stCondLst>
                                  <p:endCondLst>
                                    <p:cond evt="begin" delay="0">
                                      <p:tn val="10"/>
                                    </p:cond>
                                  </p:endCondLst>
                                  <p:childTnLst>
                                    <p:set>
                                      <p:cBhvr>
                                        <p:cTn id="11" dur="1" fill="hold">
                                          <p:stCondLst>
                                            <p:cond delay="0"/>
                                          </p:stCondLst>
                                        </p:cTn>
                                        <p:tgtEl>
                                          <p:spTgt spid="33">
                                            <p:txEl>
                                              <p:pRg st="0" end="0"/>
                                            </p:txEl>
                                          </p:spTgt>
                                        </p:tgtEl>
                                        <p:attrNameLst>
                                          <p:attrName>style.visibility</p:attrName>
                                        </p:attrNameLst>
                                      </p:cBhvr>
                                      <p:to>
                                        <p:strVal val="visible"/>
                                      </p:to>
                                    </p:set>
                                    <p:animEffect transition="in" filter="fade">
                                      <p:cBhvr>
                                        <p:cTn id="12" dur="500"/>
                                        <p:tgtEl>
                                          <p:spTgt spid="33">
                                            <p:txEl>
                                              <p:pRg st="0" end="0"/>
                                            </p:txEl>
                                          </p:spTgt>
                                        </p:tgtEl>
                                      </p:cBhvr>
                                    </p:animEffect>
                                  </p:childTnLst>
                                </p:cTn>
                              </p:par>
                              <p:par>
                                <p:cTn id="13" presetID="10" presetClass="entr" presetSubtype="0" fill="hold" grpId="0" nodeType="withEffect" nodePh="1">
                                  <p:stCondLst>
                                    <p:cond delay="0"/>
                                  </p:stCondLst>
                                  <p:endCondLst>
                                    <p:cond evt="begin" delay="0">
                                      <p:tn val="13"/>
                                    </p:cond>
                                  </p:endCondLst>
                                  <p:childTnLst>
                                    <p:set>
                                      <p:cBhvr>
                                        <p:cTn id="14" dur="1" fill="hold">
                                          <p:stCondLst>
                                            <p:cond delay="0"/>
                                          </p:stCondLst>
                                        </p:cTn>
                                        <p:tgtEl>
                                          <p:spTgt spid="31">
                                            <p:txEl>
                                              <p:pRg st="0" end="0"/>
                                            </p:txEl>
                                          </p:spTgt>
                                        </p:tgtEl>
                                        <p:attrNameLst>
                                          <p:attrName>style.visibility</p:attrName>
                                        </p:attrNameLst>
                                      </p:cBhvr>
                                      <p:to>
                                        <p:strVal val="visible"/>
                                      </p:to>
                                    </p:set>
                                    <p:animEffect transition="in" filter="fade">
                                      <p:cBhvr>
                                        <p:cTn id="15" dur="500"/>
                                        <p:tgtEl>
                                          <p:spTgt spid="31">
                                            <p:txEl>
                                              <p:pRg st="0" end="0"/>
                                            </p:txEl>
                                          </p:spTgt>
                                        </p:tgtEl>
                                      </p:cBhvr>
                                    </p:animEffect>
                                  </p:childTnLst>
                                </p:cTn>
                              </p:par>
                            </p:childTnLst>
                          </p:cTn>
                        </p:par>
                        <p:par>
                          <p:cTn id="16" fill="hold">
                            <p:stCondLst>
                              <p:cond delay="1000"/>
                            </p:stCondLst>
                            <p:childTnLst>
                              <p:par>
                                <p:cTn id="17" presetID="2" presetClass="entr" presetSubtype="4" accel="50000" decel="50000" fill="hold" grpId="0" nodeType="afterEffect" nodePh="1">
                                  <p:stCondLst>
                                    <p:cond delay="0"/>
                                  </p:stCondLst>
                                  <p:endCondLst>
                                    <p:cond evt="begin" delay="0">
                                      <p:tn val="17"/>
                                    </p:cond>
                                  </p:endCondLst>
                                  <p:childTnLst>
                                    <p:set>
                                      <p:cBhvr>
                                        <p:cTn id="18" dur="1" fill="hold">
                                          <p:stCondLst>
                                            <p:cond delay="0"/>
                                          </p:stCondLst>
                                        </p:cTn>
                                        <p:tgtEl>
                                          <p:spTgt spid="32">
                                            <p:txEl>
                                              <p:pRg st="0" end="0"/>
                                            </p:txEl>
                                          </p:spTgt>
                                        </p:tgtEl>
                                        <p:attrNameLst>
                                          <p:attrName>style.visibility</p:attrName>
                                        </p:attrNameLst>
                                      </p:cBhvr>
                                      <p:to>
                                        <p:strVal val="visible"/>
                                      </p:to>
                                    </p:set>
                                    <p:anim calcmode="lin" valueType="num">
                                      <p:cBhvr additive="base">
                                        <p:cTn id="19"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par>
                          <p:cTn id="21" fill="hold">
                            <p:stCondLst>
                              <p:cond delay="1500"/>
                            </p:stCondLst>
                            <p:childTnLst>
                              <p:par>
                                <p:cTn id="22" presetID="23" presetClass="entr" presetSubtype="16"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 calcmode="lin" valueType="num">
                                      <p:cBhvr>
                                        <p:cTn id="24" dur="500" fill="hold"/>
                                        <p:tgtEl>
                                          <p:spTgt spid="34"/>
                                        </p:tgtEl>
                                        <p:attrNameLst>
                                          <p:attrName>ppt_w</p:attrName>
                                        </p:attrNameLst>
                                      </p:cBhvr>
                                      <p:tavLst>
                                        <p:tav tm="0">
                                          <p:val>
                                            <p:fltVal val="0"/>
                                          </p:val>
                                        </p:tav>
                                        <p:tav tm="100000">
                                          <p:val>
                                            <p:strVal val="#ppt_w"/>
                                          </p:val>
                                        </p:tav>
                                      </p:tavLst>
                                    </p:anim>
                                    <p:anim calcmode="lin" valueType="num">
                                      <p:cBhvr>
                                        <p:cTn id="25" dur="500" fill="hold"/>
                                        <p:tgtEl>
                                          <p:spTgt spid="34"/>
                                        </p:tgtEl>
                                        <p:attrNameLst>
                                          <p:attrName>ppt_h</p:attrName>
                                        </p:attrNameLst>
                                      </p:cBhvr>
                                      <p:tavLst>
                                        <p:tav tm="0">
                                          <p:val>
                                            <p:fltVal val="0"/>
                                          </p:val>
                                        </p:tav>
                                        <p:tav tm="100000">
                                          <p:val>
                                            <p:strVal val="#ppt_h"/>
                                          </p:val>
                                        </p:tav>
                                      </p:tavLst>
                                    </p:anim>
                                  </p:childTnLst>
                                </p:cTn>
                              </p:par>
                            </p:childTnLst>
                          </p:cTn>
                        </p:par>
                        <p:par>
                          <p:cTn id="26" fill="hold">
                            <p:stCondLst>
                              <p:cond delay="2000"/>
                            </p:stCondLst>
                            <p:childTnLst>
                              <p:par>
                                <p:cTn id="27" presetID="10"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xEl>
                                              <p:pRg st="0" end="0"/>
                                            </p:txEl>
                                          </p:spTgt>
                                        </p:tgtEl>
                                        <p:attrNameLst>
                                          <p:attrName>style.visibility</p:attrName>
                                        </p:attrNameLst>
                                      </p:cBhvr>
                                      <p:to>
                                        <p:strVal val="visible"/>
                                      </p:to>
                                    </p:set>
                                    <p:animEffect transition="in" filter="fade">
                                      <p:cBhvr>
                                        <p:cTn id="29" dur="500"/>
                                        <p:tgtEl>
                                          <p:spTgt spid="37">
                                            <p:txEl>
                                              <p:pRg st="0" end="0"/>
                                            </p:txEl>
                                          </p:spTgt>
                                        </p:tgtEl>
                                      </p:cBhvr>
                                    </p:animEffect>
                                  </p:childTnLst>
                                </p:cTn>
                              </p:par>
                              <p:par>
                                <p:cTn id="30" presetID="10" presetClass="entr" presetSubtype="0" fill="hold" grpId="0" nodeType="withEffect" nodePh="1">
                                  <p:stCondLst>
                                    <p:cond delay="0"/>
                                  </p:stCondLst>
                                  <p:endCondLst>
                                    <p:cond evt="begin" delay="0">
                                      <p:tn val="30"/>
                                    </p:cond>
                                  </p:endCondLst>
                                  <p:childTnLst>
                                    <p:set>
                                      <p:cBhvr>
                                        <p:cTn id="31" dur="1" fill="hold">
                                          <p:stCondLst>
                                            <p:cond delay="0"/>
                                          </p:stCondLst>
                                        </p:cTn>
                                        <p:tgtEl>
                                          <p:spTgt spid="35">
                                            <p:txEl>
                                              <p:pRg st="0" end="0"/>
                                            </p:txEl>
                                          </p:spTgt>
                                        </p:tgtEl>
                                        <p:attrNameLst>
                                          <p:attrName>style.visibility</p:attrName>
                                        </p:attrNameLst>
                                      </p:cBhvr>
                                      <p:to>
                                        <p:strVal val="visible"/>
                                      </p:to>
                                    </p:set>
                                    <p:animEffect transition="in" filter="fade">
                                      <p:cBhvr>
                                        <p:cTn id="32" dur="500"/>
                                        <p:tgtEl>
                                          <p:spTgt spid="35">
                                            <p:txEl>
                                              <p:pRg st="0" end="0"/>
                                            </p:txEl>
                                          </p:spTgt>
                                        </p:tgtEl>
                                      </p:cBhvr>
                                    </p:animEffect>
                                  </p:childTnLst>
                                </p:cTn>
                              </p:par>
                            </p:childTnLst>
                          </p:cTn>
                        </p:par>
                        <p:par>
                          <p:cTn id="33" fill="hold">
                            <p:stCondLst>
                              <p:cond delay="2500"/>
                            </p:stCondLst>
                            <p:childTnLst>
                              <p:par>
                                <p:cTn id="34" presetID="2" presetClass="entr" presetSubtype="4" accel="50000" decel="50000" fill="hold" grpId="0" nodeType="afterEffect" nodePh="1">
                                  <p:stCondLst>
                                    <p:cond delay="0"/>
                                  </p:stCondLst>
                                  <p:endCondLst>
                                    <p:cond evt="begin" delay="0">
                                      <p:tn val="34"/>
                                    </p:cond>
                                  </p:endCondLst>
                                  <p:childTnLst>
                                    <p:set>
                                      <p:cBhvr>
                                        <p:cTn id="35" dur="1" fill="hold">
                                          <p:stCondLst>
                                            <p:cond delay="0"/>
                                          </p:stCondLst>
                                        </p:cTn>
                                        <p:tgtEl>
                                          <p:spTgt spid="36">
                                            <p:txEl>
                                              <p:pRg st="0" end="0"/>
                                            </p:txEl>
                                          </p:spTgt>
                                        </p:tgtEl>
                                        <p:attrNameLst>
                                          <p:attrName>style.visibility</p:attrName>
                                        </p:attrNameLst>
                                      </p:cBhvr>
                                      <p:to>
                                        <p:strVal val="visible"/>
                                      </p:to>
                                    </p:set>
                                    <p:anim calcmode="lin" valueType="num">
                                      <p:cBhvr additive="base">
                                        <p:cTn id="36"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6">
                                            <p:txEl>
                                              <p:pRg st="0" end="0"/>
                                            </p:txEl>
                                          </p:spTgt>
                                        </p:tgtEl>
                                        <p:attrNameLst>
                                          <p:attrName>ppt_y</p:attrName>
                                        </p:attrNameLst>
                                      </p:cBhvr>
                                      <p:tavLst>
                                        <p:tav tm="0">
                                          <p:val>
                                            <p:strVal val="1+#ppt_h/2"/>
                                          </p:val>
                                        </p:tav>
                                        <p:tav tm="100000">
                                          <p:val>
                                            <p:strVal val="#ppt_y"/>
                                          </p:val>
                                        </p:tav>
                                      </p:tavLst>
                                    </p:anim>
                                  </p:childTnLst>
                                </p:cTn>
                              </p:par>
                            </p:childTnLst>
                          </p:cTn>
                        </p:par>
                        <p:par>
                          <p:cTn id="38" fill="hold">
                            <p:stCondLst>
                              <p:cond delay="3000"/>
                            </p:stCondLst>
                            <p:childTnLst>
                              <p:par>
                                <p:cTn id="39" presetID="23" presetClass="entr" presetSubtype="16" fill="hold" grpId="0" nodeType="afterEffect">
                                  <p:stCondLst>
                                    <p:cond delay="0"/>
                                  </p:stCondLst>
                                  <p:childTnLst>
                                    <p:set>
                                      <p:cBhvr>
                                        <p:cTn id="40" dur="1" fill="hold">
                                          <p:stCondLst>
                                            <p:cond delay="0"/>
                                          </p:stCondLst>
                                        </p:cTn>
                                        <p:tgtEl>
                                          <p:spTgt spid="38"/>
                                        </p:tgtEl>
                                        <p:attrNameLst>
                                          <p:attrName>style.visibility</p:attrName>
                                        </p:attrNameLst>
                                      </p:cBhvr>
                                      <p:to>
                                        <p:strVal val="visible"/>
                                      </p:to>
                                    </p:set>
                                    <p:anim calcmode="lin" valueType="num">
                                      <p:cBhvr>
                                        <p:cTn id="41" dur="500" fill="hold"/>
                                        <p:tgtEl>
                                          <p:spTgt spid="38"/>
                                        </p:tgtEl>
                                        <p:attrNameLst>
                                          <p:attrName>ppt_w</p:attrName>
                                        </p:attrNameLst>
                                      </p:cBhvr>
                                      <p:tavLst>
                                        <p:tav tm="0">
                                          <p:val>
                                            <p:fltVal val="0"/>
                                          </p:val>
                                        </p:tav>
                                        <p:tav tm="100000">
                                          <p:val>
                                            <p:strVal val="#ppt_w"/>
                                          </p:val>
                                        </p:tav>
                                      </p:tavLst>
                                    </p:anim>
                                    <p:anim calcmode="lin" valueType="num">
                                      <p:cBhvr>
                                        <p:cTn id="42" dur="500" fill="hold"/>
                                        <p:tgtEl>
                                          <p:spTgt spid="38"/>
                                        </p:tgtEl>
                                        <p:attrNameLst>
                                          <p:attrName>ppt_h</p:attrName>
                                        </p:attrNameLst>
                                      </p:cBhvr>
                                      <p:tavLst>
                                        <p:tav tm="0">
                                          <p:val>
                                            <p:fltVal val="0"/>
                                          </p:val>
                                        </p:tav>
                                        <p:tav tm="100000">
                                          <p:val>
                                            <p:strVal val="#ppt_h"/>
                                          </p:val>
                                        </p:tav>
                                      </p:tavLst>
                                    </p:anim>
                                  </p:childTnLst>
                                </p:cTn>
                              </p:par>
                            </p:childTnLst>
                          </p:cTn>
                        </p:par>
                        <p:par>
                          <p:cTn id="43" fill="hold">
                            <p:stCondLst>
                              <p:cond delay="3500"/>
                            </p:stCondLst>
                            <p:childTnLst>
                              <p:par>
                                <p:cTn id="44" presetID="10" presetClass="entr" presetSubtype="0" fill="hold" grpId="0" nodeType="afterEffect" nodePh="1">
                                  <p:stCondLst>
                                    <p:cond delay="0"/>
                                  </p:stCondLst>
                                  <p:endCondLst>
                                    <p:cond evt="begin" delay="0">
                                      <p:tn val="44"/>
                                    </p:cond>
                                  </p:endCondLst>
                                  <p:childTnLst>
                                    <p:set>
                                      <p:cBhvr>
                                        <p:cTn id="45" dur="1" fill="hold">
                                          <p:stCondLst>
                                            <p:cond delay="0"/>
                                          </p:stCondLst>
                                        </p:cTn>
                                        <p:tgtEl>
                                          <p:spTgt spid="41">
                                            <p:txEl>
                                              <p:pRg st="0" end="0"/>
                                            </p:txEl>
                                          </p:spTgt>
                                        </p:tgtEl>
                                        <p:attrNameLst>
                                          <p:attrName>style.visibility</p:attrName>
                                        </p:attrNameLst>
                                      </p:cBhvr>
                                      <p:to>
                                        <p:strVal val="visible"/>
                                      </p:to>
                                    </p:set>
                                    <p:animEffect transition="in" filter="fade">
                                      <p:cBhvr>
                                        <p:cTn id="46" dur="500"/>
                                        <p:tgtEl>
                                          <p:spTgt spid="41">
                                            <p:txEl>
                                              <p:pRg st="0" end="0"/>
                                            </p:txEl>
                                          </p:spTgt>
                                        </p:tgtEl>
                                      </p:cBhvr>
                                    </p:animEffect>
                                  </p:childTnLst>
                                </p:cTn>
                              </p:par>
                              <p:par>
                                <p:cTn id="47" presetID="10" presetClass="entr" presetSubtype="0" fill="hold" grpId="0" nodeType="withEffect" nodePh="1">
                                  <p:stCondLst>
                                    <p:cond delay="0"/>
                                  </p:stCondLst>
                                  <p:endCondLst>
                                    <p:cond evt="begin" delay="0">
                                      <p:tn val="47"/>
                                    </p:cond>
                                  </p:endCondLst>
                                  <p:childTnLst>
                                    <p:set>
                                      <p:cBhvr>
                                        <p:cTn id="48" dur="1" fill="hold">
                                          <p:stCondLst>
                                            <p:cond delay="0"/>
                                          </p:stCondLst>
                                        </p:cTn>
                                        <p:tgtEl>
                                          <p:spTgt spid="39">
                                            <p:txEl>
                                              <p:pRg st="0" end="0"/>
                                            </p:txEl>
                                          </p:spTgt>
                                        </p:tgtEl>
                                        <p:attrNameLst>
                                          <p:attrName>style.visibility</p:attrName>
                                        </p:attrNameLst>
                                      </p:cBhvr>
                                      <p:to>
                                        <p:strVal val="visible"/>
                                      </p:to>
                                    </p:set>
                                    <p:animEffect transition="in" filter="fade">
                                      <p:cBhvr>
                                        <p:cTn id="49" dur="500"/>
                                        <p:tgtEl>
                                          <p:spTgt spid="39">
                                            <p:txEl>
                                              <p:pRg st="0" end="0"/>
                                            </p:txEl>
                                          </p:spTgt>
                                        </p:tgtEl>
                                      </p:cBhvr>
                                    </p:animEffect>
                                  </p:childTnLst>
                                </p:cTn>
                              </p:par>
                            </p:childTnLst>
                          </p:cTn>
                        </p:par>
                        <p:par>
                          <p:cTn id="50" fill="hold">
                            <p:stCondLst>
                              <p:cond delay="4000"/>
                            </p:stCondLst>
                            <p:childTnLst>
                              <p:par>
                                <p:cTn id="51" presetID="2" presetClass="entr" presetSubtype="4" accel="50000" decel="50000" fill="hold" grpId="0" nodeType="afterEffect" nodePh="1">
                                  <p:stCondLst>
                                    <p:cond delay="0"/>
                                  </p:stCondLst>
                                  <p:endCondLst>
                                    <p:cond evt="begin" delay="0">
                                      <p:tn val="51"/>
                                    </p:cond>
                                  </p:endCondLst>
                                  <p:childTnLst>
                                    <p:set>
                                      <p:cBhvr>
                                        <p:cTn id="52" dur="1" fill="hold">
                                          <p:stCondLst>
                                            <p:cond delay="0"/>
                                          </p:stCondLst>
                                        </p:cTn>
                                        <p:tgtEl>
                                          <p:spTgt spid="40">
                                            <p:txEl>
                                              <p:pRg st="0" end="0"/>
                                            </p:txEl>
                                          </p:spTgt>
                                        </p:tgtEl>
                                        <p:attrNameLst>
                                          <p:attrName>style.visibility</p:attrName>
                                        </p:attrNameLst>
                                      </p:cBhvr>
                                      <p:to>
                                        <p:strVal val="visible"/>
                                      </p:to>
                                    </p:set>
                                    <p:anim calcmode="lin" valueType="num">
                                      <p:cBhvr additive="base">
                                        <p:cTn id="53" dur="500" fill="hold"/>
                                        <p:tgtEl>
                                          <p:spTgt spid="40">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0">
                                            <p:txEl>
                                              <p:pRg st="0" end="0"/>
                                            </p:txEl>
                                          </p:spTgt>
                                        </p:tgtEl>
                                        <p:attrNameLst>
                                          <p:attrName>ppt_y</p:attrName>
                                        </p:attrNameLst>
                                      </p:cBhvr>
                                      <p:tavLst>
                                        <p:tav tm="0">
                                          <p:val>
                                            <p:strVal val="1+#ppt_h/2"/>
                                          </p:val>
                                        </p:tav>
                                        <p:tav tm="100000">
                                          <p:val>
                                            <p:strVal val="#ppt_y"/>
                                          </p:val>
                                        </p:tav>
                                      </p:tavLst>
                                    </p:anim>
                                  </p:childTnLst>
                                </p:cTn>
                              </p:par>
                            </p:childTnLst>
                          </p:cTn>
                        </p:par>
                        <p:par>
                          <p:cTn id="55" fill="hold">
                            <p:stCondLst>
                              <p:cond delay="4500"/>
                            </p:stCondLst>
                            <p:childTnLst>
                              <p:par>
                                <p:cTn id="56" presetID="23" presetClass="entr" presetSubtype="16" fill="hold" grpId="0" nodeType="afterEffect">
                                  <p:stCondLst>
                                    <p:cond delay="0"/>
                                  </p:stCondLst>
                                  <p:childTnLst>
                                    <p:set>
                                      <p:cBhvr>
                                        <p:cTn id="57" dur="1" fill="hold">
                                          <p:stCondLst>
                                            <p:cond delay="0"/>
                                          </p:stCondLst>
                                        </p:cTn>
                                        <p:tgtEl>
                                          <p:spTgt spid="42"/>
                                        </p:tgtEl>
                                        <p:attrNameLst>
                                          <p:attrName>style.visibility</p:attrName>
                                        </p:attrNameLst>
                                      </p:cBhvr>
                                      <p:to>
                                        <p:strVal val="visible"/>
                                      </p:to>
                                    </p:set>
                                    <p:anim calcmode="lin" valueType="num">
                                      <p:cBhvr>
                                        <p:cTn id="58" dur="500" fill="hold"/>
                                        <p:tgtEl>
                                          <p:spTgt spid="42"/>
                                        </p:tgtEl>
                                        <p:attrNameLst>
                                          <p:attrName>ppt_w</p:attrName>
                                        </p:attrNameLst>
                                      </p:cBhvr>
                                      <p:tavLst>
                                        <p:tav tm="0">
                                          <p:val>
                                            <p:fltVal val="0"/>
                                          </p:val>
                                        </p:tav>
                                        <p:tav tm="100000">
                                          <p:val>
                                            <p:strVal val="#ppt_w"/>
                                          </p:val>
                                        </p:tav>
                                      </p:tavLst>
                                    </p:anim>
                                    <p:anim calcmode="lin" valueType="num">
                                      <p:cBhvr>
                                        <p:cTn id="59" dur="500" fill="hold"/>
                                        <p:tgtEl>
                                          <p:spTgt spid="42"/>
                                        </p:tgtEl>
                                        <p:attrNameLst>
                                          <p:attrName>ppt_h</p:attrName>
                                        </p:attrNameLst>
                                      </p:cBhvr>
                                      <p:tavLst>
                                        <p:tav tm="0">
                                          <p:val>
                                            <p:fltVal val="0"/>
                                          </p:val>
                                        </p:tav>
                                        <p:tav tm="100000">
                                          <p:val>
                                            <p:strVal val="#ppt_h"/>
                                          </p:val>
                                        </p:tav>
                                      </p:tavLst>
                                    </p:anim>
                                  </p:childTnLst>
                                </p:cTn>
                              </p:par>
                            </p:childTnLst>
                          </p:cTn>
                        </p:par>
                        <p:par>
                          <p:cTn id="60" fill="hold">
                            <p:stCondLst>
                              <p:cond delay="5000"/>
                            </p:stCondLst>
                            <p:childTnLst>
                              <p:par>
                                <p:cTn id="61" presetID="10" presetClass="entr" presetSubtype="0" fill="hold" grpId="0" nodeType="afterEffect" nodePh="1">
                                  <p:stCondLst>
                                    <p:cond delay="0"/>
                                  </p:stCondLst>
                                  <p:endCondLst>
                                    <p:cond evt="begin" delay="0">
                                      <p:tn val="61"/>
                                    </p:cond>
                                  </p:endCondLst>
                                  <p:childTnLst>
                                    <p:set>
                                      <p:cBhvr>
                                        <p:cTn id="62" dur="1" fill="hold">
                                          <p:stCondLst>
                                            <p:cond delay="0"/>
                                          </p:stCondLst>
                                        </p:cTn>
                                        <p:tgtEl>
                                          <p:spTgt spid="45">
                                            <p:txEl>
                                              <p:pRg st="0" end="0"/>
                                            </p:txEl>
                                          </p:spTgt>
                                        </p:tgtEl>
                                        <p:attrNameLst>
                                          <p:attrName>style.visibility</p:attrName>
                                        </p:attrNameLst>
                                      </p:cBhvr>
                                      <p:to>
                                        <p:strVal val="visible"/>
                                      </p:to>
                                    </p:set>
                                    <p:animEffect transition="in" filter="fade">
                                      <p:cBhvr>
                                        <p:cTn id="63" dur="500"/>
                                        <p:tgtEl>
                                          <p:spTgt spid="45">
                                            <p:txEl>
                                              <p:pRg st="0" end="0"/>
                                            </p:txEl>
                                          </p:spTgt>
                                        </p:tgtEl>
                                      </p:cBhvr>
                                    </p:animEffect>
                                  </p:childTnLst>
                                </p:cTn>
                              </p:par>
                              <p:par>
                                <p:cTn id="64" presetID="10" presetClass="entr" presetSubtype="0" fill="hold" grpId="0" nodeType="withEffect" nodePh="1">
                                  <p:stCondLst>
                                    <p:cond delay="0"/>
                                  </p:stCondLst>
                                  <p:endCondLst>
                                    <p:cond evt="begin" delay="0">
                                      <p:tn val="64"/>
                                    </p:cond>
                                  </p:endCondLst>
                                  <p:childTnLst>
                                    <p:set>
                                      <p:cBhvr>
                                        <p:cTn id="65" dur="1" fill="hold">
                                          <p:stCondLst>
                                            <p:cond delay="0"/>
                                          </p:stCondLst>
                                        </p:cTn>
                                        <p:tgtEl>
                                          <p:spTgt spid="43">
                                            <p:txEl>
                                              <p:pRg st="0" end="0"/>
                                            </p:txEl>
                                          </p:spTgt>
                                        </p:tgtEl>
                                        <p:attrNameLst>
                                          <p:attrName>style.visibility</p:attrName>
                                        </p:attrNameLst>
                                      </p:cBhvr>
                                      <p:to>
                                        <p:strVal val="visible"/>
                                      </p:to>
                                    </p:set>
                                    <p:animEffect transition="in" filter="fade">
                                      <p:cBhvr>
                                        <p:cTn id="66" dur="500"/>
                                        <p:tgtEl>
                                          <p:spTgt spid="43">
                                            <p:txEl>
                                              <p:pRg st="0" end="0"/>
                                            </p:txEl>
                                          </p:spTgt>
                                        </p:tgtEl>
                                      </p:cBhvr>
                                    </p:animEffect>
                                  </p:childTnLst>
                                </p:cTn>
                              </p:par>
                            </p:childTnLst>
                          </p:cTn>
                        </p:par>
                        <p:par>
                          <p:cTn id="67" fill="hold">
                            <p:stCondLst>
                              <p:cond delay="5500"/>
                            </p:stCondLst>
                            <p:childTnLst>
                              <p:par>
                                <p:cTn id="68" presetID="2" presetClass="entr" presetSubtype="4" accel="50000" decel="50000" fill="hold" grpId="0" nodeType="afterEffect" nodePh="1">
                                  <p:stCondLst>
                                    <p:cond delay="0"/>
                                  </p:stCondLst>
                                  <p:endCondLst>
                                    <p:cond evt="begin" delay="0">
                                      <p:tn val="68"/>
                                    </p:cond>
                                  </p:endCondLst>
                                  <p:childTnLst>
                                    <p:set>
                                      <p:cBhvr>
                                        <p:cTn id="69" dur="1" fill="hold">
                                          <p:stCondLst>
                                            <p:cond delay="0"/>
                                          </p:stCondLst>
                                        </p:cTn>
                                        <p:tgtEl>
                                          <p:spTgt spid="44">
                                            <p:txEl>
                                              <p:pRg st="0" end="0"/>
                                            </p:txEl>
                                          </p:spTgt>
                                        </p:tgtEl>
                                        <p:attrNameLst>
                                          <p:attrName>style.visibility</p:attrName>
                                        </p:attrNameLst>
                                      </p:cBhvr>
                                      <p:to>
                                        <p:strVal val="visible"/>
                                      </p:to>
                                    </p:set>
                                    <p:anim calcmode="lin" valueType="num">
                                      <p:cBhvr additive="base">
                                        <p:cTn id="70" dur="500" fill="hold"/>
                                        <p:tgtEl>
                                          <p:spTgt spid="44">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4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31" grpId="0" build="p">
        <p:tmplLst>
          <p:tmpl lvl="1">
            <p:tnLst>
              <p:par>
                <p:cTn presetID="10" presetClass="entr" presetSubtype="0" fill="hold" nodeType="withEffect" nodePh="1">
                  <p:stCondLst>
                    <p:cond delay="0"/>
                  </p:stCondLst>
                  <p:endCondLst>
                    <p:cond evt="begin" delay="0"/>
                  </p:end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build="p">
        <p:tmplLst>
          <p:tmpl lvl="1">
            <p:tnLst>
              <p:par>
                <p:cTn presetID="2" presetClass="entr" presetSubtype="4" accel="50000" decel="50000" fill="hold" nodeType="afterEffect" nodePh="1">
                  <p:stCondLst>
                    <p:cond delay="0"/>
                  </p:stCondLst>
                  <p:endCondLst>
                    <p:cond evt="begin" delay="0"/>
                  </p:end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build="p">
        <p:tmplLst>
          <p:tmpl lvl="1">
            <p:tnLst>
              <p:par>
                <p:cTn presetID="10" presetClass="entr" presetSubtype="0" fill="hold" nodeType="afterEffect" nodePh="1">
                  <p:stCondLst>
                    <p:cond delay="0"/>
                  </p:stCondLst>
                  <p:endCondLst>
                    <p:cond evt="begin" delay="0"/>
                  </p:end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animBg="1"/>
      <p:bldP spid="35" grpId="0" build="p">
        <p:tmplLst>
          <p:tmpl lvl="1">
            <p:tnLst>
              <p:par>
                <p:cTn presetID="10" presetClass="entr" presetSubtype="0" fill="hold" nodeType="withEffect" nodePh="1">
                  <p:stCondLst>
                    <p:cond delay="0"/>
                  </p:stCondLst>
                  <p:endCondLst>
                    <p:cond evt="begin" delay="0"/>
                  </p:end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p:tmplLst>
          <p:tmpl lvl="1">
            <p:tnLst>
              <p:par>
                <p:cTn presetID="2" presetClass="entr" presetSubtype="4" accel="50000" decel="50000" fill="hold" nodeType="afterEffect" nodePh="1">
                  <p:stCondLst>
                    <p:cond delay="0"/>
                  </p:stCondLst>
                  <p:endCondLst>
                    <p:cond evt="begin" delay="0"/>
                  </p:end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ppt_x"/>
                          </p:val>
                        </p:tav>
                        <p:tav tm="100000">
                          <p:val>
                            <p:strVal val="#ppt_x"/>
                          </p:val>
                        </p:tav>
                      </p:tavLst>
                    </p:anim>
                    <p:anim calcmode="lin" valueType="num">
                      <p:cBhvr additive="base">
                        <p:cTn dur="500" fill="hold"/>
                        <p:tgtEl>
                          <p:spTgt spid="36"/>
                        </p:tgtEl>
                        <p:attrNameLst>
                          <p:attrName>ppt_y</p:attrName>
                        </p:attrNameLst>
                      </p:cBhvr>
                      <p:tavLst>
                        <p:tav tm="0">
                          <p:val>
                            <p:strVal val="1+#ppt_h/2"/>
                          </p:val>
                        </p:tav>
                        <p:tav tm="100000">
                          <p:val>
                            <p:strVal val="#ppt_y"/>
                          </p:val>
                        </p:tav>
                      </p:tavLst>
                    </p:anim>
                  </p:childTnLst>
                </p:cTn>
              </p:par>
            </p:tnLst>
          </p:tmpl>
        </p:tmplLst>
      </p:bldP>
      <p:bldP spid="37" grpId="0" build="p">
        <p:tmplLst>
          <p:tmpl lvl="1">
            <p:tnLst>
              <p:par>
                <p:cTn presetID="10" presetClass="entr" presetSubtype="0" fill="hold" nodeType="afterEffect" nodePh="1">
                  <p:stCondLst>
                    <p:cond delay="0"/>
                  </p:stCondLst>
                  <p:endCondLst>
                    <p:cond evt="begin" delay="0"/>
                  </p:end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animBg="1"/>
      <p:bldP spid="39" grpId="0" build="p">
        <p:tmplLst>
          <p:tmpl lvl="1">
            <p:tnLst>
              <p:par>
                <p:cTn presetID="10" presetClass="entr" presetSubtype="0" fill="hold" nodeType="withEffect" nodePh="1">
                  <p:stCondLst>
                    <p:cond delay="0"/>
                  </p:stCondLst>
                  <p:endCondLst>
                    <p:cond evt="begin" delay="0"/>
                  </p:end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p:tmplLst>
          <p:tmpl lvl="1">
            <p:tnLst>
              <p:par>
                <p:cTn presetID="2" presetClass="entr" presetSubtype="4" accel="50000" decel="50000" fill="hold" nodeType="afterEffect" nodePh="1">
                  <p:stCondLst>
                    <p:cond delay="0"/>
                  </p:stCondLst>
                  <p:endCondLst>
                    <p:cond evt="begin" delay="0"/>
                  </p:endCondLst>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ppt_x"/>
                          </p:val>
                        </p:tav>
                        <p:tav tm="100000">
                          <p:val>
                            <p:strVal val="#ppt_x"/>
                          </p:val>
                        </p:tav>
                      </p:tavLst>
                    </p:anim>
                    <p:anim calcmode="lin" valueType="num">
                      <p:cBhvr additive="base">
                        <p:cTn dur="500" fill="hold"/>
                        <p:tgtEl>
                          <p:spTgt spid="40"/>
                        </p:tgtEl>
                        <p:attrNameLst>
                          <p:attrName>ppt_y</p:attrName>
                        </p:attrNameLst>
                      </p:cBhvr>
                      <p:tavLst>
                        <p:tav tm="0">
                          <p:val>
                            <p:strVal val="1+#ppt_h/2"/>
                          </p:val>
                        </p:tav>
                        <p:tav tm="100000">
                          <p:val>
                            <p:strVal val="#ppt_y"/>
                          </p:val>
                        </p:tav>
                      </p:tavLst>
                    </p:anim>
                  </p:childTnLst>
                </p:cTn>
              </p:par>
            </p:tnLst>
          </p:tmpl>
        </p:tmplLst>
      </p:bldP>
      <p:bldP spid="41" grpId="0" build="p">
        <p:tmplLst>
          <p:tmpl lvl="1">
            <p:tnLst>
              <p:par>
                <p:cTn presetID="10" presetClass="entr" presetSubtype="0" fill="hold" nodeType="afterEffect" nodePh="1">
                  <p:stCondLst>
                    <p:cond delay="0"/>
                  </p:stCondLst>
                  <p:endCondLst>
                    <p:cond evt="begin" delay="0"/>
                  </p:end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animBg="1"/>
      <p:bldP spid="43" grpId="0" build="p">
        <p:tmplLst>
          <p:tmpl lvl="1">
            <p:tnLst>
              <p:par>
                <p:cTn presetID="10" presetClass="entr" presetSubtype="0" fill="hold" nodeType="withEffect" nodePh="1">
                  <p:stCondLst>
                    <p:cond delay="0"/>
                  </p:stCondLst>
                  <p:endCondLst>
                    <p:cond evt="begin" delay="0"/>
                  </p:end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2" presetClass="entr" presetSubtype="4" accel="50000" decel="50000" fill="hold" nodeType="afterEffect" nodePh="1">
                  <p:stCondLst>
                    <p:cond delay="0"/>
                  </p:stCondLst>
                  <p:endCondLst>
                    <p:cond evt="begin" delay="0"/>
                  </p:end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ppt_x"/>
                          </p:val>
                        </p:tav>
                        <p:tav tm="100000">
                          <p:val>
                            <p:strVal val="#ppt_x"/>
                          </p:val>
                        </p:tav>
                      </p:tavLst>
                    </p:anim>
                    <p:anim calcmode="lin" valueType="num">
                      <p:cBhvr additive="base">
                        <p:cTn dur="500" fill="hold"/>
                        <p:tgtEl>
                          <p:spTgt spid="44"/>
                        </p:tgtEl>
                        <p:attrNameLst>
                          <p:attrName>ppt_y</p:attrName>
                        </p:attrNameLst>
                      </p:cBhvr>
                      <p:tavLst>
                        <p:tav tm="0">
                          <p:val>
                            <p:strVal val="1+#ppt_h/2"/>
                          </p:val>
                        </p:tav>
                        <p:tav tm="100000">
                          <p:val>
                            <p:strVal val="#ppt_y"/>
                          </p:val>
                        </p:tav>
                      </p:tavLst>
                    </p:anim>
                  </p:childTnLst>
                </p:cTn>
              </p:par>
            </p:tnLst>
          </p:tmpl>
        </p:tmplLst>
      </p:bldP>
      <p:bldP spid="45" grpId="0" build="p">
        <p:tmplLst>
          <p:tmpl lvl="1">
            <p:tnLst>
              <p:par>
                <p:cTn presetID="10" presetClass="entr" presetSubtype="0" fill="hold" nodeType="afterEffect" nodePh="1">
                  <p:stCondLst>
                    <p:cond delay="0"/>
                  </p:stCondLst>
                  <p:endCondLst>
                    <p:cond evt="begin" delay="0"/>
                  </p:end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17871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Image Layouts">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6048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team.">
    <p:spTree>
      <p:nvGrpSpPr>
        <p:cNvPr id="1" name=""/>
        <p:cNvGrpSpPr/>
        <p:nvPr/>
      </p:nvGrpSpPr>
      <p:grpSpPr>
        <a:xfrm>
          <a:off x="0" y="0"/>
          <a:ext cx="0" cy="0"/>
          <a:chOff x="0" y="0"/>
          <a:chExt cx="0" cy="0"/>
        </a:xfrm>
      </p:grpSpPr>
      <p:sp>
        <p:nvSpPr>
          <p:cNvPr id="17" name="Rectangle 16"/>
          <p:cNvSpPr/>
          <p:nvPr userDrawn="1"/>
        </p:nvSpPr>
        <p:spPr bwMode="auto">
          <a:xfrm>
            <a:off x="4175" y="950558"/>
            <a:ext cx="9155430" cy="5569381"/>
          </a:xfrm>
          <a:prstGeom prst="rect">
            <a:avLst/>
          </a:prstGeom>
          <a:solidFill>
            <a:srgbClr val="2F5698">
              <a:alpha val="75000"/>
            </a:srgbClr>
          </a:solidFill>
          <a:ln w="63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sp>
        <p:nvSpPr>
          <p:cNvPr id="117" name="Text Placeholder 3"/>
          <p:cNvSpPr>
            <a:spLocks noGrp="1"/>
          </p:cNvSpPr>
          <p:nvPr userDrawn="1">
            <p:ph type="body" sz="half" idx="51"/>
          </p:nvPr>
        </p:nvSpPr>
        <p:spPr>
          <a:xfrm>
            <a:off x="923925" y="1905653"/>
            <a:ext cx="1600200" cy="257040"/>
          </a:xfrm>
          <a:prstGeom prst="rect">
            <a:avLst/>
          </a:prstGeom>
        </p:spPr>
        <p:txBody>
          <a:bodyPr wrap="square" lIns="0" tIns="0" rIns="0" bIns="0" anchor="ctr">
            <a:noAutofit/>
          </a:bodyPr>
          <a:lstStyle>
            <a:lvl1pPr marL="0" indent="0" algn="r" rtl="0">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118" name="Text Placeholder 3"/>
          <p:cNvSpPr>
            <a:spLocks noGrp="1"/>
          </p:cNvSpPr>
          <p:nvPr userDrawn="1">
            <p:ph type="body" sz="half" idx="57"/>
          </p:nvPr>
        </p:nvSpPr>
        <p:spPr>
          <a:xfrm>
            <a:off x="6610350" y="1905653"/>
            <a:ext cx="1600200" cy="257040"/>
          </a:xfrm>
          <a:prstGeom prst="rect">
            <a:avLst/>
          </a:prstGeom>
        </p:spPr>
        <p:txBody>
          <a:bodyPr wrap="square" lIns="0" tIns="0" rIns="0" bIns="0" anchor="ctr">
            <a:noAutofit/>
          </a:bodyPr>
          <a:lstStyle>
            <a:lvl1pPr marL="0" indent="0" algn="l" rtl="0">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122" name="Picture Placeholder 7"/>
          <p:cNvSpPr>
            <a:spLocks noGrp="1"/>
          </p:cNvSpPr>
          <p:nvPr>
            <p:ph type="pic" sz="quarter" idx="53" hasCustomPrompt="1"/>
          </p:nvPr>
        </p:nvSpPr>
        <p:spPr>
          <a:xfrm>
            <a:off x="2797918" y="1648944"/>
            <a:ext cx="1693164" cy="2257552"/>
          </a:xfrm>
          <a:prstGeom prst="ellipse">
            <a:avLst/>
          </a:prstGeom>
          <a:ln w="57150">
            <a:solidFill>
              <a:schemeClr val="bg1">
                <a:lumMod val="65000"/>
              </a:schemeClr>
            </a:solidFill>
          </a:ln>
          <a:effectLst>
            <a:innerShdw blurRad="114300">
              <a:prstClr val="black"/>
            </a:inn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123" name="Picture Placeholder 7"/>
          <p:cNvSpPr>
            <a:spLocks noGrp="1"/>
          </p:cNvSpPr>
          <p:nvPr>
            <p:ph type="pic" sz="quarter" idx="58" hasCustomPrompt="1"/>
          </p:nvPr>
        </p:nvSpPr>
        <p:spPr>
          <a:xfrm>
            <a:off x="4652918" y="1648944"/>
            <a:ext cx="1693164" cy="2257552"/>
          </a:xfrm>
          <a:prstGeom prst="ellipse">
            <a:avLst/>
          </a:prstGeom>
          <a:ln w="57150">
            <a:solidFill>
              <a:schemeClr val="bg1">
                <a:lumMod val="65000"/>
              </a:schemeClr>
            </a:solidFill>
          </a:ln>
          <a:effectLst>
            <a:innerShdw blurRad="114300">
              <a:prstClr val="black"/>
            </a:inn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198" name="Text Placeholder 3"/>
          <p:cNvSpPr>
            <a:spLocks noGrp="1"/>
          </p:cNvSpPr>
          <p:nvPr>
            <p:ph type="body" sz="half" idx="59"/>
          </p:nvPr>
        </p:nvSpPr>
        <p:spPr>
          <a:xfrm>
            <a:off x="923925" y="4384863"/>
            <a:ext cx="1600200" cy="257040"/>
          </a:xfrm>
          <a:prstGeom prst="rect">
            <a:avLst/>
          </a:prstGeom>
        </p:spPr>
        <p:txBody>
          <a:bodyPr wrap="square" lIns="0" tIns="0" rIns="0" bIns="0" anchor="ctr">
            <a:noAutofit/>
          </a:bodyPr>
          <a:lstStyle>
            <a:lvl1pPr marL="0" indent="0" algn="r" rtl="0">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199" name="Text Placeholder 3"/>
          <p:cNvSpPr>
            <a:spLocks noGrp="1"/>
          </p:cNvSpPr>
          <p:nvPr>
            <p:ph type="body" sz="half" idx="60"/>
          </p:nvPr>
        </p:nvSpPr>
        <p:spPr>
          <a:xfrm>
            <a:off x="6610350" y="4384863"/>
            <a:ext cx="1600200" cy="257040"/>
          </a:xfrm>
          <a:prstGeom prst="rect">
            <a:avLst/>
          </a:prstGeom>
        </p:spPr>
        <p:txBody>
          <a:bodyPr wrap="square" lIns="0" tIns="0" rIns="0" bIns="0" anchor="ctr">
            <a:noAutofit/>
          </a:bodyPr>
          <a:lstStyle>
            <a:lvl1pPr marL="0" indent="0" algn="l" rtl="0">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200" name="Picture Placeholder 7"/>
          <p:cNvSpPr>
            <a:spLocks noGrp="1"/>
          </p:cNvSpPr>
          <p:nvPr>
            <p:ph type="pic" sz="quarter" idx="61" hasCustomPrompt="1"/>
          </p:nvPr>
        </p:nvSpPr>
        <p:spPr>
          <a:xfrm>
            <a:off x="2797918" y="4128153"/>
            <a:ext cx="1693164" cy="2257552"/>
          </a:xfrm>
          <a:prstGeom prst="ellipse">
            <a:avLst/>
          </a:prstGeom>
          <a:ln w="57150">
            <a:solidFill>
              <a:schemeClr val="bg1">
                <a:lumMod val="65000"/>
              </a:schemeClr>
            </a:solidFill>
          </a:ln>
          <a:effectLst>
            <a:innerShdw blurRad="114300">
              <a:prstClr val="black"/>
            </a:inn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201" name="Picture Placeholder 7"/>
          <p:cNvSpPr>
            <a:spLocks noGrp="1"/>
          </p:cNvSpPr>
          <p:nvPr>
            <p:ph type="pic" sz="quarter" idx="62" hasCustomPrompt="1"/>
          </p:nvPr>
        </p:nvSpPr>
        <p:spPr>
          <a:xfrm>
            <a:off x="4652918" y="4128153"/>
            <a:ext cx="1693164" cy="2257552"/>
          </a:xfrm>
          <a:prstGeom prst="ellipse">
            <a:avLst/>
          </a:prstGeom>
          <a:ln w="57150">
            <a:solidFill>
              <a:schemeClr val="bg1">
                <a:lumMod val="65000"/>
              </a:schemeClr>
            </a:solidFill>
          </a:ln>
          <a:effectLst>
            <a:innerShdw blurRad="114300">
              <a:prstClr val="black"/>
            </a:inn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86828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1000"/>
                                        <p:tgtEl>
                                          <p:spTgt spid="17"/>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22"/>
                                        </p:tgtEl>
                                        <p:attrNameLst>
                                          <p:attrName>style.visibility</p:attrName>
                                        </p:attrNameLst>
                                      </p:cBhvr>
                                      <p:to>
                                        <p:strVal val="visible"/>
                                      </p:to>
                                    </p:set>
                                    <p:anim calcmode="lin" valueType="num">
                                      <p:cBhvr>
                                        <p:cTn id="11" dur="1000" fill="hold"/>
                                        <p:tgtEl>
                                          <p:spTgt spid="122"/>
                                        </p:tgtEl>
                                        <p:attrNameLst>
                                          <p:attrName>ppt_w</p:attrName>
                                        </p:attrNameLst>
                                      </p:cBhvr>
                                      <p:tavLst>
                                        <p:tav tm="0">
                                          <p:val>
                                            <p:fltVal val="0"/>
                                          </p:val>
                                        </p:tav>
                                        <p:tav tm="100000">
                                          <p:val>
                                            <p:strVal val="#ppt_w"/>
                                          </p:val>
                                        </p:tav>
                                      </p:tavLst>
                                    </p:anim>
                                    <p:anim calcmode="lin" valueType="num">
                                      <p:cBhvr>
                                        <p:cTn id="12" dur="1000" fill="hold"/>
                                        <p:tgtEl>
                                          <p:spTgt spid="122"/>
                                        </p:tgtEl>
                                        <p:attrNameLst>
                                          <p:attrName>ppt_h</p:attrName>
                                        </p:attrNameLst>
                                      </p:cBhvr>
                                      <p:tavLst>
                                        <p:tav tm="0">
                                          <p:val>
                                            <p:fltVal val="0"/>
                                          </p:val>
                                        </p:tav>
                                        <p:tav tm="100000">
                                          <p:val>
                                            <p:strVal val="#ppt_h"/>
                                          </p:val>
                                        </p:tav>
                                      </p:tavLst>
                                    </p:anim>
                                    <p:anim calcmode="lin" valueType="num">
                                      <p:cBhvr>
                                        <p:cTn id="13" dur="1000" fill="hold"/>
                                        <p:tgtEl>
                                          <p:spTgt spid="122"/>
                                        </p:tgtEl>
                                        <p:attrNameLst>
                                          <p:attrName>style.rotation</p:attrName>
                                        </p:attrNameLst>
                                      </p:cBhvr>
                                      <p:tavLst>
                                        <p:tav tm="0">
                                          <p:val>
                                            <p:fltVal val="90"/>
                                          </p:val>
                                        </p:tav>
                                        <p:tav tm="100000">
                                          <p:val>
                                            <p:fltVal val="0"/>
                                          </p:val>
                                        </p:tav>
                                      </p:tavLst>
                                    </p:anim>
                                    <p:animEffect transition="in" filter="fade">
                                      <p:cBhvr>
                                        <p:cTn id="14" dur="1000"/>
                                        <p:tgtEl>
                                          <p:spTgt spid="122"/>
                                        </p:tgtEl>
                                      </p:cBhvr>
                                    </p:animEffect>
                                  </p:childTnLst>
                                </p:cTn>
                              </p:par>
                            </p:childTnLst>
                          </p:cTn>
                        </p:par>
                        <p:par>
                          <p:cTn id="15" fill="hold">
                            <p:stCondLst>
                              <p:cond delay="2000"/>
                            </p:stCondLst>
                            <p:childTnLst>
                              <p:par>
                                <p:cTn id="16" presetID="31" presetClass="entr" presetSubtype="0" fill="hold" grpId="0" nodeType="afterEffect">
                                  <p:stCondLst>
                                    <p:cond delay="0"/>
                                  </p:stCondLst>
                                  <p:childTnLst>
                                    <p:set>
                                      <p:cBhvr>
                                        <p:cTn id="17" dur="1" fill="hold">
                                          <p:stCondLst>
                                            <p:cond delay="0"/>
                                          </p:stCondLst>
                                        </p:cTn>
                                        <p:tgtEl>
                                          <p:spTgt spid="123"/>
                                        </p:tgtEl>
                                        <p:attrNameLst>
                                          <p:attrName>style.visibility</p:attrName>
                                        </p:attrNameLst>
                                      </p:cBhvr>
                                      <p:to>
                                        <p:strVal val="visible"/>
                                      </p:to>
                                    </p:set>
                                    <p:anim calcmode="lin" valueType="num">
                                      <p:cBhvr>
                                        <p:cTn id="18" dur="1000" fill="hold"/>
                                        <p:tgtEl>
                                          <p:spTgt spid="123"/>
                                        </p:tgtEl>
                                        <p:attrNameLst>
                                          <p:attrName>ppt_w</p:attrName>
                                        </p:attrNameLst>
                                      </p:cBhvr>
                                      <p:tavLst>
                                        <p:tav tm="0">
                                          <p:val>
                                            <p:fltVal val="0"/>
                                          </p:val>
                                        </p:tav>
                                        <p:tav tm="100000">
                                          <p:val>
                                            <p:strVal val="#ppt_w"/>
                                          </p:val>
                                        </p:tav>
                                      </p:tavLst>
                                    </p:anim>
                                    <p:anim calcmode="lin" valueType="num">
                                      <p:cBhvr>
                                        <p:cTn id="19" dur="1000" fill="hold"/>
                                        <p:tgtEl>
                                          <p:spTgt spid="123"/>
                                        </p:tgtEl>
                                        <p:attrNameLst>
                                          <p:attrName>ppt_h</p:attrName>
                                        </p:attrNameLst>
                                      </p:cBhvr>
                                      <p:tavLst>
                                        <p:tav tm="0">
                                          <p:val>
                                            <p:fltVal val="0"/>
                                          </p:val>
                                        </p:tav>
                                        <p:tav tm="100000">
                                          <p:val>
                                            <p:strVal val="#ppt_h"/>
                                          </p:val>
                                        </p:tav>
                                      </p:tavLst>
                                    </p:anim>
                                    <p:anim calcmode="lin" valueType="num">
                                      <p:cBhvr>
                                        <p:cTn id="20" dur="1000" fill="hold"/>
                                        <p:tgtEl>
                                          <p:spTgt spid="123"/>
                                        </p:tgtEl>
                                        <p:attrNameLst>
                                          <p:attrName>style.rotation</p:attrName>
                                        </p:attrNameLst>
                                      </p:cBhvr>
                                      <p:tavLst>
                                        <p:tav tm="0">
                                          <p:val>
                                            <p:fltVal val="90"/>
                                          </p:val>
                                        </p:tav>
                                        <p:tav tm="100000">
                                          <p:val>
                                            <p:fltVal val="0"/>
                                          </p:val>
                                        </p:tav>
                                      </p:tavLst>
                                    </p:anim>
                                    <p:animEffect transition="in" filter="fade">
                                      <p:cBhvr>
                                        <p:cTn id="21" dur="1000"/>
                                        <p:tgtEl>
                                          <p:spTgt spid="123"/>
                                        </p:tgtEl>
                                      </p:cBhvr>
                                    </p:animEffect>
                                  </p:childTnLst>
                                </p:cTn>
                              </p:par>
                            </p:childTnLst>
                          </p:cTn>
                        </p:par>
                        <p:par>
                          <p:cTn id="22" fill="hold">
                            <p:stCondLst>
                              <p:cond delay="3000"/>
                            </p:stCondLst>
                            <p:childTnLst>
                              <p:par>
                                <p:cTn id="23" presetID="31" presetClass="entr" presetSubtype="0" fill="hold" grpId="0" nodeType="afterEffect">
                                  <p:stCondLst>
                                    <p:cond delay="0"/>
                                  </p:stCondLst>
                                  <p:childTnLst>
                                    <p:set>
                                      <p:cBhvr>
                                        <p:cTn id="24" dur="1" fill="hold">
                                          <p:stCondLst>
                                            <p:cond delay="0"/>
                                          </p:stCondLst>
                                        </p:cTn>
                                        <p:tgtEl>
                                          <p:spTgt spid="200"/>
                                        </p:tgtEl>
                                        <p:attrNameLst>
                                          <p:attrName>style.visibility</p:attrName>
                                        </p:attrNameLst>
                                      </p:cBhvr>
                                      <p:to>
                                        <p:strVal val="visible"/>
                                      </p:to>
                                    </p:set>
                                    <p:anim calcmode="lin" valueType="num">
                                      <p:cBhvr>
                                        <p:cTn id="25" dur="1000" fill="hold"/>
                                        <p:tgtEl>
                                          <p:spTgt spid="200"/>
                                        </p:tgtEl>
                                        <p:attrNameLst>
                                          <p:attrName>ppt_w</p:attrName>
                                        </p:attrNameLst>
                                      </p:cBhvr>
                                      <p:tavLst>
                                        <p:tav tm="0">
                                          <p:val>
                                            <p:fltVal val="0"/>
                                          </p:val>
                                        </p:tav>
                                        <p:tav tm="100000">
                                          <p:val>
                                            <p:strVal val="#ppt_w"/>
                                          </p:val>
                                        </p:tav>
                                      </p:tavLst>
                                    </p:anim>
                                    <p:anim calcmode="lin" valueType="num">
                                      <p:cBhvr>
                                        <p:cTn id="26" dur="1000" fill="hold"/>
                                        <p:tgtEl>
                                          <p:spTgt spid="200"/>
                                        </p:tgtEl>
                                        <p:attrNameLst>
                                          <p:attrName>ppt_h</p:attrName>
                                        </p:attrNameLst>
                                      </p:cBhvr>
                                      <p:tavLst>
                                        <p:tav tm="0">
                                          <p:val>
                                            <p:fltVal val="0"/>
                                          </p:val>
                                        </p:tav>
                                        <p:tav tm="100000">
                                          <p:val>
                                            <p:strVal val="#ppt_h"/>
                                          </p:val>
                                        </p:tav>
                                      </p:tavLst>
                                    </p:anim>
                                    <p:anim calcmode="lin" valueType="num">
                                      <p:cBhvr>
                                        <p:cTn id="27" dur="1000" fill="hold"/>
                                        <p:tgtEl>
                                          <p:spTgt spid="200"/>
                                        </p:tgtEl>
                                        <p:attrNameLst>
                                          <p:attrName>style.rotation</p:attrName>
                                        </p:attrNameLst>
                                      </p:cBhvr>
                                      <p:tavLst>
                                        <p:tav tm="0">
                                          <p:val>
                                            <p:fltVal val="90"/>
                                          </p:val>
                                        </p:tav>
                                        <p:tav tm="100000">
                                          <p:val>
                                            <p:fltVal val="0"/>
                                          </p:val>
                                        </p:tav>
                                      </p:tavLst>
                                    </p:anim>
                                    <p:animEffect transition="in" filter="fade">
                                      <p:cBhvr>
                                        <p:cTn id="28" dur="1000"/>
                                        <p:tgtEl>
                                          <p:spTgt spid="200"/>
                                        </p:tgtEl>
                                      </p:cBhvr>
                                    </p:animEffect>
                                  </p:childTnLst>
                                </p:cTn>
                              </p:par>
                            </p:childTnLst>
                          </p:cTn>
                        </p:par>
                        <p:par>
                          <p:cTn id="29" fill="hold">
                            <p:stCondLst>
                              <p:cond delay="4000"/>
                            </p:stCondLst>
                            <p:childTnLst>
                              <p:par>
                                <p:cTn id="30" presetID="31" presetClass="entr" presetSubtype="0" fill="hold" grpId="0" nodeType="afterEffect">
                                  <p:stCondLst>
                                    <p:cond delay="0"/>
                                  </p:stCondLst>
                                  <p:childTnLst>
                                    <p:set>
                                      <p:cBhvr>
                                        <p:cTn id="31" dur="1" fill="hold">
                                          <p:stCondLst>
                                            <p:cond delay="0"/>
                                          </p:stCondLst>
                                        </p:cTn>
                                        <p:tgtEl>
                                          <p:spTgt spid="201"/>
                                        </p:tgtEl>
                                        <p:attrNameLst>
                                          <p:attrName>style.visibility</p:attrName>
                                        </p:attrNameLst>
                                      </p:cBhvr>
                                      <p:to>
                                        <p:strVal val="visible"/>
                                      </p:to>
                                    </p:set>
                                    <p:anim calcmode="lin" valueType="num">
                                      <p:cBhvr>
                                        <p:cTn id="32" dur="1000" fill="hold"/>
                                        <p:tgtEl>
                                          <p:spTgt spid="201"/>
                                        </p:tgtEl>
                                        <p:attrNameLst>
                                          <p:attrName>ppt_w</p:attrName>
                                        </p:attrNameLst>
                                      </p:cBhvr>
                                      <p:tavLst>
                                        <p:tav tm="0">
                                          <p:val>
                                            <p:fltVal val="0"/>
                                          </p:val>
                                        </p:tav>
                                        <p:tav tm="100000">
                                          <p:val>
                                            <p:strVal val="#ppt_w"/>
                                          </p:val>
                                        </p:tav>
                                      </p:tavLst>
                                    </p:anim>
                                    <p:anim calcmode="lin" valueType="num">
                                      <p:cBhvr>
                                        <p:cTn id="33" dur="1000" fill="hold"/>
                                        <p:tgtEl>
                                          <p:spTgt spid="201"/>
                                        </p:tgtEl>
                                        <p:attrNameLst>
                                          <p:attrName>ppt_h</p:attrName>
                                        </p:attrNameLst>
                                      </p:cBhvr>
                                      <p:tavLst>
                                        <p:tav tm="0">
                                          <p:val>
                                            <p:fltVal val="0"/>
                                          </p:val>
                                        </p:tav>
                                        <p:tav tm="100000">
                                          <p:val>
                                            <p:strVal val="#ppt_h"/>
                                          </p:val>
                                        </p:tav>
                                      </p:tavLst>
                                    </p:anim>
                                    <p:anim calcmode="lin" valueType="num">
                                      <p:cBhvr>
                                        <p:cTn id="34" dur="1000" fill="hold"/>
                                        <p:tgtEl>
                                          <p:spTgt spid="201"/>
                                        </p:tgtEl>
                                        <p:attrNameLst>
                                          <p:attrName>style.rotation</p:attrName>
                                        </p:attrNameLst>
                                      </p:cBhvr>
                                      <p:tavLst>
                                        <p:tav tm="0">
                                          <p:val>
                                            <p:fltVal val="90"/>
                                          </p:val>
                                        </p:tav>
                                        <p:tav tm="100000">
                                          <p:val>
                                            <p:fltVal val="0"/>
                                          </p:val>
                                        </p:tav>
                                      </p:tavLst>
                                    </p:anim>
                                    <p:animEffect transition="in" filter="fade">
                                      <p:cBhvr>
                                        <p:cTn id="35" dur="10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22" grpId="0" animBg="1"/>
      <p:bldP spid="123" grpId="0" animBg="1"/>
      <p:bldP spid="200" grpId="0" animBg="1"/>
      <p:bldP spid="201"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
    <p:spTree>
      <p:nvGrpSpPr>
        <p:cNvPr id="1" name=""/>
        <p:cNvGrpSpPr/>
        <p:nvPr/>
      </p:nvGrpSpPr>
      <p:grpSpPr>
        <a:xfrm>
          <a:off x="0" y="0"/>
          <a:ext cx="0" cy="0"/>
          <a:chOff x="0" y="0"/>
          <a:chExt cx="0" cy="0"/>
        </a:xfrm>
      </p:grpSpPr>
      <p:sp>
        <p:nvSpPr>
          <p:cNvPr id="6" name="Номер слайда 5"/>
          <p:cNvSpPr>
            <a:spLocks noGrp="1"/>
          </p:cNvSpPr>
          <p:nvPr>
            <p:ph type="sldNum" sz="quarter" idx="12"/>
          </p:nvPr>
        </p:nvSpPr>
        <p:spPr>
          <a:xfrm>
            <a:off x="8102112" y="6286016"/>
            <a:ext cx="413239" cy="365125"/>
          </a:xfrm>
          <a:prstGeom prst="rect">
            <a:avLst/>
          </a:prstGeom>
        </p:spPr>
        <p:txBody>
          <a:bodyPr/>
          <a:lstStyle/>
          <a:p>
            <a:fld id="{C73A5C34-6B76-4AF1-BC39-A0EE85CE817B}" type="slidenum">
              <a:rPr lang="ru-RU" smtClean="0"/>
              <a:t>‹#›</a:t>
            </a:fld>
            <a:endParaRPr lang="ru-RU"/>
          </a:p>
        </p:txBody>
      </p:sp>
      <p:sp>
        <p:nvSpPr>
          <p:cNvPr id="11" name="Рисунок 3"/>
          <p:cNvSpPr>
            <a:spLocks noGrp="1"/>
          </p:cNvSpPr>
          <p:nvPr>
            <p:ph type="pic" sz="quarter" idx="16"/>
          </p:nvPr>
        </p:nvSpPr>
        <p:spPr>
          <a:xfrm>
            <a:off x="6659165" y="1721785"/>
            <a:ext cx="1856184" cy="2473325"/>
          </a:xfrm>
          <a:prstGeom prst="rect">
            <a:avLst/>
          </a:prstGeom>
        </p:spPr>
        <p:txBody>
          <a:bodyPr/>
          <a:lstStyle/>
          <a:p>
            <a:endParaRPr lang="ru-RU"/>
          </a:p>
        </p:txBody>
      </p:sp>
      <p:sp>
        <p:nvSpPr>
          <p:cNvPr id="4" name="Рисунок 3"/>
          <p:cNvSpPr>
            <a:spLocks noGrp="1"/>
          </p:cNvSpPr>
          <p:nvPr>
            <p:ph type="pic" sz="quarter" idx="13"/>
          </p:nvPr>
        </p:nvSpPr>
        <p:spPr>
          <a:xfrm>
            <a:off x="715566" y="1721786"/>
            <a:ext cx="1856184" cy="2473325"/>
          </a:xfrm>
          <a:prstGeom prst="rect">
            <a:avLst/>
          </a:prstGeom>
        </p:spPr>
        <p:txBody>
          <a:bodyPr/>
          <a:lstStyle/>
          <a:p>
            <a:endParaRPr lang="ru-RU"/>
          </a:p>
        </p:txBody>
      </p:sp>
      <p:sp>
        <p:nvSpPr>
          <p:cNvPr id="9" name="Рисунок 3"/>
          <p:cNvSpPr>
            <a:spLocks noGrp="1"/>
          </p:cNvSpPr>
          <p:nvPr>
            <p:ph type="pic" sz="quarter" idx="14"/>
          </p:nvPr>
        </p:nvSpPr>
        <p:spPr>
          <a:xfrm>
            <a:off x="2696767" y="1721785"/>
            <a:ext cx="1856184" cy="2473325"/>
          </a:xfrm>
          <a:prstGeom prst="rect">
            <a:avLst/>
          </a:prstGeom>
        </p:spPr>
        <p:txBody>
          <a:bodyPr/>
          <a:lstStyle/>
          <a:p>
            <a:endParaRPr lang="ru-RU"/>
          </a:p>
        </p:txBody>
      </p:sp>
      <p:sp>
        <p:nvSpPr>
          <p:cNvPr id="10" name="Рисунок 3"/>
          <p:cNvSpPr>
            <a:spLocks noGrp="1"/>
          </p:cNvSpPr>
          <p:nvPr>
            <p:ph type="pic" sz="quarter" idx="15"/>
          </p:nvPr>
        </p:nvSpPr>
        <p:spPr>
          <a:xfrm>
            <a:off x="4677967" y="1721786"/>
            <a:ext cx="1856184" cy="2473325"/>
          </a:xfrm>
          <a:prstGeom prst="rect">
            <a:avLst/>
          </a:prstGeom>
        </p:spPr>
        <p:txBody>
          <a:bodyPr/>
          <a:lstStyle/>
          <a:p>
            <a:endParaRPr lang="ru-RU"/>
          </a:p>
        </p:txBody>
      </p:sp>
    </p:spTree>
    <p:extLst>
      <p:ext uri="{BB962C8B-B14F-4D97-AF65-F5344CB8AC3E}">
        <p14:creationId xmlns:p14="http://schemas.microsoft.com/office/powerpoint/2010/main" val="34798823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hree Pictures">
    <p:spTree>
      <p:nvGrpSpPr>
        <p:cNvPr id="1" name=""/>
        <p:cNvGrpSpPr/>
        <p:nvPr/>
      </p:nvGrpSpPr>
      <p:grpSpPr>
        <a:xfrm>
          <a:off x="0" y="0"/>
          <a:ext cx="0" cy="0"/>
          <a:chOff x="0" y="0"/>
          <a:chExt cx="0" cy="0"/>
        </a:xfrm>
      </p:grpSpPr>
      <p:sp>
        <p:nvSpPr>
          <p:cNvPr id="14" name="Picture Placeholder 6"/>
          <p:cNvSpPr>
            <a:spLocks noGrp="1"/>
          </p:cNvSpPr>
          <p:nvPr>
            <p:ph type="pic" sz="quarter" idx="10" hasCustomPrompt="1"/>
          </p:nvPr>
        </p:nvSpPr>
        <p:spPr>
          <a:xfrm>
            <a:off x="1097281" y="1758206"/>
            <a:ext cx="2437794" cy="4270188"/>
          </a:xfrm>
          <a:prstGeom prst="rect">
            <a:avLst/>
          </a:prstGeom>
          <a:solidFill>
            <a:schemeClr val="bg1">
              <a:lumMod val="95000"/>
            </a:schemeClr>
          </a:solidFill>
        </p:spPr>
        <p:txBody>
          <a:bodyPr anchor="t"/>
          <a:lstStyle>
            <a:lvl1pPr algn="ctr">
              <a:buNone/>
              <a:defRPr sz="1200" baseline="0">
                <a:solidFill>
                  <a:schemeClr val="tx1">
                    <a:lumMod val="75000"/>
                    <a:lumOff val="25000"/>
                  </a:schemeClr>
                </a:solidFill>
              </a:defRPr>
            </a:lvl1pPr>
          </a:lstStyle>
          <a:p>
            <a:r>
              <a:rPr lang="en-US" dirty="0"/>
              <a:t>Click to insert your image here !</a:t>
            </a:r>
          </a:p>
        </p:txBody>
      </p:sp>
      <p:sp>
        <p:nvSpPr>
          <p:cNvPr id="15" name="Picture Placeholder 6"/>
          <p:cNvSpPr>
            <a:spLocks noGrp="1"/>
          </p:cNvSpPr>
          <p:nvPr>
            <p:ph type="pic" sz="quarter" idx="11" hasCustomPrompt="1"/>
          </p:nvPr>
        </p:nvSpPr>
        <p:spPr>
          <a:xfrm>
            <a:off x="5608927" y="1758206"/>
            <a:ext cx="2437794" cy="4270188"/>
          </a:xfrm>
          <a:prstGeom prst="rect">
            <a:avLst/>
          </a:prstGeom>
          <a:solidFill>
            <a:schemeClr val="bg1">
              <a:lumMod val="95000"/>
            </a:schemeClr>
          </a:solidFill>
        </p:spPr>
        <p:txBody>
          <a:bodyPr anchor="t"/>
          <a:lstStyle>
            <a:lvl1pPr algn="ctr" rtl="0">
              <a:buNone/>
              <a:defRPr sz="1200" baseline="0">
                <a:solidFill>
                  <a:schemeClr val="tx1">
                    <a:lumMod val="75000"/>
                    <a:lumOff val="25000"/>
                  </a:schemeClr>
                </a:solidFill>
              </a:defRPr>
            </a:lvl1pPr>
          </a:lstStyle>
          <a:p>
            <a:r>
              <a:rPr lang="en-US" dirty="0"/>
              <a:t>Click to insert your image here !</a:t>
            </a:r>
          </a:p>
        </p:txBody>
      </p:sp>
      <p:sp>
        <p:nvSpPr>
          <p:cNvPr id="16" name="Picture Placeholder 6"/>
          <p:cNvSpPr>
            <a:spLocks noGrp="1"/>
          </p:cNvSpPr>
          <p:nvPr>
            <p:ph type="pic" sz="quarter" idx="12" hasCustomPrompt="1"/>
          </p:nvPr>
        </p:nvSpPr>
        <p:spPr>
          <a:xfrm>
            <a:off x="3258582" y="1438847"/>
            <a:ext cx="2735941" cy="4908909"/>
          </a:xfrm>
          <a:prstGeom prst="rect">
            <a:avLst/>
          </a:prstGeom>
          <a:solidFill>
            <a:schemeClr val="bg1">
              <a:lumMod val="95000"/>
            </a:schemeClr>
          </a:solidFill>
        </p:spPr>
        <p:txBody>
          <a:bodyPr anchor="t"/>
          <a:lstStyle>
            <a:lvl1pPr algn="ctr" rtl="0">
              <a:buNone/>
              <a:defRPr sz="1200" baseline="0">
                <a:solidFill>
                  <a:schemeClr val="tx1">
                    <a:lumMod val="75000"/>
                    <a:lumOff val="25000"/>
                  </a:schemeClr>
                </a:solidFill>
              </a:defRPr>
            </a:lvl1pPr>
          </a:lstStyle>
          <a:p>
            <a:r>
              <a:rPr lang="en-US" dirty="0"/>
              <a:t>Click to insert your image here !</a:t>
            </a:r>
          </a:p>
        </p:txBody>
      </p:sp>
      <p:sp>
        <p:nvSpPr>
          <p:cNvPr id="9" name="Title 1"/>
          <p:cNvSpPr>
            <a:spLocks noGrp="1"/>
          </p:cNvSpPr>
          <p:nvPr>
            <p:ph type="title" hasCustomPrompt="1"/>
          </p:nvPr>
        </p:nvSpPr>
        <p:spPr>
          <a:xfrm>
            <a:off x="250257" y="356629"/>
            <a:ext cx="8643486" cy="471365"/>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10" name="Text Placeholder 3"/>
          <p:cNvSpPr>
            <a:spLocks noGrp="1"/>
          </p:cNvSpPr>
          <p:nvPr>
            <p:ph type="body" sz="half" idx="2" hasCustomPrompt="1"/>
          </p:nvPr>
        </p:nvSpPr>
        <p:spPr>
          <a:xfrm>
            <a:off x="250258" y="825951"/>
            <a:ext cx="8643485" cy="267661"/>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Tree>
    <p:extLst>
      <p:ext uri="{BB962C8B-B14F-4D97-AF65-F5344CB8AC3E}">
        <p14:creationId xmlns:p14="http://schemas.microsoft.com/office/powerpoint/2010/main" val="35486343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6_Free Blank With Footer">
    <p:spTree>
      <p:nvGrpSpPr>
        <p:cNvPr id="1" name=""/>
        <p:cNvGrpSpPr/>
        <p:nvPr/>
      </p:nvGrpSpPr>
      <p:grpSpPr>
        <a:xfrm>
          <a:off x="0" y="0"/>
          <a:ext cx="0" cy="0"/>
          <a:chOff x="0" y="0"/>
          <a:chExt cx="0" cy="0"/>
        </a:xfrm>
      </p:grpSpPr>
      <p:sp>
        <p:nvSpPr>
          <p:cNvPr id="10" name="Picture Placeholder 6"/>
          <p:cNvSpPr>
            <a:spLocks noGrp="1"/>
          </p:cNvSpPr>
          <p:nvPr>
            <p:ph type="pic" sz="quarter" idx="10" hasCustomPrompt="1"/>
          </p:nvPr>
        </p:nvSpPr>
        <p:spPr>
          <a:xfrm>
            <a:off x="654060" y="1680135"/>
            <a:ext cx="1887010" cy="4390199"/>
          </a:xfrm>
          <a:prstGeom prst="downArrowCallout">
            <a:avLst>
              <a:gd name="adj1" fmla="val 15820"/>
              <a:gd name="adj2" fmla="val 7910"/>
              <a:gd name="adj3" fmla="val 7060"/>
              <a:gd name="adj4" fmla="val 95221"/>
            </a:avLst>
          </a:prstGeom>
          <a:solidFill>
            <a:schemeClr val="bg1">
              <a:lumMod val="95000"/>
            </a:schemeClr>
          </a:solidFill>
        </p:spPr>
        <p:txBody>
          <a:bodyPr anchor="b"/>
          <a:lstStyle>
            <a:lvl1pPr algn="ctr">
              <a:buNone/>
              <a:defRPr sz="1000" baseline="0">
                <a:solidFill>
                  <a:schemeClr val="tx1">
                    <a:lumMod val="75000"/>
                    <a:lumOff val="25000"/>
                  </a:schemeClr>
                </a:solidFill>
              </a:defRPr>
            </a:lvl1pPr>
          </a:lstStyle>
          <a:p>
            <a:r>
              <a:rPr lang="en-US" dirty="0"/>
              <a:t>Click to insert your image</a:t>
            </a:r>
          </a:p>
        </p:txBody>
      </p:sp>
      <p:sp>
        <p:nvSpPr>
          <p:cNvPr id="11" name="Title 1"/>
          <p:cNvSpPr>
            <a:spLocks noGrp="1"/>
          </p:cNvSpPr>
          <p:nvPr>
            <p:ph type="title" hasCustomPrompt="1"/>
          </p:nvPr>
        </p:nvSpPr>
        <p:spPr>
          <a:xfrm>
            <a:off x="250257" y="356629"/>
            <a:ext cx="8643486" cy="471365"/>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12" name="Text Placeholder 3"/>
          <p:cNvSpPr>
            <a:spLocks noGrp="1"/>
          </p:cNvSpPr>
          <p:nvPr>
            <p:ph type="body" sz="half" idx="2" hasCustomPrompt="1"/>
          </p:nvPr>
        </p:nvSpPr>
        <p:spPr>
          <a:xfrm>
            <a:off x="250258" y="825951"/>
            <a:ext cx="8643485" cy="267661"/>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Tree>
    <p:extLst>
      <p:ext uri="{BB962C8B-B14F-4D97-AF65-F5344CB8AC3E}">
        <p14:creationId xmlns:p14="http://schemas.microsoft.com/office/powerpoint/2010/main" val="39205101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eam Slide 04">
    <p:spTree>
      <p:nvGrpSpPr>
        <p:cNvPr id="1" name=""/>
        <p:cNvGrpSpPr/>
        <p:nvPr/>
      </p:nvGrpSpPr>
      <p:grpSpPr>
        <a:xfrm>
          <a:off x="0" y="0"/>
          <a:ext cx="0" cy="0"/>
          <a:chOff x="0" y="0"/>
          <a:chExt cx="0" cy="0"/>
        </a:xfrm>
      </p:grpSpPr>
      <p:sp>
        <p:nvSpPr>
          <p:cNvPr id="12" name="Picture Placeholder 6"/>
          <p:cNvSpPr>
            <a:spLocks noGrp="1"/>
          </p:cNvSpPr>
          <p:nvPr>
            <p:ph type="pic" sz="quarter" idx="14"/>
          </p:nvPr>
        </p:nvSpPr>
        <p:spPr>
          <a:xfrm>
            <a:off x="374536" y="1488611"/>
            <a:ext cx="1354706" cy="1805853"/>
          </a:xfrm>
          <a:prstGeom prst="roundRect">
            <a:avLst>
              <a:gd name="adj" fmla="val 11041"/>
            </a:avLst>
          </a:prstGeom>
          <a:ln w="28575">
            <a:solidFill>
              <a:schemeClr val="accent1"/>
            </a:solidFill>
          </a:ln>
        </p:spPr>
        <p:txBody>
          <a:bodyPr anchor="b"/>
          <a:lstStyle>
            <a:lvl1pPr algn="ctr">
              <a:buNone/>
              <a:defRPr sz="1000" baseline="0">
                <a:solidFill>
                  <a:schemeClr val="tx1">
                    <a:lumMod val="75000"/>
                    <a:lumOff val="25000"/>
                  </a:schemeClr>
                </a:solidFill>
              </a:defRPr>
            </a:lvl1pPr>
          </a:lstStyle>
          <a:p>
            <a:endParaRPr lang="en-US" dirty="0"/>
          </a:p>
        </p:txBody>
      </p:sp>
      <p:sp>
        <p:nvSpPr>
          <p:cNvPr id="13" name="Picture Placeholder 6"/>
          <p:cNvSpPr>
            <a:spLocks noGrp="1"/>
          </p:cNvSpPr>
          <p:nvPr>
            <p:ph type="pic" sz="quarter" idx="15"/>
          </p:nvPr>
        </p:nvSpPr>
        <p:spPr>
          <a:xfrm>
            <a:off x="1917859" y="1488611"/>
            <a:ext cx="1354706" cy="1805853"/>
          </a:xfrm>
          <a:prstGeom prst="roundRect">
            <a:avLst>
              <a:gd name="adj" fmla="val 13151"/>
            </a:avLst>
          </a:prstGeom>
          <a:ln w="28575">
            <a:solidFill>
              <a:schemeClr val="accent2"/>
            </a:solidFill>
          </a:ln>
        </p:spPr>
        <p:txBody>
          <a:bodyPr anchor="b"/>
          <a:lstStyle>
            <a:lvl1pPr algn="ctr">
              <a:buNone/>
              <a:defRPr sz="1000" baseline="0">
                <a:solidFill>
                  <a:schemeClr val="tx1">
                    <a:lumMod val="75000"/>
                    <a:lumOff val="25000"/>
                  </a:schemeClr>
                </a:solidFill>
              </a:defRPr>
            </a:lvl1pPr>
          </a:lstStyle>
          <a:p>
            <a:endParaRPr lang="en-US" dirty="0"/>
          </a:p>
        </p:txBody>
      </p:sp>
      <p:sp>
        <p:nvSpPr>
          <p:cNvPr id="14" name="Picture Placeholder 6"/>
          <p:cNvSpPr>
            <a:spLocks noGrp="1"/>
          </p:cNvSpPr>
          <p:nvPr>
            <p:ph type="pic" sz="quarter" idx="16"/>
          </p:nvPr>
        </p:nvSpPr>
        <p:spPr>
          <a:xfrm>
            <a:off x="3461182" y="1488611"/>
            <a:ext cx="1354706" cy="1805853"/>
          </a:xfrm>
          <a:prstGeom prst="roundRect">
            <a:avLst>
              <a:gd name="adj" fmla="val 11744"/>
            </a:avLst>
          </a:prstGeom>
          <a:ln w="28575">
            <a:solidFill>
              <a:schemeClr val="accent3"/>
            </a:solidFill>
          </a:ln>
        </p:spPr>
        <p:txBody>
          <a:bodyPr anchor="b"/>
          <a:lstStyle>
            <a:lvl1pPr algn="ctr">
              <a:buNone/>
              <a:defRPr sz="1000" baseline="0">
                <a:solidFill>
                  <a:schemeClr val="tx1">
                    <a:lumMod val="75000"/>
                    <a:lumOff val="25000"/>
                  </a:schemeClr>
                </a:solidFill>
              </a:defRPr>
            </a:lvl1pPr>
          </a:lstStyle>
          <a:p>
            <a:endParaRPr lang="en-US" dirty="0"/>
          </a:p>
        </p:txBody>
      </p:sp>
      <p:sp>
        <p:nvSpPr>
          <p:cNvPr id="21" name="Picture Placeholder 6"/>
          <p:cNvSpPr>
            <a:spLocks noGrp="1"/>
          </p:cNvSpPr>
          <p:nvPr>
            <p:ph type="pic" sz="quarter" idx="17"/>
          </p:nvPr>
        </p:nvSpPr>
        <p:spPr>
          <a:xfrm>
            <a:off x="5006193" y="1488611"/>
            <a:ext cx="1354706" cy="1805853"/>
          </a:xfrm>
          <a:prstGeom prst="roundRect">
            <a:avLst>
              <a:gd name="adj" fmla="val 7524"/>
            </a:avLst>
          </a:prstGeom>
          <a:ln w="28575">
            <a:solidFill>
              <a:schemeClr val="accent4"/>
            </a:solidFill>
          </a:ln>
        </p:spPr>
        <p:txBody>
          <a:bodyPr anchor="b"/>
          <a:lstStyle>
            <a:lvl1pPr algn="ctr">
              <a:buNone/>
              <a:defRPr sz="1000" baseline="0">
                <a:solidFill>
                  <a:schemeClr val="tx1">
                    <a:lumMod val="75000"/>
                    <a:lumOff val="25000"/>
                  </a:schemeClr>
                </a:solidFill>
              </a:defRPr>
            </a:lvl1pPr>
          </a:lstStyle>
          <a:p>
            <a:endParaRPr lang="en-US" dirty="0"/>
          </a:p>
        </p:txBody>
      </p:sp>
      <p:sp>
        <p:nvSpPr>
          <p:cNvPr id="10" name="Title 1"/>
          <p:cNvSpPr>
            <a:spLocks noGrp="1"/>
          </p:cNvSpPr>
          <p:nvPr>
            <p:ph type="title" hasCustomPrompt="1"/>
          </p:nvPr>
        </p:nvSpPr>
        <p:spPr>
          <a:xfrm>
            <a:off x="250257" y="356629"/>
            <a:ext cx="8643486" cy="471365"/>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11" name="Text Placeholder 3"/>
          <p:cNvSpPr>
            <a:spLocks noGrp="1"/>
          </p:cNvSpPr>
          <p:nvPr>
            <p:ph type="body" sz="half" idx="2" hasCustomPrompt="1"/>
          </p:nvPr>
        </p:nvSpPr>
        <p:spPr>
          <a:xfrm>
            <a:off x="250258" y="825951"/>
            <a:ext cx="8643485" cy="267661"/>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Tree>
    <p:extLst>
      <p:ext uri="{BB962C8B-B14F-4D97-AF65-F5344CB8AC3E}">
        <p14:creationId xmlns:p14="http://schemas.microsoft.com/office/powerpoint/2010/main" val="23737266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7_pic">
    <p:spTree>
      <p:nvGrpSpPr>
        <p:cNvPr id="1" name=""/>
        <p:cNvGrpSpPr/>
        <p:nvPr/>
      </p:nvGrpSpPr>
      <p:grpSpPr>
        <a:xfrm>
          <a:off x="0" y="0"/>
          <a:ext cx="0" cy="0"/>
          <a:chOff x="0" y="0"/>
          <a:chExt cx="0" cy="0"/>
        </a:xfrm>
      </p:grpSpPr>
      <p:sp>
        <p:nvSpPr>
          <p:cNvPr id="10" name="Rectangle 9"/>
          <p:cNvSpPr/>
          <p:nvPr userDrawn="1"/>
        </p:nvSpPr>
        <p:spPr bwMode="auto">
          <a:xfrm>
            <a:off x="0" y="1223493"/>
            <a:ext cx="9144000" cy="5634507"/>
          </a:xfrm>
          <a:prstGeom prst="rect">
            <a:avLst/>
          </a:prstGeom>
          <a:solidFill>
            <a:srgbClr val="2F5698">
              <a:alpha val="75000"/>
            </a:srgbClr>
          </a:solidFill>
          <a:ln w="63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sp>
        <p:nvSpPr>
          <p:cNvPr id="13" name="Picture Placeholder 7"/>
          <p:cNvSpPr>
            <a:spLocks noGrp="1"/>
          </p:cNvSpPr>
          <p:nvPr>
            <p:ph type="pic" sz="quarter" idx="16" hasCustomPrompt="1"/>
          </p:nvPr>
        </p:nvSpPr>
        <p:spPr>
          <a:xfrm>
            <a:off x="622167" y="1420306"/>
            <a:ext cx="7899668" cy="3293099"/>
          </a:xfrm>
          <a:prstGeom prst="rect">
            <a:avLst/>
          </a:prstGeom>
          <a:ln w="76200" cap="sq">
            <a:solidFill>
              <a:schemeClr val="bg1">
                <a:lumMod val="85000"/>
              </a:schemeClr>
            </a:solidFill>
            <a:miter lim="800000"/>
          </a:ln>
          <a:effectLst/>
          <a:scene3d>
            <a:camera prst="orthographicFront"/>
            <a:lightRig rig="threePt" dir="t"/>
          </a:scene3d>
          <a:sp3d extrusionH="171450">
            <a:extrusionClr>
              <a:schemeClr val="tx1">
                <a:lumMod val="65000"/>
                <a:lumOff val="35000"/>
              </a:schemeClr>
            </a:extrusionClr>
          </a:sp3d>
        </p:spPr>
        <p:txBody>
          <a:bodyPr bIns="731520" anchor="b"/>
          <a:lstStyle>
            <a:lvl1pPr algn="ctr">
              <a:buNone/>
              <a:defRPr sz="1600">
                <a:solidFill>
                  <a:schemeClr val="tx1">
                    <a:lumMod val="50000"/>
                    <a:lumOff val="50000"/>
                  </a:schemeClr>
                </a:solidFill>
              </a:defRPr>
            </a:lvl1pPr>
          </a:lstStyle>
          <a:p>
            <a:r>
              <a:rPr lang="en-US" dirty="0"/>
              <a:t>Click Icon To Add Image</a:t>
            </a:r>
          </a:p>
        </p:txBody>
      </p:sp>
      <p:sp>
        <p:nvSpPr>
          <p:cNvPr id="17" name="Picture Placeholder 7"/>
          <p:cNvSpPr>
            <a:spLocks noGrp="1"/>
          </p:cNvSpPr>
          <p:nvPr>
            <p:ph type="pic" sz="quarter" idx="17" hasCustomPrompt="1"/>
          </p:nvPr>
        </p:nvSpPr>
        <p:spPr>
          <a:xfrm>
            <a:off x="1579136" y="3494984"/>
            <a:ext cx="1755594" cy="2344787"/>
          </a:xfrm>
          <a:prstGeom prst="ellipse">
            <a:avLst/>
          </a:prstGeom>
          <a:ln w="76200" cap="sq">
            <a:solidFill>
              <a:schemeClr val="bg1">
                <a:lumMod val="85000"/>
              </a:schemeClr>
            </a:solidFill>
            <a:miter lim="800000"/>
          </a:ln>
          <a:effectLst>
            <a:innerShdw blurRad="114300">
              <a:schemeClr val="bg1"/>
            </a:innerShdw>
            <a:reflection blurRad="6350" stA="52000" endA="300" endPos="35000" dir="5400000" sy="-100000" algn="bl" rotWithShape="0"/>
          </a:effectLst>
          <a:scene3d>
            <a:camera prst="orthographicFront"/>
            <a:lightRig rig="threePt" dir="t"/>
          </a:scene3d>
          <a:sp3d extrusionH="165100"/>
        </p:spPr>
        <p:txBody>
          <a:bodyPr wrap="none" bIns="274320" anchor="b"/>
          <a:lstStyle>
            <a:lvl1pPr algn="ctr" rtl="0">
              <a:buNone/>
              <a:defRPr sz="1000" b="1">
                <a:solidFill>
                  <a:schemeClr val="tx1">
                    <a:lumMod val="50000"/>
                    <a:lumOff val="50000"/>
                  </a:schemeClr>
                </a:solidFill>
              </a:defRPr>
            </a:lvl1pPr>
          </a:lstStyle>
          <a:p>
            <a:r>
              <a:rPr lang="en-US" dirty="0"/>
              <a:t>Click Icon To Add Image</a:t>
            </a:r>
          </a:p>
        </p:txBody>
      </p:sp>
      <p:sp>
        <p:nvSpPr>
          <p:cNvPr id="18" name="Picture Placeholder 7"/>
          <p:cNvSpPr>
            <a:spLocks noGrp="1"/>
          </p:cNvSpPr>
          <p:nvPr>
            <p:ph type="pic" sz="quarter" idx="18" hasCustomPrompt="1"/>
          </p:nvPr>
        </p:nvSpPr>
        <p:spPr>
          <a:xfrm>
            <a:off x="3674636" y="3494984"/>
            <a:ext cx="1755594" cy="2344787"/>
          </a:xfrm>
          <a:prstGeom prst="ellipse">
            <a:avLst/>
          </a:prstGeom>
          <a:ln w="76200" cap="sq">
            <a:solidFill>
              <a:schemeClr val="bg1">
                <a:lumMod val="85000"/>
              </a:schemeClr>
            </a:solidFill>
            <a:miter lim="800000"/>
          </a:ln>
          <a:effectLst>
            <a:innerShdw blurRad="114300">
              <a:schemeClr val="bg1"/>
            </a:innerShdw>
            <a:reflection blurRad="6350" stA="52000" endA="300" endPos="35000" dir="5400000" sy="-100000" algn="bl" rotWithShape="0"/>
          </a:effectLst>
          <a:scene3d>
            <a:camera prst="orthographicFront"/>
            <a:lightRig rig="threePt" dir="t"/>
          </a:scene3d>
          <a:sp3d extrusionH="165100"/>
        </p:spPr>
        <p:txBody>
          <a:bodyPr wrap="none" bIns="274320" anchor="b"/>
          <a:lstStyle>
            <a:lvl1pPr algn="ctr" rtl="0">
              <a:buNone/>
              <a:defRPr sz="1000" b="1">
                <a:solidFill>
                  <a:schemeClr val="tx1">
                    <a:lumMod val="50000"/>
                    <a:lumOff val="50000"/>
                  </a:schemeClr>
                </a:solidFill>
              </a:defRPr>
            </a:lvl1pPr>
          </a:lstStyle>
          <a:p>
            <a:r>
              <a:rPr lang="en-US" dirty="0"/>
              <a:t>Click Icon To Add Image</a:t>
            </a:r>
          </a:p>
        </p:txBody>
      </p:sp>
      <p:sp>
        <p:nvSpPr>
          <p:cNvPr id="19" name="Picture Placeholder 7"/>
          <p:cNvSpPr>
            <a:spLocks noGrp="1"/>
          </p:cNvSpPr>
          <p:nvPr>
            <p:ph type="pic" sz="quarter" idx="19" hasCustomPrompt="1"/>
          </p:nvPr>
        </p:nvSpPr>
        <p:spPr>
          <a:xfrm>
            <a:off x="5770136" y="3494984"/>
            <a:ext cx="1755594" cy="2344787"/>
          </a:xfrm>
          <a:prstGeom prst="ellipse">
            <a:avLst/>
          </a:prstGeom>
          <a:ln w="76200" cap="sq">
            <a:solidFill>
              <a:schemeClr val="bg1">
                <a:lumMod val="85000"/>
              </a:schemeClr>
            </a:solidFill>
            <a:miter lim="800000"/>
          </a:ln>
          <a:effectLst>
            <a:innerShdw blurRad="114300">
              <a:schemeClr val="bg1"/>
            </a:innerShdw>
            <a:reflection blurRad="6350" stA="52000" endA="300" endPos="35000" dir="5400000" sy="-100000" algn="bl" rotWithShape="0"/>
          </a:effectLst>
          <a:scene3d>
            <a:camera prst="orthographicFront"/>
            <a:lightRig rig="threePt" dir="t"/>
          </a:scene3d>
          <a:sp3d extrusionH="165100"/>
        </p:spPr>
        <p:txBody>
          <a:bodyPr wrap="none" bIns="274320" anchor="b"/>
          <a:lstStyle>
            <a:lvl1pPr algn="ctr" rtl="0">
              <a:buNone/>
              <a:defRPr sz="1000" b="1">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104089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1000"/>
                                        <p:tgtEl>
                                          <p:spTgt spid="10"/>
                                        </p:tgtEl>
                                      </p:cBhvr>
                                    </p:animEffect>
                                  </p:childTnLst>
                                </p:cTn>
                              </p:par>
                            </p:childTnLst>
                          </p:cTn>
                        </p:par>
                        <p:par>
                          <p:cTn id="8" fill="hold">
                            <p:stCondLst>
                              <p:cond delay="1000"/>
                            </p:stCondLst>
                            <p:childTnLst>
                              <p:par>
                                <p:cTn id="9" presetID="16" presetClass="entr" presetSubtype="37"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arn(outVertical)">
                                      <p:cBhvr>
                                        <p:cTn id="11" dur="500"/>
                                        <p:tgtEl>
                                          <p:spTgt spid="13"/>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7" grpId="0" animBg="1"/>
      <p:bldP spid="18" grpId="0" animBg="1"/>
      <p:bldP spid="19"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1BBFFC7-5AFF-4374-B478-E246B74FFF84}" type="datetimeFigureOut">
              <a:rPr lang="en-US" smtClean="0"/>
              <a:t>5/3/2022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F2A403D9-1EF9-4D83-8F99-27C64A2CC18F}" type="slidenum">
              <a:rPr lang="en-US" smtClean="0"/>
              <a:t>‹#›</a:t>
            </a:fld>
            <a:endParaRPr lang="en-US"/>
          </a:p>
        </p:txBody>
      </p:sp>
    </p:spTree>
    <p:extLst>
      <p:ext uri="{BB962C8B-B14F-4D97-AF65-F5344CB8AC3E}">
        <p14:creationId xmlns:p14="http://schemas.microsoft.com/office/powerpoint/2010/main" val="199060669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8_team.">
    <p:spTree>
      <p:nvGrpSpPr>
        <p:cNvPr id="1" name=""/>
        <p:cNvGrpSpPr/>
        <p:nvPr/>
      </p:nvGrpSpPr>
      <p:grpSpPr>
        <a:xfrm>
          <a:off x="0" y="0"/>
          <a:ext cx="0" cy="0"/>
          <a:chOff x="0" y="0"/>
          <a:chExt cx="0" cy="0"/>
        </a:xfrm>
      </p:grpSpPr>
      <p:sp>
        <p:nvSpPr>
          <p:cNvPr id="29" name="Title 1"/>
          <p:cNvSpPr>
            <a:spLocks noGrp="1"/>
          </p:cNvSpPr>
          <p:nvPr>
            <p:ph type="title" hasCustomPrompt="1"/>
          </p:nvPr>
        </p:nvSpPr>
        <p:spPr>
          <a:xfrm>
            <a:off x="2350353" y="377481"/>
            <a:ext cx="4443296" cy="413483"/>
          </a:xfrm>
          <a:prstGeom prst="rect">
            <a:avLst/>
          </a:prstGeom>
        </p:spPr>
        <p:txBody>
          <a:bodyPr wrap="none" lIns="0" tIns="0" rIns="0" bIns="0" anchor="ctr">
            <a:noAutofit/>
          </a:bodyPr>
          <a:lstStyle>
            <a:lvl1pPr algn="ctr">
              <a:defRPr sz="2400" b="1" i="0" baseline="0">
                <a:solidFill>
                  <a:schemeClr val="tx1">
                    <a:lumMod val="50000"/>
                    <a:lumOff val="50000"/>
                  </a:schemeClr>
                </a:solidFill>
                <a:latin typeface="+mn-lt"/>
              </a:defRPr>
            </a:lvl1pPr>
          </a:lstStyle>
          <a:p>
            <a:r>
              <a:rPr lang="en-US" dirty="0"/>
              <a:t>Click To Edit Master Title Style</a:t>
            </a:r>
          </a:p>
        </p:txBody>
      </p:sp>
      <p:sp>
        <p:nvSpPr>
          <p:cNvPr id="30" name="Text Placeholder 3"/>
          <p:cNvSpPr>
            <a:spLocks noGrp="1"/>
          </p:cNvSpPr>
          <p:nvPr>
            <p:ph type="body" sz="half" idx="2" hasCustomPrompt="1"/>
          </p:nvPr>
        </p:nvSpPr>
        <p:spPr>
          <a:xfrm>
            <a:off x="3271838" y="837240"/>
            <a:ext cx="2600325" cy="267661"/>
          </a:xfrm>
          <a:prstGeom prst="rect">
            <a:avLst/>
          </a:prstGeom>
        </p:spPr>
        <p:txBody>
          <a:bodyPr wrap="square" lIns="0" tIns="0" rIns="0" bIns="0" anchor="ctr">
            <a:noAutofit/>
          </a:bodyPr>
          <a:lstStyle>
            <a:lvl1pPr marL="0" indent="0" algn="ctr">
              <a:buNone/>
              <a:defRPr sz="1600" b="1" i="0" baseline="0">
                <a:solidFill>
                  <a:schemeClr val="tx1">
                    <a:lumMod val="50000"/>
                    <a:lumOff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
        <p:nvSpPr>
          <p:cNvPr id="11" name="Picture Placeholder 7"/>
          <p:cNvSpPr>
            <a:spLocks noGrp="1"/>
          </p:cNvSpPr>
          <p:nvPr>
            <p:ph type="pic" sz="quarter" idx="44" hasCustomPrompt="1"/>
          </p:nvPr>
        </p:nvSpPr>
        <p:spPr>
          <a:xfrm>
            <a:off x="665034" y="1696827"/>
            <a:ext cx="2020948" cy="2694597"/>
          </a:xfrm>
          <a:prstGeom prst="roundRect">
            <a:avLst>
              <a:gd name="adj" fmla="val 12935"/>
            </a:avLst>
          </a:prstGeom>
          <a:ln w="3175">
            <a:solidFill>
              <a:schemeClr val="bg1">
                <a:lumMod val="85000"/>
              </a:schemeClr>
            </a:solidFill>
          </a:ln>
        </p:spPr>
        <p:txBody>
          <a:bodyPr wrap="none" tIns="0" bIns="274320" anchor="b"/>
          <a:lstStyle>
            <a:lvl1pPr algn="ctr" rtl="0">
              <a:buNone/>
              <a:defRPr sz="1400" b="1">
                <a:solidFill>
                  <a:schemeClr val="tx1">
                    <a:lumMod val="50000"/>
                    <a:lumOff val="50000"/>
                  </a:schemeClr>
                </a:solidFill>
              </a:defRPr>
            </a:lvl1pPr>
          </a:lstStyle>
          <a:p>
            <a:r>
              <a:rPr lang="en-US" dirty="0"/>
              <a:t>Click Icon To Add Image </a:t>
            </a:r>
          </a:p>
        </p:txBody>
      </p:sp>
    </p:spTree>
    <p:extLst>
      <p:ext uri="{BB962C8B-B14F-4D97-AF65-F5344CB8AC3E}">
        <p14:creationId xmlns:p14="http://schemas.microsoft.com/office/powerpoint/2010/main" val="247771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3_empty_plank">
    <p:spTree>
      <p:nvGrpSpPr>
        <p:cNvPr id="1" name=""/>
        <p:cNvGrpSpPr/>
        <p:nvPr/>
      </p:nvGrpSpPr>
      <p:grpSpPr>
        <a:xfrm>
          <a:off x="0" y="0"/>
          <a:ext cx="0" cy="0"/>
          <a:chOff x="0" y="0"/>
          <a:chExt cx="0" cy="0"/>
        </a:xfrm>
      </p:grpSpPr>
      <p:sp>
        <p:nvSpPr>
          <p:cNvPr id="29" name="Title 1"/>
          <p:cNvSpPr>
            <a:spLocks noGrp="1"/>
          </p:cNvSpPr>
          <p:nvPr>
            <p:ph type="title" hasCustomPrompt="1"/>
          </p:nvPr>
        </p:nvSpPr>
        <p:spPr>
          <a:xfrm>
            <a:off x="2190750" y="266701"/>
            <a:ext cx="4762500" cy="558843"/>
          </a:xfrm>
          <a:prstGeom prst="rect">
            <a:avLst/>
          </a:prstGeom>
        </p:spPr>
        <p:txBody>
          <a:bodyPr wrap="none" lIns="0" tIns="0" rIns="0" bIns="0" anchor="ctr">
            <a:noAutofit/>
          </a:bodyPr>
          <a:lstStyle>
            <a:lvl1pPr algn="ctr">
              <a:defRPr sz="2800" b="1" i="0" baseline="0">
                <a:solidFill>
                  <a:schemeClr val="tx1">
                    <a:lumMod val="50000"/>
                    <a:lumOff val="50000"/>
                  </a:schemeClr>
                </a:solidFill>
                <a:latin typeface="+mn-lt"/>
              </a:defRPr>
            </a:lvl1pPr>
          </a:lstStyle>
          <a:p>
            <a:r>
              <a:rPr lang="en-US" dirty="0"/>
              <a:t>Click To Edit Master Title Style</a:t>
            </a:r>
          </a:p>
        </p:txBody>
      </p:sp>
      <p:sp>
        <p:nvSpPr>
          <p:cNvPr id="30" name="Text Placeholder 3"/>
          <p:cNvSpPr>
            <a:spLocks noGrp="1"/>
          </p:cNvSpPr>
          <p:nvPr>
            <p:ph type="body" sz="half" idx="2" hasCustomPrompt="1"/>
          </p:nvPr>
        </p:nvSpPr>
        <p:spPr>
          <a:xfrm>
            <a:off x="3271838" y="837240"/>
            <a:ext cx="2600325" cy="267661"/>
          </a:xfrm>
          <a:prstGeom prst="rect">
            <a:avLst/>
          </a:prstGeom>
        </p:spPr>
        <p:txBody>
          <a:bodyPr wrap="square" lIns="0" tIns="0" rIns="0" bIns="0" anchor="ctr">
            <a:noAutofit/>
          </a:bodyPr>
          <a:lstStyle>
            <a:lvl1pPr marL="0" indent="0" algn="ctr">
              <a:buNone/>
              <a:defRPr sz="1600" b="1" i="0" baseline="0">
                <a:solidFill>
                  <a:schemeClr val="tx1">
                    <a:lumMod val="50000"/>
                    <a:lumOff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Tree>
    <p:extLst>
      <p:ext uri="{BB962C8B-B14F-4D97-AF65-F5344CB8AC3E}">
        <p14:creationId xmlns:p14="http://schemas.microsoft.com/office/powerpoint/2010/main" val="33171105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Free Blank With Footer">
    <p:spTree>
      <p:nvGrpSpPr>
        <p:cNvPr id="1" name=""/>
        <p:cNvGrpSpPr/>
        <p:nvPr/>
      </p:nvGrpSpPr>
      <p:grpSpPr>
        <a:xfrm>
          <a:off x="0" y="0"/>
          <a:ext cx="0" cy="0"/>
          <a:chOff x="0" y="0"/>
          <a:chExt cx="0" cy="0"/>
        </a:xfrm>
      </p:grpSpPr>
      <p:sp>
        <p:nvSpPr>
          <p:cNvPr id="42" name="Title 1"/>
          <p:cNvSpPr>
            <a:spLocks noGrp="1"/>
          </p:cNvSpPr>
          <p:nvPr>
            <p:ph type="title" hasCustomPrompt="1"/>
          </p:nvPr>
        </p:nvSpPr>
        <p:spPr>
          <a:xfrm>
            <a:off x="250257" y="356629"/>
            <a:ext cx="8643486" cy="471365"/>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43" name="Text Placeholder 3"/>
          <p:cNvSpPr>
            <a:spLocks noGrp="1"/>
          </p:cNvSpPr>
          <p:nvPr>
            <p:ph type="body" sz="half" idx="2" hasCustomPrompt="1"/>
          </p:nvPr>
        </p:nvSpPr>
        <p:spPr>
          <a:xfrm>
            <a:off x="250258" y="825951"/>
            <a:ext cx="8643485" cy="267661"/>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
        <p:nvSpPr>
          <p:cNvPr id="4" name="日期占位符 1"/>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03/05/2022</a:t>
            </a:fld>
            <a:endParaRPr lang="en-GB"/>
          </a:p>
        </p:txBody>
      </p:sp>
      <p:sp>
        <p:nvSpPr>
          <p:cNvPr id="5" name="页脚占位符 2"/>
          <p:cNvSpPr>
            <a:spLocks noGrp="1"/>
          </p:cNvSpPr>
          <p:nvPr>
            <p:ph type="ftr" sz="quarter" idx="11"/>
          </p:nvPr>
        </p:nvSpPr>
        <p:spPr>
          <a:xfrm>
            <a:off x="3124200" y="6356350"/>
            <a:ext cx="2895600" cy="365125"/>
          </a:xfrm>
        </p:spPr>
        <p:txBody>
          <a:bodyPr/>
          <a:lstStyle/>
          <a:p>
            <a:endParaRPr lang="en-GB"/>
          </a:p>
        </p:txBody>
      </p:sp>
      <p:sp>
        <p:nvSpPr>
          <p:cNvPr id="6" name="灯片编号占位符 3"/>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pic>
        <p:nvPicPr>
          <p:cNvPr id="7" name="Picture 2" descr="Image result for building constructio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90465" y="404664"/>
            <a:ext cx="7596335" cy="5222480"/>
          </a:xfrm>
          <a:prstGeom prst="rect">
            <a:avLst/>
          </a:prstGeom>
        </p:spPr>
      </p:pic>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3650"/>
          <a:stretch/>
        </p:blipFill>
        <p:spPr>
          <a:xfrm>
            <a:off x="0" y="4365104"/>
            <a:ext cx="9143999" cy="2492896"/>
          </a:xfrm>
          <a:prstGeom prst="rect">
            <a:avLst/>
          </a:prstGeom>
        </p:spPr>
      </p:pic>
      <p:sp>
        <p:nvSpPr>
          <p:cNvPr id="2" name="Rectangle 1"/>
          <p:cNvSpPr/>
          <p:nvPr userDrawn="1"/>
        </p:nvSpPr>
        <p:spPr>
          <a:xfrm>
            <a:off x="0" y="0"/>
            <a:ext cx="9144000" cy="5627144"/>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2102625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9">
    <p:spTree>
      <p:nvGrpSpPr>
        <p:cNvPr id="1" name=""/>
        <p:cNvGrpSpPr/>
        <p:nvPr/>
      </p:nvGrpSpPr>
      <p:grpSpPr>
        <a:xfrm>
          <a:off x="0" y="0"/>
          <a:ext cx="0" cy="0"/>
          <a:chOff x="0" y="0"/>
          <a:chExt cx="0" cy="0"/>
        </a:xfrm>
      </p:grpSpPr>
      <p:sp>
        <p:nvSpPr>
          <p:cNvPr id="2" name="Заголовок 1"/>
          <p:cNvSpPr>
            <a:spLocks noGrp="1"/>
          </p:cNvSpPr>
          <p:nvPr>
            <p:ph type="title" hasCustomPrompt="1"/>
          </p:nvPr>
        </p:nvSpPr>
        <p:spPr>
          <a:xfrm>
            <a:off x="457200" y="274638"/>
            <a:ext cx="8229600" cy="1143000"/>
          </a:xfrm>
          <a:prstGeom prst="rect">
            <a:avLst/>
          </a:prstGeom>
        </p:spPr>
        <p:txBody>
          <a:bodyPr/>
          <a:lstStyle/>
          <a:p>
            <a:r>
              <a:rPr lang="en-US" dirty="0"/>
              <a:t>Click To Edit Master Title Style</a:t>
            </a:r>
            <a:endParaRPr lang="ru-RU" dirty="0"/>
          </a:p>
        </p:txBody>
      </p:sp>
      <p:sp>
        <p:nvSpPr>
          <p:cNvPr id="9" name="Рисунок 8"/>
          <p:cNvSpPr>
            <a:spLocks noGrp="1"/>
          </p:cNvSpPr>
          <p:nvPr>
            <p:ph type="pic" sz="quarter" idx="13"/>
          </p:nvPr>
        </p:nvSpPr>
        <p:spPr>
          <a:xfrm>
            <a:off x="771525" y="1485902"/>
            <a:ext cx="1866900" cy="2576848"/>
          </a:xfrm>
          <a:prstGeom prst="ellipse">
            <a:avLst/>
          </a:prstGeom>
        </p:spPr>
        <p:txBody>
          <a:bodyPr/>
          <a:lstStyle/>
          <a:p>
            <a:endParaRPr lang="ru-RU"/>
          </a:p>
        </p:txBody>
      </p:sp>
      <p:sp>
        <p:nvSpPr>
          <p:cNvPr id="15" name="Рисунок 8"/>
          <p:cNvSpPr>
            <a:spLocks noGrp="1"/>
          </p:cNvSpPr>
          <p:nvPr>
            <p:ph type="pic" sz="quarter" idx="14"/>
          </p:nvPr>
        </p:nvSpPr>
        <p:spPr>
          <a:xfrm>
            <a:off x="2705101" y="1485902"/>
            <a:ext cx="1866900" cy="2576848"/>
          </a:xfrm>
          <a:prstGeom prst="ellipse">
            <a:avLst/>
          </a:prstGeom>
        </p:spPr>
        <p:txBody>
          <a:bodyPr/>
          <a:lstStyle/>
          <a:p>
            <a:endParaRPr lang="ru-RU"/>
          </a:p>
        </p:txBody>
      </p:sp>
      <p:sp>
        <p:nvSpPr>
          <p:cNvPr id="16" name="Рисунок 8"/>
          <p:cNvSpPr>
            <a:spLocks noGrp="1"/>
          </p:cNvSpPr>
          <p:nvPr>
            <p:ph type="pic" sz="quarter" idx="15"/>
          </p:nvPr>
        </p:nvSpPr>
        <p:spPr>
          <a:xfrm>
            <a:off x="4638676" y="1485902"/>
            <a:ext cx="1866900" cy="2576848"/>
          </a:xfrm>
          <a:prstGeom prst="ellipse">
            <a:avLst/>
          </a:prstGeom>
        </p:spPr>
        <p:txBody>
          <a:bodyPr/>
          <a:lstStyle/>
          <a:p>
            <a:endParaRPr lang="ru-RU"/>
          </a:p>
        </p:txBody>
      </p:sp>
      <p:sp>
        <p:nvSpPr>
          <p:cNvPr id="17" name="Рисунок 8"/>
          <p:cNvSpPr>
            <a:spLocks noGrp="1"/>
          </p:cNvSpPr>
          <p:nvPr>
            <p:ph type="pic" sz="quarter" idx="16"/>
          </p:nvPr>
        </p:nvSpPr>
        <p:spPr>
          <a:xfrm>
            <a:off x="6572250" y="1485902"/>
            <a:ext cx="1866900" cy="2576848"/>
          </a:xfrm>
          <a:prstGeom prst="ellipse">
            <a:avLst/>
          </a:prstGeom>
        </p:spPr>
        <p:txBody>
          <a:bodyPr/>
          <a:lstStyle/>
          <a:p>
            <a:endParaRPr lang="ru-RU"/>
          </a:p>
        </p:txBody>
      </p:sp>
    </p:spTree>
    <p:extLst>
      <p:ext uri="{BB962C8B-B14F-4D97-AF65-F5344CB8AC3E}">
        <p14:creationId xmlns:p14="http://schemas.microsoft.com/office/powerpoint/2010/main" val="3044594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026" name="Picture 2" descr="Image result for architecture"/>
          <p:cNvPicPr>
            <a:picLocks noChangeAspect="1" noChangeArrowheads="1"/>
          </p:cNvPicPr>
          <p:nvPr userDrawn="1"/>
        </p:nvPicPr>
        <p:blipFill rotWithShape="1">
          <a:blip r:embed="rId31">
            <a:extLst>
              <a:ext uri="{28A0092B-C50C-407E-A947-70E740481C1C}">
                <a14:useLocalDpi xmlns:a14="http://schemas.microsoft.com/office/drawing/2010/main" val="0"/>
              </a:ext>
            </a:extLst>
          </a:blip>
          <a:srcRect l="8347" t="1127" r="9667" b="138"/>
          <a:stretch/>
        </p:blipFill>
        <p:spPr bwMode="auto">
          <a:xfrm>
            <a:off x="-31702" y="0"/>
            <a:ext cx="9175702" cy="6093296"/>
          </a:xfrm>
          <a:prstGeom prst="rect">
            <a:avLst/>
          </a:prstGeom>
          <a:noFill/>
          <a:extLst>
            <a:ext uri="{909E8E84-426E-40DD-AFC4-6F175D3DCCD1}">
              <a14:hiddenFill xmlns:a14="http://schemas.microsoft.com/office/drawing/2010/main">
                <a:solidFill>
                  <a:srgbClr val="FFFFFF"/>
                </a:solidFill>
              </a14:hiddenFill>
            </a:ext>
          </a:extLst>
        </p:spPr>
      </p:pic>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Rectangle 18">
            <a:extLst>
              <a:ext uri="{FF2B5EF4-FFF2-40B4-BE49-F238E27FC236}">
                <a16:creationId xmlns:a16="http://schemas.microsoft.com/office/drawing/2014/main" id="{106848BF-9DF0-E1C8-041A-4D017EEFE2C9}"/>
              </a:ext>
            </a:extLst>
          </p:cNvPr>
          <p:cNvSpPr/>
          <p:nvPr userDrawn="1"/>
        </p:nvSpPr>
        <p:spPr>
          <a:xfrm>
            <a:off x="-31702" y="0"/>
            <a:ext cx="9175702" cy="6858000"/>
          </a:xfrm>
          <a:prstGeom prst="rect">
            <a:avLst/>
          </a:prstGeom>
          <a:solidFill>
            <a:srgbClr val="FFFFFF">
              <a:alpha val="8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8" name="Picture 17"/>
          <p:cNvPicPr>
            <a:picLocks noChangeAspect="1"/>
          </p:cNvPicPr>
          <p:nvPr userDrawn="1"/>
        </p:nvPicPr>
        <p:blipFill rotWithShape="1">
          <a:blip r:embed="rId32" cstate="print">
            <a:extLst>
              <a:ext uri="{28A0092B-C50C-407E-A947-70E740481C1C}">
                <a14:useLocalDpi xmlns:a14="http://schemas.microsoft.com/office/drawing/2010/main" val="0"/>
              </a:ext>
            </a:extLst>
          </a:blip>
          <a:srcRect t="65961" b="4290"/>
          <a:stretch/>
        </p:blipFill>
        <p:spPr>
          <a:xfrm>
            <a:off x="-31702" y="5042231"/>
            <a:ext cx="9175702" cy="1807345"/>
          </a:xfrm>
          <a:prstGeom prst="rect">
            <a:avLst/>
          </a:prstGeom>
        </p:spPr>
      </p:pic>
    </p:spTree>
    <p:extLst>
      <p:ext uri="{BB962C8B-B14F-4D97-AF65-F5344CB8AC3E}">
        <p14:creationId xmlns:p14="http://schemas.microsoft.com/office/powerpoint/2010/main" val="816361169"/>
      </p:ext>
    </p:extLst>
  </p:cSld>
  <p:clrMap bg1="lt1" tx1="dk1" bg2="lt2" tx2="dk2" accent1="accent1" accent2="accent2" accent3="accent3" accent4="accent4" accent5="accent5" accent6="accent6" hlink="hlink" folHlink="folHlink"/>
  <p:sldLayoutIdLst>
    <p:sldLayoutId id="2147483649" r:id="rId1"/>
    <p:sldLayoutId id="2147483702"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78" r:id="rId13"/>
    <p:sldLayoutId id="2147483680" r:id="rId14"/>
    <p:sldLayoutId id="2147483683" r:id="rId15"/>
    <p:sldLayoutId id="2147483689" r:id="rId16"/>
    <p:sldLayoutId id="2147483691" r:id="rId17"/>
    <p:sldLayoutId id="2147483692" r:id="rId18"/>
    <p:sldLayoutId id="2147483695" r:id="rId19"/>
    <p:sldLayoutId id="2147483696" r:id="rId20"/>
    <p:sldLayoutId id="2147483698" r:id="rId21"/>
    <p:sldLayoutId id="2147483699" r:id="rId22"/>
    <p:sldLayoutId id="2147483700" r:id="rId23"/>
    <p:sldLayoutId id="2147483701" r:id="rId24"/>
    <p:sldLayoutId id="2147483672" r:id="rId25"/>
    <p:sldLayoutId id="2147483673" r:id="rId26"/>
    <p:sldLayoutId id="2147483674" r:id="rId27"/>
    <p:sldLayoutId id="2147483675" r:id="rId28"/>
    <p:sldLayoutId id="2147483676" r:id="rId2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Steps of developing research questions</a:t>
            </a:r>
          </a:p>
        </p:txBody>
      </p:sp>
      <p:sp>
        <p:nvSpPr>
          <p:cNvPr id="3" name="Vertical Text Placeholder 2"/>
          <p:cNvSpPr>
            <a:spLocks noGrp="1"/>
          </p:cNvSpPr>
          <p:nvPr>
            <p:ph type="body" orient="vert" idx="1"/>
          </p:nvPr>
        </p:nvSpPr>
        <p:spPr/>
        <p:txBody>
          <a:bodyPr/>
          <a:lstStyle/>
          <a:p>
            <a:r>
              <a:rPr lang="en-US" dirty="0"/>
              <a:t>Brainstorm</a:t>
            </a:r>
          </a:p>
          <a:p>
            <a:r>
              <a:rPr lang="en-US" dirty="0"/>
              <a:t>Topic</a:t>
            </a:r>
          </a:p>
          <a:p>
            <a:r>
              <a:rPr lang="en-US" dirty="0"/>
              <a:t>Write down potential questions</a:t>
            </a:r>
          </a:p>
          <a:p>
            <a:r>
              <a:rPr lang="en-US" dirty="0"/>
              <a:t>Literature search</a:t>
            </a:r>
          </a:p>
          <a:p>
            <a:r>
              <a:rPr lang="en-US" dirty="0"/>
              <a:t>Hypothesis</a:t>
            </a:r>
          </a:p>
          <a:p>
            <a:r>
              <a:rPr lang="en-US" dirty="0"/>
              <a:t>Mind map---structure</a:t>
            </a:r>
            <a:endParaRPr lang="en-GB" dirty="0"/>
          </a:p>
        </p:txBody>
      </p:sp>
    </p:spTree>
    <p:extLst>
      <p:ext uri="{BB962C8B-B14F-4D97-AF65-F5344CB8AC3E}">
        <p14:creationId xmlns:p14="http://schemas.microsoft.com/office/powerpoint/2010/main" val="1517495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Vertical Text Placeholder 2"/>
          <p:cNvSpPr>
            <a:spLocks noGrp="1"/>
          </p:cNvSpPr>
          <p:nvPr>
            <p:ph type="body" orient="vert" idx="1"/>
          </p:nvPr>
        </p:nvSpPr>
        <p:spPr/>
        <p:txBody>
          <a:bodyPr/>
          <a:lstStyle/>
          <a:p>
            <a:r>
              <a:rPr lang="en-US" sz="2000" b="1" dirty="0"/>
              <a:t>Brainstorm</a:t>
            </a:r>
            <a:r>
              <a:rPr lang="en-US" sz="2000" dirty="0"/>
              <a:t>. What have you been reading and studying? What prompted you to begin your study project? List any topics that might interest you.</a:t>
            </a:r>
          </a:p>
          <a:p>
            <a:r>
              <a:rPr lang="en-US" sz="2000" b="1" dirty="0"/>
              <a:t>Write down questions </a:t>
            </a:r>
            <a:r>
              <a:rPr lang="en-US" sz="2000" dirty="0"/>
              <a:t>about your topic</a:t>
            </a:r>
          </a:p>
          <a:p>
            <a:r>
              <a:rPr lang="en-US" sz="2000" dirty="0"/>
              <a:t>Think about </a:t>
            </a:r>
            <a:r>
              <a:rPr lang="en-US" sz="2000" b="1" dirty="0"/>
              <a:t>controversies or inconsistencies </a:t>
            </a:r>
            <a:r>
              <a:rPr lang="en-US" sz="2000" dirty="0"/>
              <a:t>in what you are reading.</a:t>
            </a:r>
          </a:p>
          <a:p>
            <a:r>
              <a:rPr lang="en-US" sz="2000" dirty="0"/>
              <a:t>You may find it helpful to write some contents for </a:t>
            </a:r>
            <a:r>
              <a:rPr lang="en-US" sz="2000" b="1" dirty="0"/>
              <a:t>raising a question or describing an issue </a:t>
            </a:r>
            <a:r>
              <a:rPr lang="en-US" sz="2000" dirty="0"/>
              <a:t>you have identified and trying to propose an answer: this is a first step to generating </a:t>
            </a:r>
            <a:r>
              <a:rPr lang="en-AU" sz="2000" dirty="0"/>
              <a:t>a </a:t>
            </a:r>
            <a:r>
              <a:rPr lang="en-AU" sz="2000" b="1" dirty="0"/>
              <a:t>hypothesis</a:t>
            </a:r>
            <a:r>
              <a:rPr lang="en-AU" sz="2000" dirty="0"/>
              <a:t>.</a:t>
            </a:r>
          </a:p>
          <a:p>
            <a:r>
              <a:rPr lang="en-US" sz="2000" dirty="0"/>
              <a:t>As you start generating possible hypotheses, think about what </a:t>
            </a:r>
            <a:r>
              <a:rPr lang="en-US" sz="2000" b="1" dirty="0"/>
              <a:t>further data or analysis might help </a:t>
            </a:r>
            <a:r>
              <a:rPr lang="en-US" sz="2000" dirty="0"/>
              <a:t>to answer your question.</a:t>
            </a:r>
            <a:endParaRPr lang="en-AU" sz="2000" dirty="0"/>
          </a:p>
        </p:txBody>
      </p:sp>
    </p:spTree>
    <p:extLst>
      <p:ext uri="{BB962C8B-B14F-4D97-AF65-F5344CB8AC3E}">
        <p14:creationId xmlns:p14="http://schemas.microsoft.com/office/powerpoint/2010/main" val="3073616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Criteria for evaluating research questions </a:t>
            </a:r>
          </a:p>
        </p:txBody>
      </p:sp>
      <p:sp>
        <p:nvSpPr>
          <p:cNvPr id="3" name="Vertical Text Placeholder 2"/>
          <p:cNvSpPr>
            <a:spLocks noGrp="1"/>
          </p:cNvSpPr>
          <p:nvPr>
            <p:ph type="body" orient="vert" idx="1"/>
          </p:nvPr>
        </p:nvSpPr>
        <p:spPr/>
        <p:txBody>
          <a:bodyPr/>
          <a:lstStyle/>
          <a:p>
            <a:r>
              <a:rPr lang="en-US" dirty="0"/>
              <a:t>Researchable</a:t>
            </a:r>
          </a:p>
          <a:p>
            <a:r>
              <a:rPr lang="en-US" dirty="0"/>
              <a:t>Feasible (timeframe, constraints)</a:t>
            </a:r>
          </a:p>
          <a:p>
            <a:r>
              <a:rPr lang="en-US" dirty="0"/>
              <a:t>Specific and focused</a:t>
            </a:r>
          </a:p>
          <a:p>
            <a:r>
              <a:rPr lang="en-US" dirty="0"/>
              <a:t>Complex enough</a:t>
            </a:r>
          </a:p>
          <a:p>
            <a:r>
              <a:rPr lang="en-US" dirty="0"/>
              <a:t>Relevant to study/society (not fictional question)</a:t>
            </a:r>
            <a:endParaRPr lang="en-GB" dirty="0"/>
          </a:p>
        </p:txBody>
      </p:sp>
    </p:spTree>
    <p:extLst>
      <p:ext uri="{BB962C8B-B14F-4D97-AF65-F5344CB8AC3E}">
        <p14:creationId xmlns:p14="http://schemas.microsoft.com/office/powerpoint/2010/main" val="2286089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Vertical Text Placeholder 2"/>
          <p:cNvSpPr>
            <a:spLocks noGrp="1"/>
          </p:cNvSpPr>
          <p:nvPr>
            <p:ph type="body" orient="vert" idx="1"/>
          </p:nvPr>
        </p:nvSpPr>
        <p:spPr/>
        <p:txBody>
          <a:bodyPr/>
          <a:lstStyle/>
          <a:p>
            <a:r>
              <a:rPr lang="en-GB" dirty="0"/>
              <a:t>The setting of your essay</a:t>
            </a:r>
          </a:p>
          <a:p>
            <a:r>
              <a:rPr lang="en-GB" dirty="0"/>
              <a:t>A general description of (the building, literature, etc.)</a:t>
            </a:r>
          </a:p>
          <a:p>
            <a:r>
              <a:rPr lang="en-GB" dirty="0"/>
              <a:t>The list of measurements taken</a:t>
            </a:r>
          </a:p>
          <a:p>
            <a:r>
              <a:rPr lang="en-GB" dirty="0"/>
              <a:t>A brief summary of the history</a:t>
            </a:r>
          </a:p>
        </p:txBody>
      </p:sp>
    </p:spTree>
    <p:extLst>
      <p:ext uri="{BB962C8B-B14F-4D97-AF65-F5344CB8AC3E}">
        <p14:creationId xmlns:p14="http://schemas.microsoft.com/office/powerpoint/2010/main" val="260972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Group discussion</a:t>
            </a:r>
          </a:p>
        </p:txBody>
      </p:sp>
      <p:sp>
        <p:nvSpPr>
          <p:cNvPr id="3" name="Vertical Text Placeholder 2"/>
          <p:cNvSpPr>
            <a:spLocks noGrp="1"/>
          </p:cNvSpPr>
          <p:nvPr>
            <p:ph type="body" orient="vert" idx="1"/>
          </p:nvPr>
        </p:nvSpPr>
        <p:spPr/>
        <p:txBody>
          <a:bodyPr/>
          <a:lstStyle/>
          <a:p>
            <a:r>
              <a:rPr lang="en-AU" dirty="0"/>
              <a:t>What is critical thinking?</a:t>
            </a:r>
          </a:p>
        </p:txBody>
      </p:sp>
    </p:spTree>
    <p:extLst>
      <p:ext uri="{BB962C8B-B14F-4D97-AF65-F5344CB8AC3E}">
        <p14:creationId xmlns:p14="http://schemas.microsoft.com/office/powerpoint/2010/main" val="183266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GB"/>
          </a:p>
        </p:txBody>
      </p:sp>
      <p:sp>
        <p:nvSpPr>
          <p:cNvPr id="4" name="Vertical Text Placeholder 3"/>
          <p:cNvSpPr>
            <a:spLocks noGrp="1"/>
          </p:cNvSpPr>
          <p:nvPr>
            <p:ph type="body" orient="vert" idx="1"/>
          </p:nvPr>
        </p:nvSpPr>
        <p:spPr/>
        <p:txBody>
          <a:bodyPr/>
          <a:lstStyle/>
          <a:p>
            <a:r>
              <a:rPr lang="en-US" dirty="0"/>
              <a:t>"the art of </a:t>
            </a:r>
            <a:r>
              <a:rPr lang="en-AU" dirty="0"/>
              <a:t>analysing</a:t>
            </a:r>
            <a:r>
              <a:rPr lang="en-US" dirty="0"/>
              <a:t> and evaluating thinking with a view to improving it" (Paul &amp; Elder 2009)</a:t>
            </a:r>
            <a:endParaRPr lang="en-GB" dirty="0"/>
          </a:p>
        </p:txBody>
      </p:sp>
    </p:spTree>
    <p:extLst>
      <p:ext uri="{BB962C8B-B14F-4D97-AF65-F5344CB8AC3E}">
        <p14:creationId xmlns:p14="http://schemas.microsoft.com/office/powerpoint/2010/main" val="3581604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3" name="Picture 2"/>
          <p:cNvPicPr>
            <a:picLocks noChangeAspect="1"/>
          </p:cNvPicPr>
          <p:nvPr/>
        </p:nvPicPr>
        <p:blipFill>
          <a:blip r:embed="rId2"/>
          <a:stretch>
            <a:fillRect/>
          </a:stretch>
        </p:blipFill>
        <p:spPr>
          <a:xfrm>
            <a:off x="457200" y="258118"/>
            <a:ext cx="8423210" cy="5907186"/>
          </a:xfrm>
          <a:prstGeom prst="rect">
            <a:avLst/>
          </a:prstGeom>
        </p:spPr>
      </p:pic>
    </p:spTree>
    <p:extLst>
      <p:ext uri="{BB962C8B-B14F-4D97-AF65-F5344CB8AC3E}">
        <p14:creationId xmlns:p14="http://schemas.microsoft.com/office/powerpoint/2010/main" val="2331991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pic>
        <p:nvPicPr>
          <p:cNvPr id="1026" name="Picture 2" descr="A diagram of Bloom's taxonom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97153"/>
            <a:ext cx="8003232" cy="561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94749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11407</TotalTime>
  <Words>281</Words>
  <Application>Microsoft Office PowerPoint</Application>
  <PresentationFormat>全屏显示(4:3)</PresentationFormat>
  <Paragraphs>29</Paragraphs>
  <Slides>8</Slides>
  <Notes>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Office 主题​​</vt:lpstr>
      <vt:lpstr>Steps of developing research questions</vt:lpstr>
      <vt:lpstr>PowerPoint 演示文稿</vt:lpstr>
      <vt:lpstr>Criteria for evaluating research questions </vt:lpstr>
      <vt:lpstr>PowerPoint 演示文稿</vt:lpstr>
      <vt:lpstr>Group discussion</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Computer</dc:creator>
  <cp:lastModifiedBy>Mengbi Li</cp:lastModifiedBy>
  <cp:revision>461</cp:revision>
  <cp:lastPrinted>2018-02-05T02:46:48Z</cp:lastPrinted>
  <dcterms:created xsi:type="dcterms:W3CDTF">2017-11-07T01:05:33Z</dcterms:created>
  <dcterms:modified xsi:type="dcterms:W3CDTF">2022-05-03T02:40:30Z</dcterms:modified>
</cp:coreProperties>
</file>