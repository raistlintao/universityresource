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8"/>
  </p:notesMasterIdLst>
  <p:sldIdLst>
    <p:sldId id="257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7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35"/>
  </p:normalViewPr>
  <p:slideViewPr>
    <p:cSldViewPr>
      <p:cViewPr varScale="1">
        <p:scale>
          <a:sx n="40" d="100"/>
          <a:sy n="40" d="100"/>
        </p:scale>
        <p:origin x="44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5AA87B-E52F-4839-9051-0A298C7CE3C1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628B91-AAA4-4C6F-9037-6EFE50C59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593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5823EC4-E58C-4C5C-9C51-798389CFBBA7}" type="datetime1">
              <a:rPr lang="en-US" smtClean="0"/>
              <a:t>10/7/2026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0748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CD78E-A726-4CCB-9EF6-1688AA3147D9}" type="datetime1">
              <a:rPr lang="en-US" smtClean="0"/>
              <a:t>10/7/2026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086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6C6E84-CC8A-244E-95A0-206B2BDC6B9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137848" y="6391656"/>
            <a:ext cx="3494314" cy="33379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9B857EC-A19D-4685-8A14-683981B597E8}" type="datetime1">
              <a:rPr lang="en-US" smtClean="0"/>
              <a:t>10/7/2026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1426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206" y="216426"/>
            <a:ext cx="4064673" cy="393495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" y="4846320"/>
            <a:ext cx="4035999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737"/>
            <a:ext cx="214036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5F4D84-5521-EF06-6F21-FF39CFD2A81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882480" y="6378213"/>
            <a:ext cx="1384719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716FDB-D397-4AF7-BCC4-9C923BF7084B}" type="datetime1">
              <a:rPr lang="en-US" smtClean="0"/>
              <a:t>10/7/2026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67201" y="6378213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1953364-E558-970A-5425-4AFF617AEAA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4901" y="265176"/>
            <a:ext cx="7010400" cy="6327648"/>
          </a:xfrm>
          <a:custGeom>
            <a:avLst/>
            <a:gdLst>
              <a:gd name="connsiteX0" fmla="*/ 302565 w 7010400"/>
              <a:gd name="connsiteY0" fmla="*/ 0 h 6316602"/>
              <a:gd name="connsiteX1" fmla="*/ 6707835 w 7010400"/>
              <a:gd name="connsiteY1" fmla="*/ 0 h 6316602"/>
              <a:gd name="connsiteX2" fmla="*/ 7010400 w 7010400"/>
              <a:gd name="connsiteY2" fmla="*/ 302565 h 6316602"/>
              <a:gd name="connsiteX3" fmla="*/ 7010400 w 7010400"/>
              <a:gd name="connsiteY3" fmla="*/ 6014037 h 6316602"/>
              <a:gd name="connsiteX4" fmla="*/ 6707835 w 7010400"/>
              <a:gd name="connsiteY4" fmla="*/ 6316602 h 6316602"/>
              <a:gd name="connsiteX5" fmla="*/ 302565 w 7010400"/>
              <a:gd name="connsiteY5" fmla="*/ 6316602 h 6316602"/>
              <a:gd name="connsiteX6" fmla="*/ 0 w 7010400"/>
              <a:gd name="connsiteY6" fmla="*/ 6014037 h 6316602"/>
              <a:gd name="connsiteX7" fmla="*/ 0 w 7010400"/>
              <a:gd name="connsiteY7" fmla="*/ 302565 h 6316602"/>
              <a:gd name="connsiteX8" fmla="*/ 302565 w 7010400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010400" h="6316602">
                <a:moveTo>
                  <a:pt x="302565" y="0"/>
                </a:moveTo>
                <a:lnTo>
                  <a:pt x="6707835" y="0"/>
                </a:lnTo>
                <a:cubicBezTo>
                  <a:pt x="6874937" y="0"/>
                  <a:pt x="7010400" y="135463"/>
                  <a:pt x="7010400" y="302565"/>
                </a:cubicBezTo>
                <a:lnTo>
                  <a:pt x="7010400" y="6014037"/>
                </a:lnTo>
                <a:cubicBezTo>
                  <a:pt x="7010400" y="6181139"/>
                  <a:pt x="6874937" y="6316602"/>
                  <a:pt x="6707835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96682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3116" y="1043184"/>
            <a:ext cx="3459903" cy="290664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3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3117" y="4692866"/>
            <a:ext cx="3361935" cy="112326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E8B118F-C188-2019-1C9E-6A452890C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124624 w 12192000"/>
              <a:gd name="connsiteY0" fmla="*/ 808189 h 6858000"/>
              <a:gd name="connsiteX1" fmla="*/ 811206 w 12192000"/>
              <a:gd name="connsiteY1" fmla="*/ 1121607 h 6858000"/>
              <a:gd name="connsiteX2" fmla="*/ 811206 w 12192000"/>
              <a:gd name="connsiteY2" fmla="*/ 5736392 h 6858000"/>
              <a:gd name="connsiteX3" fmla="*/ 1124624 w 12192000"/>
              <a:gd name="connsiteY3" fmla="*/ 6049810 h 6858000"/>
              <a:gd name="connsiteX4" fmla="*/ 4372882 w 12192000"/>
              <a:gd name="connsiteY4" fmla="*/ 6049810 h 6858000"/>
              <a:gd name="connsiteX5" fmla="*/ 4686301 w 12192000"/>
              <a:gd name="connsiteY5" fmla="*/ 5736392 h 6858000"/>
              <a:gd name="connsiteX6" fmla="*/ 4686301 w 12192000"/>
              <a:gd name="connsiteY6" fmla="*/ 1121607 h 6858000"/>
              <a:gd name="connsiteX7" fmla="*/ 4372882 w 12192000"/>
              <a:gd name="connsiteY7" fmla="*/ 808189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8000">
                <a:moveTo>
                  <a:pt x="1124624" y="808189"/>
                </a:moveTo>
                <a:cubicBezTo>
                  <a:pt x="951528" y="808189"/>
                  <a:pt x="811206" y="948511"/>
                  <a:pt x="811206" y="1121607"/>
                </a:cubicBezTo>
                <a:lnTo>
                  <a:pt x="811206" y="5736392"/>
                </a:lnTo>
                <a:cubicBezTo>
                  <a:pt x="811206" y="5909488"/>
                  <a:pt x="951528" y="6049810"/>
                  <a:pt x="1124624" y="6049810"/>
                </a:cubicBezTo>
                <a:lnTo>
                  <a:pt x="4372882" y="6049810"/>
                </a:lnTo>
                <a:cubicBezTo>
                  <a:pt x="4545978" y="6049810"/>
                  <a:pt x="4686301" y="5909488"/>
                  <a:pt x="4686301" y="5736392"/>
                </a:cubicBezTo>
                <a:lnTo>
                  <a:pt x="4686301" y="1121607"/>
                </a:lnTo>
                <a:cubicBezTo>
                  <a:pt x="4686301" y="948511"/>
                  <a:pt x="4545978" y="808189"/>
                  <a:pt x="4372882" y="808189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3223" y="6387737"/>
            <a:ext cx="214036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75C414-30D0-86AA-C3C7-AB85722C2C5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971800" y="6387128"/>
            <a:ext cx="1295401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A8A62344-A08B-4AB3-9605-42A4E1DCD2A8}" type="datetime1">
              <a:rPr lang="en-US" smtClean="0"/>
              <a:t>10/7/2026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67201" y="6386519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321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17480" y="1043185"/>
            <a:ext cx="3459903" cy="260781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3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17481" y="4692866"/>
            <a:ext cx="3459902" cy="112326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93E65DC-EA13-A100-8BB0-C29D33F1646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7809944 w 12192000"/>
              <a:gd name="connsiteY0" fmla="*/ 820064 h 6858000"/>
              <a:gd name="connsiteX1" fmla="*/ 7496526 w 12192000"/>
              <a:gd name="connsiteY1" fmla="*/ 1133482 h 6858000"/>
              <a:gd name="connsiteX2" fmla="*/ 7496526 w 12192000"/>
              <a:gd name="connsiteY2" fmla="*/ 5748267 h 6858000"/>
              <a:gd name="connsiteX3" fmla="*/ 7809944 w 12192000"/>
              <a:gd name="connsiteY3" fmla="*/ 6061685 h 6858000"/>
              <a:gd name="connsiteX4" fmla="*/ 11058202 w 12192000"/>
              <a:gd name="connsiteY4" fmla="*/ 6061685 h 6858000"/>
              <a:gd name="connsiteX5" fmla="*/ 11371620 w 12192000"/>
              <a:gd name="connsiteY5" fmla="*/ 5748267 h 6858000"/>
              <a:gd name="connsiteX6" fmla="*/ 11371620 w 12192000"/>
              <a:gd name="connsiteY6" fmla="*/ 1133482 h 6858000"/>
              <a:gd name="connsiteX7" fmla="*/ 11058202 w 12192000"/>
              <a:gd name="connsiteY7" fmla="*/ 820064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8000">
                <a:moveTo>
                  <a:pt x="7809944" y="820064"/>
                </a:moveTo>
                <a:cubicBezTo>
                  <a:pt x="7636848" y="820064"/>
                  <a:pt x="7496526" y="960386"/>
                  <a:pt x="7496526" y="1133482"/>
                </a:cubicBezTo>
                <a:lnTo>
                  <a:pt x="7496526" y="5748267"/>
                </a:lnTo>
                <a:cubicBezTo>
                  <a:pt x="7496526" y="5921363"/>
                  <a:pt x="7636848" y="6061685"/>
                  <a:pt x="7809944" y="6061685"/>
                </a:cubicBezTo>
                <a:lnTo>
                  <a:pt x="11058202" y="6061685"/>
                </a:lnTo>
                <a:cubicBezTo>
                  <a:pt x="11231298" y="6061685"/>
                  <a:pt x="11371620" y="5921363"/>
                  <a:pt x="11371620" y="5748267"/>
                </a:cubicBezTo>
                <a:lnTo>
                  <a:pt x="11371620" y="1133482"/>
                </a:lnTo>
                <a:cubicBezTo>
                  <a:pt x="11371620" y="960386"/>
                  <a:pt x="11231298" y="820064"/>
                  <a:pt x="11058202" y="820064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05700" y="6387737"/>
            <a:ext cx="214036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66694D-0EA3-D3C7-ECF4-BBF1269CF6A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646060" y="6387128"/>
            <a:ext cx="1341749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D7ABEDB0-76AF-40FA-83E3-D1FF3CA76787}" type="datetime1">
              <a:rPr lang="en-US" smtClean="0"/>
              <a:t>10/7/2026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7809" y="6387128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3381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305" y="208156"/>
            <a:ext cx="5729095" cy="31354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5854" y="4846320"/>
            <a:ext cx="4462346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92911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5C8992BB-90F0-4112-9B1F-7693B76967FF}" type="datetime1">
              <a:rPr lang="en-US" smtClean="0"/>
              <a:t>10/7/2026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24995" y="6387128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18560C4-8760-7FBD-159D-6CA9346253D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14371" y="266700"/>
            <a:ext cx="4410930" cy="6324600"/>
          </a:xfrm>
          <a:custGeom>
            <a:avLst/>
            <a:gdLst>
              <a:gd name="connsiteX0" fmla="*/ 275374 w 4410930"/>
              <a:gd name="connsiteY0" fmla="*/ 0 h 6324600"/>
              <a:gd name="connsiteX1" fmla="*/ 4135556 w 4410930"/>
              <a:gd name="connsiteY1" fmla="*/ 0 h 6324600"/>
              <a:gd name="connsiteX2" fmla="*/ 4410930 w 4410930"/>
              <a:gd name="connsiteY2" fmla="*/ 275374 h 6324600"/>
              <a:gd name="connsiteX3" fmla="*/ 4410930 w 4410930"/>
              <a:gd name="connsiteY3" fmla="*/ 6049226 h 6324600"/>
              <a:gd name="connsiteX4" fmla="*/ 4135556 w 4410930"/>
              <a:gd name="connsiteY4" fmla="*/ 6324600 h 6324600"/>
              <a:gd name="connsiteX5" fmla="*/ 275374 w 4410930"/>
              <a:gd name="connsiteY5" fmla="*/ 6324600 h 6324600"/>
              <a:gd name="connsiteX6" fmla="*/ 0 w 4410930"/>
              <a:gd name="connsiteY6" fmla="*/ 6049226 h 6324600"/>
              <a:gd name="connsiteX7" fmla="*/ 0 w 4410930"/>
              <a:gd name="connsiteY7" fmla="*/ 275374 h 6324600"/>
              <a:gd name="connsiteX8" fmla="*/ 275374 w 4410930"/>
              <a:gd name="connsiteY8" fmla="*/ 0 h 632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10930" h="6324600">
                <a:moveTo>
                  <a:pt x="275374" y="0"/>
                </a:moveTo>
                <a:lnTo>
                  <a:pt x="4135556" y="0"/>
                </a:lnTo>
                <a:cubicBezTo>
                  <a:pt x="4287641" y="0"/>
                  <a:pt x="4410930" y="123289"/>
                  <a:pt x="4410930" y="275374"/>
                </a:cubicBezTo>
                <a:lnTo>
                  <a:pt x="4410930" y="6049226"/>
                </a:lnTo>
                <a:cubicBezTo>
                  <a:pt x="4410930" y="6201311"/>
                  <a:pt x="4287641" y="6324600"/>
                  <a:pt x="4135556" y="6324600"/>
                </a:cubicBezTo>
                <a:lnTo>
                  <a:pt x="275374" y="6324600"/>
                </a:lnTo>
                <a:cubicBezTo>
                  <a:pt x="123289" y="6324600"/>
                  <a:pt x="0" y="6201311"/>
                  <a:pt x="0" y="6049226"/>
                </a:cubicBezTo>
                <a:lnTo>
                  <a:pt x="0" y="275374"/>
                </a:lnTo>
                <a:cubicBezTo>
                  <a:pt x="0" y="123289"/>
                  <a:pt x="123289" y="0"/>
                  <a:pt x="275374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688300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816" y="199795"/>
            <a:ext cx="8777428" cy="364068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8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5854" y="4898361"/>
            <a:ext cx="5675450" cy="1334847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55CD02E-B256-4CA4-AF95-70EAECD19730}" type="datetime1">
              <a:rPr lang="en-US" smtClean="0"/>
              <a:t>10/7/2026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8184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E23234C-C11E-4F99-839F-DDBF973EDA5E}" type="datetime1">
              <a:rPr lang="en-US" smtClean="0"/>
              <a:t>10/7/2026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3979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512" y="192360"/>
            <a:ext cx="11812264" cy="415700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15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5854" y="5029200"/>
            <a:ext cx="5681546" cy="120400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8ED7DB9-4A3F-4419-9E62-BEE6269F2B42}" type="datetime1">
              <a:rPr lang="en-US" smtClean="0"/>
              <a:t>10/7/2026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4206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E2CC31D-7501-40A7-9D1B-8AC69C4CFF73}" type="datetime1">
              <a:rPr lang="en-US" smtClean="0"/>
              <a:t>10/7/2026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3402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sz="16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600" dirty="0"/>
            </a:lvl4pPr>
            <a:lvl5pPr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66D33-2E30-4992-8137-11560724F7D0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3708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FB95E-1551-48FC-9A26-E601B3621F25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3027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5973" y="1010652"/>
            <a:ext cx="3437576" cy="1366457"/>
          </a:xfrm>
        </p:spPr>
        <p:txBody>
          <a:bodyPr anchor="t">
            <a:noAutofit/>
          </a:bodyPr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4" y="2377109"/>
            <a:ext cx="3437576" cy="3393239"/>
          </a:xfrm>
        </p:spPr>
        <p:txBody>
          <a:bodyPr vert="horz" lIns="91440" tIns="45720" rIns="91440" bIns="45720" rtlCol="0" anchor="b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739F752-D848-0871-8BE8-DE94F03F5A3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7608643 w 12192000"/>
              <a:gd name="connsiteY0" fmla="*/ 808189 h 6858000"/>
              <a:gd name="connsiteX1" fmla="*/ 7295225 w 12192000"/>
              <a:gd name="connsiteY1" fmla="*/ 1121607 h 6858000"/>
              <a:gd name="connsiteX2" fmla="*/ 7295225 w 12192000"/>
              <a:gd name="connsiteY2" fmla="*/ 5736392 h 6858000"/>
              <a:gd name="connsiteX3" fmla="*/ 7608643 w 12192000"/>
              <a:gd name="connsiteY3" fmla="*/ 6049810 h 6858000"/>
              <a:gd name="connsiteX4" fmla="*/ 10856901 w 12192000"/>
              <a:gd name="connsiteY4" fmla="*/ 6049810 h 6858000"/>
              <a:gd name="connsiteX5" fmla="*/ 11170319 w 12192000"/>
              <a:gd name="connsiteY5" fmla="*/ 5736392 h 6858000"/>
              <a:gd name="connsiteX6" fmla="*/ 11170319 w 12192000"/>
              <a:gd name="connsiteY6" fmla="*/ 1121607 h 6858000"/>
              <a:gd name="connsiteX7" fmla="*/ 10856901 w 12192000"/>
              <a:gd name="connsiteY7" fmla="*/ 808189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8000">
                <a:moveTo>
                  <a:pt x="7608643" y="808189"/>
                </a:moveTo>
                <a:cubicBezTo>
                  <a:pt x="7435547" y="808189"/>
                  <a:pt x="7295225" y="948511"/>
                  <a:pt x="7295225" y="1121607"/>
                </a:cubicBezTo>
                <a:lnTo>
                  <a:pt x="7295225" y="5736392"/>
                </a:lnTo>
                <a:cubicBezTo>
                  <a:pt x="7295225" y="5909488"/>
                  <a:pt x="7435547" y="6049810"/>
                  <a:pt x="7608643" y="6049810"/>
                </a:cubicBezTo>
                <a:lnTo>
                  <a:pt x="10856901" y="6049810"/>
                </a:lnTo>
                <a:cubicBezTo>
                  <a:pt x="11029997" y="6049810"/>
                  <a:pt x="11170319" y="5909488"/>
                  <a:pt x="11170319" y="5736392"/>
                </a:cubicBezTo>
                <a:lnTo>
                  <a:pt x="11170319" y="1121607"/>
                </a:lnTo>
                <a:cubicBezTo>
                  <a:pt x="11170319" y="948511"/>
                  <a:pt x="11029997" y="808189"/>
                  <a:pt x="10856901" y="808189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>
            <a:lvl1pPr>
              <a:defRPr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BE399E77-A6C4-4634-BEB5-F2E41C1FB261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7544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1840" y="1719072"/>
            <a:ext cx="5623560" cy="1188720"/>
          </a:xfrm>
        </p:spPr>
        <p:txBody>
          <a:bodyPr anchor="ctr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86200" y="3136392"/>
            <a:ext cx="4425696" cy="2121408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dirty="0"/>
            </a:lvl1pPr>
            <a:lvl2pPr marL="228600" indent="0" algn="ctr">
              <a:buNone/>
              <a:defRPr lang="en-US" dirty="0"/>
            </a:lvl2pPr>
            <a:lvl3pPr marL="457200" indent="0" algn="ctr">
              <a:buNone/>
              <a:defRPr lang="en-US" dirty="0"/>
            </a:lvl3pPr>
            <a:lvl4pPr marL="685800" indent="0" algn="ctr">
              <a:buNone/>
              <a:defRPr lang="en-US" dirty="0"/>
            </a:lvl4pPr>
            <a:lvl5pPr marL="914400" indent="0" algn="ctr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797B0-DC5B-4FF5-B0A0-4AA5F24C8A8B}" type="datetime1">
              <a:rPr lang="en-US" smtClean="0"/>
              <a:t>10/7/2026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3727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638300"/>
            <a:ext cx="3114136" cy="37991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19472" y="1638300"/>
            <a:ext cx="4800600" cy="379911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6CADA-DB19-4D46-9486-74E6A8DD8606}" type="datetime1">
              <a:rPr lang="en-US" smtClean="0"/>
              <a:t>10/7/2026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7799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E7D4C-A41A-46E4-A264-6AB2C3B5824A}" type="datetime1">
              <a:rPr lang="en-US" smtClean="0"/>
              <a:t>10/7/2026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9949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296" y="990601"/>
            <a:ext cx="3168695" cy="34375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18888" y="990600"/>
            <a:ext cx="6126480" cy="51499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D7737-B62B-4747-B5EC-0C681641A1B5}" type="datetime1">
              <a:rPr lang="en-US" smtClean="0"/>
              <a:t>10/7/2026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078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51472-7719-495F-AC33-7643C031D78E}" type="datetime1">
              <a:rPr lang="en-US" smtClean="0"/>
              <a:t>10/7/2026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627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241EAAC-21EB-46CA-8DB9-2B0A089D53E1}" type="datetime1">
              <a:rPr lang="en-US" smtClean="0"/>
              <a:t>10/7/2026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9561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79" y="219457"/>
            <a:ext cx="6370321" cy="100887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228329"/>
            <a:ext cx="6370320" cy="5043490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54416" y="6390795"/>
            <a:ext cx="1298784" cy="338328"/>
          </a:xfrm>
        </p:spPr>
        <p:txBody>
          <a:bodyPr/>
          <a:lstStyle/>
          <a:p>
            <a:fld id="{501F6A6B-DAC2-4111-A4C8-22F3732D2683}" type="datetime1">
              <a:rPr lang="en-US" smtClean="0"/>
              <a:t>10/7/2026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F11DC52-D1FD-A255-1A04-7A15A9DE3C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05700" y="266700"/>
            <a:ext cx="4419600" cy="6324600"/>
          </a:xfrm>
          <a:custGeom>
            <a:avLst/>
            <a:gdLst>
              <a:gd name="connsiteX0" fmla="*/ 293171 w 4495799"/>
              <a:gd name="connsiteY0" fmla="*/ 0 h 6172200"/>
              <a:gd name="connsiteX1" fmla="*/ 4202628 w 4495799"/>
              <a:gd name="connsiteY1" fmla="*/ 0 h 6172200"/>
              <a:gd name="connsiteX2" fmla="*/ 4495799 w 4495799"/>
              <a:gd name="connsiteY2" fmla="*/ 293171 h 6172200"/>
              <a:gd name="connsiteX3" fmla="*/ 4495799 w 4495799"/>
              <a:gd name="connsiteY3" fmla="*/ 5879029 h 6172200"/>
              <a:gd name="connsiteX4" fmla="*/ 4202628 w 4495799"/>
              <a:gd name="connsiteY4" fmla="*/ 6172200 h 6172200"/>
              <a:gd name="connsiteX5" fmla="*/ 293171 w 4495799"/>
              <a:gd name="connsiteY5" fmla="*/ 6172200 h 6172200"/>
              <a:gd name="connsiteX6" fmla="*/ 0 w 4495799"/>
              <a:gd name="connsiteY6" fmla="*/ 5879029 h 6172200"/>
              <a:gd name="connsiteX7" fmla="*/ 0 w 4495799"/>
              <a:gd name="connsiteY7" fmla="*/ 293171 h 6172200"/>
              <a:gd name="connsiteX8" fmla="*/ 293171 w 4495799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95799" h="6172200">
                <a:moveTo>
                  <a:pt x="293171" y="0"/>
                </a:moveTo>
                <a:lnTo>
                  <a:pt x="4202628" y="0"/>
                </a:lnTo>
                <a:cubicBezTo>
                  <a:pt x="4364542" y="0"/>
                  <a:pt x="4495799" y="131257"/>
                  <a:pt x="4495799" y="293171"/>
                </a:cubicBezTo>
                <a:lnTo>
                  <a:pt x="4495799" y="5879029"/>
                </a:lnTo>
                <a:cubicBezTo>
                  <a:pt x="4495799" y="6040943"/>
                  <a:pt x="4364542" y="6172200"/>
                  <a:pt x="4202628" y="6172200"/>
                </a:cubicBezTo>
                <a:lnTo>
                  <a:pt x="293171" y="6172200"/>
                </a:lnTo>
                <a:cubicBezTo>
                  <a:pt x="131257" y="6172200"/>
                  <a:pt x="0" y="6040943"/>
                  <a:pt x="0" y="5879029"/>
                </a:cubicBezTo>
                <a:lnTo>
                  <a:pt x="0" y="293171"/>
                </a:lnTo>
                <a:cubicBezTo>
                  <a:pt x="0" y="131257"/>
                  <a:pt x="131257" y="0"/>
                  <a:pt x="29317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491870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209BC7F-12AD-4F86-A854-86D7069C1AE2}" type="datetime1">
              <a:rPr lang="en-US" smtClean="0"/>
              <a:t>10/7/2026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8693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B213CB-AAE3-4E21-BF78-8B6CE3ACF53D}" type="datetime1">
              <a:rPr lang="en-US" smtClean="0"/>
              <a:t>10/7/2026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363622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0" y="219456"/>
            <a:ext cx="4689685" cy="116465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B393C6F-81AD-C678-191F-0FD783654DC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700"/>
            <a:ext cx="6292984" cy="6324600"/>
          </a:xfrm>
          <a:custGeom>
            <a:avLst/>
            <a:gdLst>
              <a:gd name="connsiteX0" fmla="*/ 300805 w 6292984"/>
              <a:gd name="connsiteY0" fmla="*/ 0 h 6324600"/>
              <a:gd name="connsiteX1" fmla="*/ 5992179 w 6292984"/>
              <a:gd name="connsiteY1" fmla="*/ 0 h 6324600"/>
              <a:gd name="connsiteX2" fmla="*/ 6292984 w 6292984"/>
              <a:gd name="connsiteY2" fmla="*/ 300805 h 6324600"/>
              <a:gd name="connsiteX3" fmla="*/ 6292984 w 6292984"/>
              <a:gd name="connsiteY3" fmla="*/ 6023795 h 6324600"/>
              <a:gd name="connsiteX4" fmla="*/ 5992179 w 6292984"/>
              <a:gd name="connsiteY4" fmla="*/ 6324600 h 6324600"/>
              <a:gd name="connsiteX5" fmla="*/ 300805 w 6292984"/>
              <a:gd name="connsiteY5" fmla="*/ 6324600 h 6324600"/>
              <a:gd name="connsiteX6" fmla="*/ 0 w 6292984"/>
              <a:gd name="connsiteY6" fmla="*/ 6023795 h 6324600"/>
              <a:gd name="connsiteX7" fmla="*/ 0 w 6292984"/>
              <a:gd name="connsiteY7" fmla="*/ 300805 h 6324600"/>
              <a:gd name="connsiteX8" fmla="*/ 300805 w 6292984"/>
              <a:gd name="connsiteY8" fmla="*/ 0 h 632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92984" h="6324600">
                <a:moveTo>
                  <a:pt x="300805" y="0"/>
                </a:moveTo>
                <a:lnTo>
                  <a:pt x="5992179" y="0"/>
                </a:lnTo>
                <a:cubicBezTo>
                  <a:pt x="6158309" y="0"/>
                  <a:pt x="6292984" y="134675"/>
                  <a:pt x="6292984" y="300805"/>
                </a:cubicBezTo>
                <a:lnTo>
                  <a:pt x="6292984" y="6023795"/>
                </a:lnTo>
                <a:cubicBezTo>
                  <a:pt x="6292984" y="6189925"/>
                  <a:pt x="6158309" y="6324600"/>
                  <a:pt x="5992179" y="6324600"/>
                </a:cubicBezTo>
                <a:lnTo>
                  <a:pt x="300805" y="6324600"/>
                </a:lnTo>
                <a:cubicBezTo>
                  <a:pt x="134675" y="6324600"/>
                  <a:pt x="0" y="6189925"/>
                  <a:pt x="0" y="6023795"/>
                </a:cubicBezTo>
                <a:lnTo>
                  <a:pt x="0" y="300805"/>
                </a:lnTo>
                <a:cubicBezTo>
                  <a:pt x="0" y="134675"/>
                  <a:pt x="134675" y="0"/>
                  <a:pt x="30080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19900" y="1378227"/>
            <a:ext cx="4689684" cy="4888985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9900" y="6387737"/>
            <a:ext cx="29704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23EEFEE-9AC6-4F3D-8AD6-7664F3264FF2}" type="datetime1">
              <a:rPr lang="en-US" smtClean="0"/>
              <a:t>10/7/2026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1349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fld id="{30D46859-DA44-43E6-A6F7-3287A2FCFBEE}" type="datetime1">
              <a:rPr lang="en-US" smtClean="0"/>
              <a:t>10/7/2026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983841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2941319" cy="308863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32114" y="220869"/>
            <a:ext cx="4594371" cy="616625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4400" y="269080"/>
            <a:ext cx="3390900" cy="6327648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58174" y="6387128"/>
            <a:ext cx="1032084" cy="338328"/>
          </a:xfrm>
        </p:spPr>
        <p:txBody>
          <a:bodyPr/>
          <a:lstStyle/>
          <a:p>
            <a:fld id="{2374FA73-46DD-4739-8F6B-C92A7FB868F4}" type="datetime1">
              <a:rPr lang="en-US" smtClean="0"/>
              <a:t>10/7/2026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90258" y="6387128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471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317CA-5BAC-46BE-958D-7E86B431BD1E}" type="datetime1">
              <a:rPr lang="en-US" smtClean="0"/>
              <a:t>10/7/2026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7240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CBC7EDF-D84A-44BF-8099-C5B30B17E0B8}" type="datetime1">
              <a:rPr lang="en-US" smtClean="0"/>
              <a:t>10/7/2026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0393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6" y="219457"/>
            <a:ext cx="4026915" cy="130353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522992"/>
            <a:ext cx="4026916" cy="4748826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9660" y="6387128"/>
            <a:ext cx="1032084" cy="338328"/>
          </a:xfrm>
        </p:spPr>
        <p:txBody>
          <a:bodyPr/>
          <a:lstStyle/>
          <a:p>
            <a:fld id="{0B3BA815-7F94-47EE-A29D-765F9DE113B0}" type="datetime1">
              <a:rPr lang="en-US" smtClean="0"/>
              <a:t>10/7/2026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1744" y="6387128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4900" y="265943"/>
            <a:ext cx="7010400" cy="6325357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868654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9071" y="219456"/>
            <a:ext cx="3162300" cy="184919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C1BE581-FB1F-EE1A-8946-9FA6FC25C11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700"/>
            <a:ext cx="7924800" cy="6324600"/>
          </a:xfrm>
          <a:custGeom>
            <a:avLst/>
            <a:gdLst>
              <a:gd name="connsiteX0" fmla="*/ 293082 w 7924800"/>
              <a:gd name="connsiteY0" fmla="*/ 0 h 6324600"/>
              <a:gd name="connsiteX1" fmla="*/ 7631718 w 7924800"/>
              <a:gd name="connsiteY1" fmla="*/ 0 h 6324600"/>
              <a:gd name="connsiteX2" fmla="*/ 7924800 w 7924800"/>
              <a:gd name="connsiteY2" fmla="*/ 293082 h 6324600"/>
              <a:gd name="connsiteX3" fmla="*/ 7924800 w 7924800"/>
              <a:gd name="connsiteY3" fmla="*/ 6031518 h 6324600"/>
              <a:gd name="connsiteX4" fmla="*/ 7631718 w 7924800"/>
              <a:gd name="connsiteY4" fmla="*/ 6324600 h 6324600"/>
              <a:gd name="connsiteX5" fmla="*/ 293082 w 7924800"/>
              <a:gd name="connsiteY5" fmla="*/ 6324600 h 6324600"/>
              <a:gd name="connsiteX6" fmla="*/ 0 w 7924800"/>
              <a:gd name="connsiteY6" fmla="*/ 6031518 h 6324600"/>
              <a:gd name="connsiteX7" fmla="*/ 0 w 7924800"/>
              <a:gd name="connsiteY7" fmla="*/ 293082 h 6324600"/>
              <a:gd name="connsiteX8" fmla="*/ 293082 w 7924800"/>
              <a:gd name="connsiteY8" fmla="*/ 0 h 632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924800" h="6324600">
                <a:moveTo>
                  <a:pt x="293082" y="0"/>
                </a:moveTo>
                <a:lnTo>
                  <a:pt x="7631718" y="0"/>
                </a:lnTo>
                <a:cubicBezTo>
                  <a:pt x="7793583" y="0"/>
                  <a:pt x="7924800" y="131217"/>
                  <a:pt x="7924800" y="293082"/>
                </a:cubicBezTo>
                <a:lnTo>
                  <a:pt x="7924800" y="6031518"/>
                </a:lnTo>
                <a:cubicBezTo>
                  <a:pt x="7924800" y="6193383"/>
                  <a:pt x="7793583" y="6324600"/>
                  <a:pt x="7631718" y="6324600"/>
                </a:cubicBezTo>
                <a:lnTo>
                  <a:pt x="293082" y="6324600"/>
                </a:lnTo>
                <a:cubicBezTo>
                  <a:pt x="131217" y="6324600"/>
                  <a:pt x="0" y="6193383"/>
                  <a:pt x="0" y="6031518"/>
                </a:cubicBezTo>
                <a:lnTo>
                  <a:pt x="0" y="293082"/>
                </a:lnTo>
                <a:cubicBezTo>
                  <a:pt x="0" y="131217"/>
                  <a:pt x="131217" y="0"/>
                  <a:pt x="29308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59071" y="2111514"/>
            <a:ext cx="3162300" cy="4158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59072" y="6387737"/>
            <a:ext cx="1983112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AAC0B17-CE81-470B-ADEC-2384A284EBB0}" type="datetime1">
              <a:rPr lang="en-US" smtClean="0"/>
              <a:t>10/7/2026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29282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6F74BF2-2B97-4D0D-BEF8-F0D6AD41CDC3}" type="datetime1">
              <a:rPr lang="en-US" smtClean="0"/>
              <a:t>10/7/2026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437751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2434" y="219456"/>
            <a:ext cx="2504499" cy="228220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245013D-3ACD-0E69-50DF-0B7C6855E76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8782316" cy="6324600"/>
          </a:xfrm>
          <a:custGeom>
            <a:avLst/>
            <a:gdLst>
              <a:gd name="connsiteX0" fmla="*/ 293967 w 8782316"/>
              <a:gd name="connsiteY0" fmla="*/ 0 h 6324600"/>
              <a:gd name="connsiteX1" fmla="*/ 8488349 w 8782316"/>
              <a:gd name="connsiteY1" fmla="*/ 0 h 6324600"/>
              <a:gd name="connsiteX2" fmla="*/ 8782316 w 8782316"/>
              <a:gd name="connsiteY2" fmla="*/ 293967 h 6324600"/>
              <a:gd name="connsiteX3" fmla="*/ 8782316 w 8782316"/>
              <a:gd name="connsiteY3" fmla="*/ 6030633 h 6324600"/>
              <a:gd name="connsiteX4" fmla="*/ 8488349 w 8782316"/>
              <a:gd name="connsiteY4" fmla="*/ 6324600 h 6324600"/>
              <a:gd name="connsiteX5" fmla="*/ 293967 w 8782316"/>
              <a:gd name="connsiteY5" fmla="*/ 6324600 h 6324600"/>
              <a:gd name="connsiteX6" fmla="*/ 0 w 8782316"/>
              <a:gd name="connsiteY6" fmla="*/ 6030633 h 6324600"/>
              <a:gd name="connsiteX7" fmla="*/ 0 w 8782316"/>
              <a:gd name="connsiteY7" fmla="*/ 293967 h 6324600"/>
              <a:gd name="connsiteX8" fmla="*/ 293967 w 8782316"/>
              <a:gd name="connsiteY8" fmla="*/ 0 h 632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782316" h="6324600">
                <a:moveTo>
                  <a:pt x="293967" y="0"/>
                </a:moveTo>
                <a:lnTo>
                  <a:pt x="8488349" y="0"/>
                </a:lnTo>
                <a:cubicBezTo>
                  <a:pt x="8650702" y="0"/>
                  <a:pt x="8782316" y="131614"/>
                  <a:pt x="8782316" y="293967"/>
                </a:cubicBezTo>
                <a:lnTo>
                  <a:pt x="8782316" y="6030633"/>
                </a:lnTo>
                <a:cubicBezTo>
                  <a:pt x="8782316" y="6192986"/>
                  <a:pt x="8650702" y="6324600"/>
                  <a:pt x="8488349" y="6324600"/>
                </a:cubicBezTo>
                <a:lnTo>
                  <a:pt x="293967" y="6324600"/>
                </a:lnTo>
                <a:cubicBezTo>
                  <a:pt x="131614" y="6324600"/>
                  <a:pt x="0" y="6192986"/>
                  <a:pt x="0" y="6030633"/>
                </a:cubicBezTo>
                <a:lnTo>
                  <a:pt x="0" y="293967"/>
                </a:lnTo>
                <a:cubicBezTo>
                  <a:pt x="0" y="131614"/>
                  <a:pt x="131614" y="0"/>
                  <a:pt x="293967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262115" y="3001992"/>
            <a:ext cx="2494818" cy="3299767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59368" y="6387737"/>
            <a:ext cx="1315404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64498" y="6390795"/>
            <a:ext cx="100765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806B30E-8248-4061-97A2-FF282AED1114}" type="datetime1">
              <a:rPr lang="en-US" smtClean="0"/>
              <a:t>10/7/2026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5268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878" y="5322914"/>
            <a:ext cx="4466322" cy="106421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1800625-21B7-D3E3-63A2-DDD86082593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74220" y="265176"/>
            <a:ext cx="11651080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4900" y="5283156"/>
            <a:ext cx="7010400" cy="1103972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200"/>
            </a:lvl4pPr>
            <a:lvl5pPr marL="9144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E5948-BD0C-4C2E-B6A7-C4EDC256C76D}" type="datetime1">
              <a:rPr lang="en-US" smtClean="0"/>
              <a:t>10/7/2026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9674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3994637"/>
            <a:ext cx="3460316" cy="19863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A350D79-60BC-073C-3EE9-FEF237EFFC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51080" cy="3511571"/>
          </a:xfrm>
          <a:custGeom>
            <a:avLst/>
            <a:gdLst>
              <a:gd name="connsiteX0" fmla="*/ 293181 w 11651080"/>
              <a:gd name="connsiteY0" fmla="*/ 0 h 3511571"/>
              <a:gd name="connsiteX1" fmla="*/ 11357899 w 11651080"/>
              <a:gd name="connsiteY1" fmla="*/ 0 h 3511571"/>
              <a:gd name="connsiteX2" fmla="*/ 11651080 w 11651080"/>
              <a:gd name="connsiteY2" fmla="*/ 293181 h 3511571"/>
              <a:gd name="connsiteX3" fmla="*/ 11651080 w 11651080"/>
              <a:gd name="connsiteY3" fmla="*/ 3218390 h 3511571"/>
              <a:gd name="connsiteX4" fmla="*/ 11521819 w 11651080"/>
              <a:gd name="connsiteY4" fmla="*/ 3461500 h 3511571"/>
              <a:gd name="connsiteX5" fmla="*/ 11477449 w 11651080"/>
              <a:gd name="connsiteY5" fmla="*/ 3485583 h 3511571"/>
              <a:gd name="connsiteX6" fmla="*/ 11417209 w 11651080"/>
              <a:gd name="connsiteY6" fmla="*/ 3504280 h 3511571"/>
              <a:gd name="connsiteX7" fmla="*/ 11344868 w 11651080"/>
              <a:gd name="connsiteY7" fmla="*/ 3511571 h 3511571"/>
              <a:gd name="connsiteX8" fmla="*/ 310043 w 11651080"/>
              <a:gd name="connsiteY8" fmla="*/ 3511571 h 3511571"/>
              <a:gd name="connsiteX9" fmla="*/ 170323 w 11651080"/>
              <a:gd name="connsiteY9" fmla="*/ 3483368 h 3511571"/>
              <a:gd name="connsiteX10" fmla="*/ 127787 w 11651080"/>
              <a:gd name="connsiteY10" fmla="*/ 3460284 h 3511571"/>
              <a:gd name="connsiteX11" fmla="*/ 85871 w 11651080"/>
              <a:gd name="connsiteY11" fmla="*/ 3425700 h 3511571"/>
              <a:gd name="connsiteX12" fmla="*/ 0 w 11651080"/>
              <a:gd name="connsiteY12" fmla="*/ 3218390 h 3511571"/>
              <a:gd name="connsiteX13" fmla="*/ 0 w 11651080"/>
              <a:gd name="connsiteY13" fmla="*/ 293181 h 3511571"/>
              <a:gd name="connsiteX14" fmla="*/ 293181 w 11651080"/>
              <a:gd name="connsiteY14" fmla="*/ 0 h 351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651080" h="3511571">
                <a:moveTo>
                  <a:pt x="293181" y="0"/>
                </a:moveTo>
                <a:lnTo>
                  <a:pt x="11357899" y="0"/>
                </a:lnTo>
                <a:cubicBezTo>
                  <a:pt x="11519818" y="0"/>
                  <a:pt x="11651080" y="131262"/>
                  <a:pt x="11651080" y="293181"/>
                </a:cubicBezTo>
                <a:lnTo>
                  <a:pt x="11651080" y="3218390"/>
                </a:lnTo>
                <a:cubicBezTo>
                  <a:pt x="11651080" y="3319589"/>
                  <a:pt x="11599806" y="3408813"/>
                  <a:pt x="11521819" y="3461500"/>
                </a:cubicBezTo>
                <a:lnTo>
                  <a:pt x="11477449" y="3485583"/>
                </a:lnTo>
                <a:lnTo>
                  <a:pt x="11417209" y="3504280"/>
                </a:lnTo>
                <a:cubicBezTo>
                  <a:pt x="11393842" y="3509060"/>
                  <a:pt x="11369648" y="3511571"/>
                  <a:pt x="11344868" y="3511571"/>
                </a:cubicBezTo>
                <a:lnTo>
                  <a:pt x="310043" y="3511571"/>
                </a:lnTo>
                <a:cubicBezTo>
                  <a:pt x="260482" y="3511571"/>
                  <a:pt x="213267" y="3501529"/>
                  <a:pt x="170323" y="3483368"/>
                </a:cubicBezTo>
                <a:lnTo>
                  <a:pt x="127787" y="3460284"/>
                </a:lnTo>
                <a:lnTo>
                  <a:pt x="85871" y="3425700"/>
                </a:lnTo>
                <a:cubicBezTo>
                  <a:pt x="32816" y="3372645"/>
                  <a:pt x="0" y="3299350"/>
                  <a:pt x="0" y="3218390"/>
                </a:cubicBezTo>
                <a:lnTo>
                  <a:pt x="0" y="293181"/>
                </a:lnTo>
                <a:cubicBezTo>
                  <a:pt x="0" y="131262"/>
                  <a:pt x="131262" y="0"/>
                  <a:pt x="29318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3977466"/>
            <a:ext cx="7962900" cy="228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687EF-F5B2-456F-AF1B-A44D1A0701D7}" type="datetime1">
              <a:rPr lang="en-US" smtClean="0"/>
              <a:t>10/7/2026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72112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fld id="{D617CAED-F971-4EAE-89B0-C866D948120E}" type="datetime1">
              <a:rPr lang="en-US" smtClean="0"/>
              <a:t>10/7/2026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393695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7689" y="1277917"/>
            <a:ext cx="4244590" cy="105444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A6D8C26-0B2C-F81E-0E9B-25818527E0C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71601" y="2391930"/>
            <a:ext cx="4140679" cy="3094471"/>
          </a:xfrm>
          <a:custGeom>
            <a:avLst/>
            <a:gdLst>
              <a:gd name="connsiteX0" fmla="*/ 287879 w 4140679"/>
              <a:gd name="connsiteY0" fmla="*/ 0 h 3094471"/>
              <a:gd name="connsiteX1" fmla="*/ 3852800 w 4140679"/>
              <a:gd name="connsiteY1" fmla="*/ 0 h 3094471"/>
              <a:gd name="connsiteX2" fmla="*/ 4140679 w 4140679"/>
              <a:gd name="connsiteY2" fmla="*/ 287879 h 3094471"/>
              <a:gd name="connsiteX3" fmla="*/ 4140679 w 4140679"/>
              <a:gd name="connsiteY3" fmla="*/ 2806592 h 3094471"/>
              <a:gd name="connsiteX4" fmla="*/ 3852800 w 4140679"/>
              <a:gd name="connsiteY4" fmla="*/ 3094471 h 3094471"/>
              <a:gd name="connsiteX5" fmla="*/ 287879 w 4140679"/>
              <a:gd name="connsiteY5" fmla="*/ 3094471 h 3094471"/>
              <a:gd name="connsiteX6" fmla="*/ 0 w 4140679"/>
              <a:gd name="connsiteY6" fmla="*/ 2806592 h 3094471"/>
              <a:gd name="connsiteX7" fmla="*/ 0 w 4140679"/>
              <a:gd name="connsiteY7" fmla="*/ 287879 h 3094471"/>
              <a:gd name="connsiteX8" fmla="*/ 287879 w 4140679"/>
              <a:gd name="connsiteY8" fmla="*/ 0 h 3094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40679" h="3094471">
                <a:moveTo>
                  <a:pt x="287879" y="0"/>
                </a:moveTo>
                <a:lnTo>
                  <a:pt x="3852800" y="0"/>
                </a:lnTo>
                <a:cubicBezTo>
                  <a:pt x="4011791" y="0"/>
                  <a:pt x="4140679" y="128888"/>
                  <a:pt x="4140679" y="287879"/>
                </a:cubicBezTo>
                <a:lnTo>
                  <a:pt x="4140679" y="2806592"/>
                </a:lnTo>
                <a:cubicBezTo>
                  <a:pt x="4140679" y="2965583"/>
                  <a:pt x="4011791" y="3094471"/>
                  <a:pt x="3852800" y="3094471"/>
                </a:cubicBezTo>
                <a:lnTo>
                  <a:pt x="287879" y="3094471"/>
                </a:lnTo>
                <a:cubicBezTo>
                  <a:pt x="128888" y="3094471"/>
                  <a:pt x="0" y="2965583"/>
                  <a:pt x="0" y="2806592"/>
                </a:cubicBezTo>
                <a:lnTo>
                  <a:pt x="0" y="287879"/>
                </a:lnTo>
                <a:cubicBezTo>
                  <a:pt x="0" y="128888"/>
                  <a:pt x="128888" y="0"/>
                  <a:pt x="28787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67400" y="1277917"/>
            <a:ext cx="4953000" cy="42084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5F63D-EE89-4C35-A0BA-A767458691E5}" type="datetime1">
              <a:rPr lang="en-US" smtClean="0"/>
              <a:t>10/7/2026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430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6697D-C012-4585-94E6-5E3B25EEDFC1}" type="datetime1">
              <a:rPr lang="en-US" smtClean="0"/>
              <a:t>10/7/2026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86319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5158596"/>
            <a:ext cx="4207160" cy="121632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3EBFFFF-5D16-BE62-1AAA-3F8F77B6C10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1305" y="265176"/>
            <a:ext cx="4118735" cy="4577087"/>
          </a:xfrm>
          <a:custGeom>
            <a:avLst/>
            <a:gdLst>
              <a:gd name="connsiteX0" fmla="*/ 302192 w 4118735"/>
              <a:gd name="connsiteY0" fmla="*/ 0 h 4577087"/>
              <a:gd name="connsiteX1" fmla="*/ 3816543 w 4118735"/>
              <a:gd name="connsiteY1" fmla="*/ 0 h 4577087"/>
              <a:gd name="connsiteX2" fmla="*/ 4118735 w 4118735"/>
              <a:gd name="connsiteY2" fmla="*/ 302192 h 4577087"/>
              <a:gd name="connsiteX3" fmla="*/ 4118735 w 4118735"/>
              <a:gd name="connsiteY3" fmla="*/ 4274895 h 4577087"/>
              <a:gd name="connsiteX4" fmla="*/ 3816543 w 4118735"/>
              <a:gd name="connsiteY4" fmla="*/ 4577087 h 4577087"/>
              <a:gd name="connsiteX5" fmla="*/ 302192 w 4118735"/>
              <a:gd name="connsiteY5" fmla="*/ 4577087 h 4577087"/>
              <a:gd name="connsiteX6" fmla="*/ 0 w 4118735"/>
              <a:gd name="connsiteY6" fmla="*/ 4274895 h 4577087"/>
              <a:gd name="connsiteX7" fmla="*/ 0 w 4118735"/>
              <a:gd name="connsiteY7" fmla="*/ 302192 h 4577087"/>
              <a:gd name="connsiteX8" fmla="*/ 302192 w 4118735"/>
              <a:gd name="connsiteY8" fmla="*/ 0 h 4577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18735" h="4577087">
                <a:moveTo>
                  <a:pt x="302192" y="0"/>
                </a:moveTo>
                <a:lnTo>
                  <a:pt x="3816543" y="0"/>
                </a:lnTo>
                <a:cubicBezTo>
                  <a:pt x="3983439" y="0"/>
                  <a:pt x="4118735" y="135296"/>
                  <a:pt x="4118735" y="302192"/>
                </a:cubicBezTo>
                <a:lnTo>
                  <a:pt x="4118735" y="4274895"/>
                </a:lnTo>
                <a:cubicBezTo>
                  <a:pt x="4118735" y="4441791"/>
                  <a:pt x="3983439" y="4577087"/>
                  <a:pt x="3816543" y="4577087"/>
                </a:cubicBezTo>
                <a:lnTo>
                  <a:pt x="302192" y="4577087"/>
                </a:lnTo>
                <a:cubicBezTo>
                  <a:pt x="135296" y="4577087"/>
                  <a:pt x="0" y="4441791"/>
                  <a:pt x="0" y="4274895"/>
                </a:cubicBezTo>
                <a:lnTo>
                  <a:pt x="0" y="302192"/>
                </a:lnTo>
                <a:cubicBezTo>
                  <a:pt x="0" y="135296"/>
                  <a:pt x="135296" y="0"/>
                  <a:pt x="30219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4900" y="296685"/>
            <a:ext cx="6720870" cy="60759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ACC8B6B-4D14-404A-BE1B-1F4BD960669E}" type="datetime1">
              <a:rPr lang="en-US" smtClean="0"/>
              <a:t>10/7/2026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75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3E5DE-F913-4C3A-BEDA-F802BAA076FD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1095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0201" y="606392"/>
            <a:ext cx="10946701" cy="4619890"/>
          </a:xfrm>
          <a:prstGeom prst="roundRect">
            <a:avLst>
              <a:gd name="adj" fmla="val 6476"/>
            </a:avLst>
          </a:prstGeom>
          <a:solidFill>
            <a:schemeClr val="accent1">
              <a:lumMod val="60000"/>
              <a:lumOff val="40000"/>
              <a:alpha val="50000"/>
            </a:schemeClr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26282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2"/>
            <a:ext cx="9299448" cy="370073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547CC27-8F74-4C20-9BA3-E77EDE6F6768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1522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526C722-3701-B2F2-EF11-4B756E054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0344" y="4990975"/>
            <a:ext cx="10871313" cy="1239913"/>
          </a:xfrm>
          <a:prstGeom prst="roundRect">
            <a:avLst>
              <a:gd name="adj" fmla="val 22063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433" y="5233065"/>
            <a:ext cx="10111135" cy="777037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0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9002" y="1026160"/>
            <a:ext cx="10813996" cy="396371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312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9F64B-B8C5-4434-A0AE-8B21FAE1194C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00647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E8549AC-D930-32F5-F4D6-1BE34C72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90501" y="4989874"/>
            <a:ext cx="9010999" cy="1239913"/>
          </a:xfrm>
          <a:prstGeom prst="roundRect">
            <a:avLst>
              <a:gd name="adj" fmla="val 24326"/>
            </a:avLst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2064" y="5147215"/>
            <a:ext cx="8227873" cy="912763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2300" spc="-5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9002" y="1026160"/>
            <a:ext cx="10813996" cy="396371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31200" spc="-1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C25546-9111-46F9-BEC4-CF8FB8392886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7970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5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884" y="5144654"/>
            <a:ext cx="7280816" cy="12424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US" sz="2800" spc="-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4720" y="266700"/>
            <a:ext cx="11740580" cy="5349003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33000" spc="-100" baseline="0" dirty="0"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CA70956-0D23-4C9E-9DCE-4DBE9483FB75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7962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98579-83EA-4D3B-95AD-E89823FCABB6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30058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8704" y="1638300"/>
            <a:ext cx="10652760" cy="4748828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7600" b="0" spc="-50" baseline="0"/>
            </a:lvl1pPr>
            <a:lvl2pPr marL="228600" indent="0">
              <a:lnSpc>
                <a:spcPct val="85000"/>
              </a:lnSpc>
              <a:buNone/>
              <a:defRPr sz="6000" b="0" spc="-50" baseline="0"/>
            </a:lvl2pPr>
            <a:lvl3pPr marL="457200" indent="0">
              <a:lnSpc>
                <a:spcPct val="85000"/>
              </a:lnSpc>
              <a:buNone/>
              <a:defRPr sz="5400" b="0" spc="-50" baseline="0"/>
            </a:lvl3pPr>
            <a:lvl4pPr marL="685800" indent="0">
              <a:lnSpc>
                <a:spcPct val="85000"/>
              </a:lnSpc>
              <a:buNone/>
              <a:defRPr sz="4800" b="0" spc="-50" baseline="0"/>
            </a:lvl4pPr>
            <a:lvl5pPr marL="914400" indent="0">
              <a:lnSpc>
                <a:spcPct val="85000"/>
              </a:lnSpc>
              <a:buNone/>
              <a:defRPr sz="4400" b="0" spc="-5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4DB77-2BFA-46B5-82B7-362C808A18E1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32330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8703" y="214840"/>
            <a:ext cx="9966323" cy="4992427"/>
          </a:xfrm>
        </p:spPr>
        <p:txBody>
          <a:bodyPr anchor="t">
            <a:noAutofit/>
          </a:bodyPr>
          <a:lstStyle>
            <a:lvl1pPr marL="0" indent="0">
              <a:lnSpc>
                <a:spcPct val="85000"/>
              </a:lnSpc>
              <a:buNone/>
              <a:defRPr sz="7200" b="0" spc="-50" baseline="0">
                <a:solidFill>
                  <a:schemeClr val="accent1"/>
                </a:solidFill>
              </a:defRPr>
            </a:lvl1pPr>
            <a:lvl2pPr marL="228600" indent="0">
              <a:lnSpc>
                <a:spcPct val="85000"/>
              </a:lnSpc>
              <a:buNone/>
              <a:defRPr sz="7200" b="0" spc="-50" baseline="0">
                <a:solidFill>
                  <a:schemeClr val="accent1"/>
                </a:solidFill>
              </a:defRPr>
            </a:lvl2pPr>
            <a:lvl3pPr marL="457200" indent="0">
              <a:lnSpc>
                <a:spcPct val="85000"/>
              </a:lnSpc>
              <a:buNone/>
              <a:defRPr sz="7200" b="0" spc="-50" baseline="0">
                <a:solidFill>
                  <a:schemeClr val="accent1"/>
                </a:solidFill>
              </a:defRPr>
            </a:lvl3pPr>
            <a:lvl4pPr marL="685800" indent="0">
              <a:lnSpc>
                <a:spcPct val="85000"/>
              </a:lnSpc>
              <a:buNone/>
              <a:defRPr sz="7200" b="0" spc="-50" baseline="0">
                <a:solidFill>
                  <a:schemeClr val="accent1"/>
                </a:solidFill>
              </a:defRPr>
            </a:lvl4pPr>
            <a:lvl5pPr marL="914400" indent="0">
              <a:lnSpc>
                <a:spcPct val="85000"/>
              </a:lnSpc>
              <a:buNone/>
              <a:defRPr sz="7200" b="0" spc="-50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76CF7-3E4D-43B7-B24E-535495E06F4A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36841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8704" y="214840"/>
            <a:ext cx="10062576" cy="5040554"/>
          </a:xfrm>
        </p:spPr>
        <p:txBody>
          <a:bodyPr anchor="t">
            <a:noAutofit/>
          </a:bodyPr>
          <a:lstStyle>
            <a:lvl1pPr marL="0" indent="0">
              <a:lnSpc>
                <a:spcPct val="85000"/>
              </a:lnSpc>
              <a:buNone/>
              <a:defRPr sz="7600" b="0" spc="-50" baseline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</a:defRPr>
            </a:lvl1pPr>
            <a:lvl2pPr marL="228600" indent="0">
              <a:lnSpc>
                <a:spcPct val="85000"/>
              </a:lnSpc>
              <a:buNone/>
              <a:defRPr sz="7600" b="0" spc="-50" baseline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</a:defRPr>
            </a:lvl2pPr>
            <a:lvl3pPr marL="457200" indent="0">
              <a:lnSpc>
                <a:spcPct val="85000"/>
              </a:lnSpc>
              <a:buNone/>
              <a:defRPr sz="7600" b="0" spc="-50" baseline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</a:defRPr>
            </a:lvl3pPr>
            <a:lvl4pPr marL="685800" indent="0">
              <a:lnSpc>
                <a:spcPct val="85000"/>
              </a:lnSpc>
              <a:buNone/>
              <a:defRPr sz="7600" b="0" spc="-50" baseline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</a:defRPr>
            </a:lvl4pPr>
            <a:lvl5pPr marL="914400" indent="0">
              <a:lnSpc>
                <a:spcPct val="85000"/>
              </a:lnSpc>
              <a:buNone/>
              <a:defRPr sz="7600" b="0" spc="-50" baseline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80645F99-D57D-401F-8ACA-E1AE94CE68D9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51247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5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707BF49-7217-30B5-27A8-C28DF70EA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14900" y="681175"/>
            <a:ext cx="6594684" cy="5495650"/>
          </a:xfrm>
          <a:prstGeom prst="roundRect">
            <a:avLst>
              <a:gd name="adj" fmla="val 5579"/>
            </a:avLst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34062" y="1048623"/>
            <a:ext cx="6014907" cy="4932728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5400" b="0" spc="-50" baseline="0">
                <a:solidFill>
                  <a:schemeClr val="tx2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2"/>
                </a:solidFill>
              </a:defRPr>
            </a:lvl2pPr>
            <a:lvl3pPr marL="457200" indent="0">
              <a:lnSpc>
                <a:spcPct val="85000"/>
              </a:lnSpc>
              <a:buNone/>
              <a:defRPr sz="3600" b="0" spc="-50" baseline="0">
                <a:solidFill>
                  <a:schemeClr val="tx2"/>
                </a:solidFill>
              </a:defRPr>
            </a:lvl3pPr>
            <a:lvl4pPr marL="685800" indent="0">
              <a:lnSpc>
                <a:spcPct val="85000"/>
              </a:lnSpc>
              <a:buNone/>
              <a:defRPr sz="3200" b="0" spc="-50" baseline="0">
                <a:solidFill>
                  <a:schemeClr val="tx2"/>
                </a:solidFill>
              </a:defRPr>
            </a:lvl4pPr>
            <a:lvl5pPr marL="914400" indent="0">
              <a:lnSpc>
                <a:spcPct val="85000"/>
              </a:lnSpc>
              <a:buNone/>
              <a:defRPr sz="2800" b="0" spc="-50"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AE79C4E-F74A-45C6-87ED-04BA2865126E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8276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5E9FA-CF9F-442A-848A-07ABC66A6457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97983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2FD12FA-BFA3-C887-EBC1-ED898186C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0201" y="620202"/>
            <a:ext cx="10946701" cy="5617596"/>
          </a:xfrm>
          <a:prstGeom prst="roundRect">
            <a:avLst>
              <a:gd name="adj" fmla="val 5503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9571" y="4874218"/>
            <a:ext cx="8753896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600" b="0" cap="all" spc="1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19571" y="1410343"/>
            <a:ext cx="8753895" cy="3301141"/>
          </a:xfr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B88B7-2170-49B2-B455-C84FC6F30257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6547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A62FBA2-0B46-6A28-875D-1D493CFAC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14900" y="681175"/>
            <a:ext cx="6594684" cy="5495650"/>
          </a:xfrm>
          <a:prstGeom prst="roundRect">
            <a:avLst>
              <a:gd name="adj" fmla="val 5579"/>
            </a:avLst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27126" y="5053386"/>
            <a:ext cx="5337341" cy="829328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6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74790" y="1078029"/>
            <a:ext cx="5337340" cy="3603028"/>
          </a:xfrm>
        </p:spPr>
        <p:txBody>
          <a:bodyPr anchor="t">
            <a:normAutofit/>
          </a:bodyPr>
          <a:lstStyle>
            <a:lvl1pPr marL="164592" indent="-164592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  <a:defRPr sz="4300" spc="-50" baseline="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C6CCD-C5F7-44F6-827B-9B8E203CF829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6675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09F9171-FD47-8BB5-3DF9-885F03500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80801" y="1175284"/>
            <a:ext cx="8430399" cy="4507431"/>
          </a:xfrm>
          <a:prstGeom prst="roundRect">
            <a:avLst>
              <a:gd name="adj" fmla="val 10241"/>
            </a:avLst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06436" y="4727007"/>
            <a:ext cx="7179129" cy="693019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1400" b="0" cap="all" spc="1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06436" y="1638300"/>
            <a:ext cx="7179129" cy="2972201"/>
          </a:xfrm>
        </p:spPr>
        <p:txBody>
          <a:bodyPr anchor="ctr">
            <a:normAutofit/>
          </a:bodyPr>
          <a:lstStyle>
            <a:lvl1pPr marL="137160" indent="-137160" algn="ctr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spc="-5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5030F54-0399-4934-B868-E8FC64D9A954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2885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F509A19-2BCA-5719-B875-5ED135FBF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0" y="1088757"/>
            <a:ext cx="9484963" cy="4680487"/>
          </a:xfrm>
          <a:prstGeom prst="roundRect">
            <a:avLst>
              <a:gd name="adj" fmla="val 6755"/>
            </a:avLst>
          </a:prstGeom>
          <a:solidFill>
            <a:schemeClr val="accent1">
              <a:lumMod val="60000"/>
              <a:lumOff val="40000"/>
              <a:alpha val="50000"/>
            </a:schemeClr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46022" y="4652721"/>
            <a:ext cx="8105614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600" b="0" cap="all" spc="1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36398" y="1638300"/>
            <a:ext cx="8105614" cy="2898186"/>
          </a:xfr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C172236-98CF-436D-B8AF-73607FC6BF53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90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2880" y="1645920"/>
            <a:ext cx="5416759" cy="4725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8400" y="1645920"/>
            <a:ext cx="5261184" cy="4725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037BC-DDFE-4D1C-BDD2-52C7FB3ECD39}" type="datetime1">
              <a:rPr lang="en-US" smtClean="0"/>
              <a:t>10/7/2026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17794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631" y="1649451"/>
            <a:ext cx="5211762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1649451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5BC1D-3E76-4118-8920-6317D3436792}" type="datetime1">
              <a:rPr lang="en-US" smtClean="0"/>
              <a:t>10/7/2026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8313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F7D49-4414-4256-B79A-8D96ACFD3811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21150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E7382-D66A-40DB-8430-CAFED7B7C9C8}" type="datetime1">
              <a:rPr lang="en-US" smtClean="0"/>
              <a:t>10/7/2026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97517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704" y="218113"/>
            <a:ext cx="3363393" cy="2345471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8704" y="2563586"/>
            <a:ext cx="3363393" cy="3708232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4900" y="218114"/>
            <a:ext cx="6688836" cy="608806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65BBA-60FA-4DAB-A831-863E6E8AF120}" type="datetime1">
              <a:rPr lang="en-US" smtClean="0"/>
              <a:t>10/7/2026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80083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6337" cy="262824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8705" y="2847706"/>
            <a:ext cx="3180512" cy="3424111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6387128"/>
            <a:ext cx="2016929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10493" y="6387128"/>
            <a:ext cx="917224" cy="338328"/>
          </a:xfrm>
        </p:spPr>
        <p:txBody>
          <a:bodyPr/>
          <a:lstStyle/>
          <a:p>
            <a:fld id="{9CDC5685-46E5-4EB6-A0D2-BE941206E942}" type="datetime1">
              <a:rPr lang="en-US" smtClean="0"/>
              <a:t>10/7/2026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27717" y="6387128"/>
            <a:ext cx="457200" cy="338328"/>
          </a:xfrm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DACA751-BBB2-3E33-EA6C-54B4A7F6842B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3962400" y="266700"/>
            <a:ext cx="7962900" cy="6324600"/>
          </a:xfrm>
          <a:custGeom>
            <a:avLst/>
            <a:gdLst>
              <a:gd name="connsiteX0" fmla="*/ 264355 w 6785782"/>
              <a:gd name="connsiteY0" fmla="*/ 0 h 6172198"/>
              <a:gd name="connsiteX1" fmla="*/ 6521427 w 6785782"/>
              <a:gd name="connsiteY1" fmla="*/ 0 h 6172198"/>
              <a:gd name="connsiteX2" fmla="*/ 6785782 w 6785782"/>
              <a:gd name="connsiteY2" fmla="*/ 264355 h 6172198"/>
              <a:gd name="connsiteX3" fmla="*/ 6785782 w 6785782"/>
              <a:gd name="connsiteY3" fmla="*/ 5907843 h 6172198"/>
              <a:gd name="connsiteX4" fmla="*/ 6521427 w 6785782"/>
              <a:gd name="connsiteY4" fmla="*/ 6172198 h 6172198"/>
              <a:gd name="connsiteX5" fmla="*/ 264355 w 6785782"/>
              <a:gd name="connsiteY5" fmla="*/ 6172198 h 6172198"/>
              <a:gd name="connsiteX6" fmla="*/ 0 w 6785782"/>
              <a:gd name="connsiteY6" fmla="*/ 5907843 h 6172198"/>
              <a:gd name="connsiteX7" fmla="*/ 0 w 6785782"/>
              <a:gd name="connsiteY7" fmla="*/ 264355 h 6172198"/>
              <a:gd name="connsiteX8" fmla="*/ 264355 w 6785782"/>
              <a:gd name="connsiteY8" fmla="*/ 0 h 6172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85782" h="6172198">
                <a:moveTo>
                  <a:pt x="264355" y="0"/>
                </a:moveTo>
                <a:lnTo>
                  <a:pt x="6521427" y="0"/>
                </a:lnTo>
                <a:cubicBezTo>
                  <a:pt x="6667426" y="0"/>
                  <a:pt x="6785782" y="118356"/>
                  <a:pt x="6785782" y="264355"/>
                </a:cubicBezTo>
                <a:lnTo>
                  <a:pt x="6785782" y="5907843"/>
                </a:lnTo>
                <a:cubicBezTo>
                  <a:pt x="6785782" y="6053842"/>
                  <a:pt x="6667426" y="6172198"/>
                  <a:pt x="6521427" y="6172198"/>
                </a:cubicBezTo>
                <a:lnTo>
                  <a:pt x="264355" y="6172198"/>
                </a:lnTo>
                <a:cubicBezTo>
                  <a:pt x="118356" y="6172198"/>
                  <a:pt x="0" y="6053842"/>
                  <a:pt x="0" y="5907843"/>
                </a:cubicBezTo>
                <a:lnTo>
                  <a:pt x="0" y="264355"/>
                </a:lnTo>
                <a:cubicBezTo>
                  <a:pt x="0" y="118356"/>
                  <a:pt x="118356" y="0"/>
                  <a:pt x="26435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0468560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1ABF0-1BC4-4279-88D7-50351FF40623}" type="datetime1">
              <a:rPr lang="en-US" smtClean="0"/>
              <a:t>10/7/2026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6374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 dirty="0"/>
            </a:lvl1pPr>
            <a:lvl2pPr marL="228600" indent="0" algn="ctr">
              <a:buNone/>
              <a:defRPr lang="en-US" sz="1600" dirty="0"/>
            </a:lvl2pPr>
            <a:lvl3pPr marL="457200" indent="0" algn="ctr">
              <a:buNone/>
              <a:defRPr lang="en-US" sz="1600" dirty="0"/>
            </a:lvl3pPr>
            <a:lvl4pPr marL="685800" indent="0" algn="ctr">
              <a:buNone/>
              <a:defRPr lang="en-US" sz="1600" dirty="0"/>
            </a:lvl4pPr>
            <a:lvl5pPr marL="914400" indent="0" algn="ctr">
              <a:buNone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004D2-9B2F-4359-916B-20A0B00A86CD}" type="datetime1">
              <a:rPr lang="en-US" smtClean="0"/>
              <a:t>10/7/2026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4951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5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50">
                <a:solidFill>
                  <a:schemeClr val="tx1"/>
                </a:solidFill>
              </a:defRPr>
            </a:lvl1pPr>
          </a:lstStyle>
          <a:p>
            <a:fld id="{E944D186-B182-4225-9B0C-34FAE328E380}" type="datetime1">
              <a:rPr lang="en-US" smtClean="0"/>
              <a:t>10/7/2026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50"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360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2" r:id="rId2"/>
    <p:sldLayoutId id="2147483661" r:id="rId3"/>
    <p:sldLayoutId id="2147483663" r:id="rId4"/>
    <p:sldLayoutId id="2147483664" r:id="rId5"/>
    <p:sldLayoutId id="2147483665" r:id="rId6"/>
    <p:sldLayoutId id="2147483666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C6491-6B63-43FA-C599-BBAE7B9CF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28600"/>
            <a:ext cx="10835640" cy="969264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Individual Activity </a:t>
            </a:r>
          </a:p>
        </p:txBody>
      </p:sp>
      <p:pic>
        <p:nvPicPr>
          <p:cNvPr id="5" name="Picture 4" descr="A group of people around a table&#10;&#10;Description automatically generated">
            <a:extLst>
              <a:ext uri="{FF2B5EF4-FFF2-40B4-BE49-F238E27FC236}">
                <a16:creationId xmlns:a16="http://schemas.microsoft.com/office/drawing/2014/main" id="{473F9085-AA1A-165A-7852-9049B7142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587" y="838200"/>
            <a:ext cx="3276600" cy="3276600"/>
          </a:xfrm>
          <a:prstGeom prst="rect">
            <a:avLst/>
          </a:prstGeom>
          <a:noFill/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78DE85-FBD8-E947-0DE4-D31FB3D70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0" y="1371600"/>
            <a:ext cx="7132320" cy="484631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AU" sz="3200" dirty="0"/>
              <a:t>Sketching exercise </a:t>
            </a:r>
          </a:p>
          <a:p>
            <a:pPr marL="0" indent="0">
              <a:buNone/>
            </a:pPr>
            <a:endParaRPr lang="en-AU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AU" sz="1600" b="1" dirty="0"/>
              <a:t>                    - Draw in sketchbook and then share via e Portfolio </a:t>
            </a:r>
          </a:p>
          <a:p>
            <a:pPr marL="0" indent="0">
              <a:buNone/>
            </a:pPr>
            <a:endParaRPr lang="en-AU" sz="2800" b="1" dirty="0"/>
          </a:p>
          <a:p>
            <a:pPr marL="0" indent="0">
              <a:buNone/>
            </a:pPr>
            <a:endParaRPr lang="en-AU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E6836E-97D2-2DA9-C9A1-BD1EB0F96C0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174"/>
          <a:stretch/>
        </p:blipFill>
        <p:spPr>
          <a:xfrm>
            <a:off x="6300596" y="3962400"/>
            <a:ext cx="4381213" cy="25680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25E209-E275-3354-19B5-8379BB52E3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3596" y="4060351"/>
            <a:ext cx="2470117" cy="24701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8E6813B-25B4-3179-C3E1-965240678B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4060351"/>
            <a:ext cx="2522887" cy="2470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127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C6491-6B63-43FA-C599-BBAE7B9CF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28600"/>
            <a:ext cx="10835640" cy="969264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Individual Activity </a:t>
            </a:r>
          </a:p>
        </p:txBody>
      </p:sp>
      <p:pic>
        <p:nvPicPr>
          <p:cNvPr id="5" name="Picture 4" descr="A group of people around a table&#10;&#10;Description automatically generated">
            <a:extLst>
              <a:ext uri="{FF2B5EF4-FFF2-40B4-BE49-F238E27FC236}">
                <a16:creationId xmlns:a16="http://schemas.microsoft.com/office/drawing/2014/main" id="{473F9085-AA1A-165A-7852-9049B7142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1" y="1197864"/>
            <a:ext cx="2065019" cy="2065019"/>
          </a:xfrm>
          <a:prstGeom prst="rect">
            <a:avLst/>
          </a:prstGeom>
          <a:noFill/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78DE85-FBD8-E947-0DE4-D31FB3D70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4400" y="1371600"/>
            <a:ext cx="6934200" cy="6172201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AU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8463" indent="-342900">
              <a:buFont typeface="Wingdings" panose="05000000000000000000" pitchFamily="2" charset="2"/>
              <a:buChar char="Ø"/>
            </a:pPr>
            <a:r>
              <a:rPr lang="en-AU" sz="2000" dirty="0">
                <a:latin typeface="Arial" panose="020B0604020202020204" pitchFamily="34" charset="0"/>
                <a:cs typeface="Arial" panose="020B0604020202020204" pitchFamily="34" charset="0"/>
              </a:rPr>
              <a:t>Setup freehand sketch for perspective views with environmental context (interior and exterior) </a:t>
            </a:r>
          </a:p>
          <a:p>
            <a:pPr marL="55563" indent="0">
              <a:buNone/>
            </a:pP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8BF764-7053-C08B-9ACA-1666254C1B09}"/>
              </a:ext>
            </a:extLst>
          </p:cNvPr>
          <p:cNvSpPr txBox="1"/>
          <p:nvPr/>
        </p:nvSpPr>
        <p:spPr>
          <a:xfrm>
            <a:off x="5144262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b="1" dirty="0"/>
              <a:t>Draw in sketchbook and then share via e Portfolio </a:t>
            </a:r>
            <a:endParaRPr lang="en-AU" dirty="0"/>
          </a:p>
        </p:txBody>
      </p:sp>
      <p:pic>
        <p:nvPicPr>
          <p:cNvPr id="6" name="Picture 5" descr="A collection of trees and plants&#10;&#10;Description automatically generated">
            <a:extLst>
              <a:ext uri="{FF2B5EF4-FFF2-40B4-BE49-F238E27FC236}">
                <a16:creationId xmlns:a16="http://schemas.microsoft.com/office/drawing/2014/main" id="{4D9FAF53-C36E-CA67-A017-C4DE9FB3D4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3810000"/>
            <a:ext cx="2819400" cy="2819400"/>
          </a:xfrm>
          <a:prstGeom prst="rect">
            <a:avLst/>
          </a:prstGeom>
        </p:spPr>
      </p:pic>
      <p:pic>
        <p:nvPicPr>
          <p:cNvPr id="9" name="Picture 8" descr="A drawing of trees and bushes&#10;&#10;Description automatically generated">
            <a:extLst>
              <a:ext uri="{FF2B5EF4-FFF2-40B4-BE49-F238E27FC236}">
                <a16:creationId xmlns:a16="http://schemas.microsoft.com/office/drawing/2014/main" id="{FF7D5AD6-FFC6-D33E-DDC0-1B40709A50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880" y="3793958"/>
            <a:ext cx="2293620" cy="2868184"/>
          </a:xfrm>
          <a:prstGeom prst="rect">
            <a:avLst/>
          </a:prstGeom>
        </p:spPr>
      </p:pic>
      <p:pic>
        <p:nvPicPr>
          <p:cNvPr id="11" name="Picture 10" descr="A group of people standing in different poses&#10;&#10;Description automatically generated">
            <a:extLst>
              <a:ext uri="{FF2B5EF4-FFF2-40B4-BE49-F238E27FC236}">
                <a16:creationId xmlns:a16="http://schemas.microsoft.com/office/drawing/2014/main" id="{1416C5CA-BCF6-9BD3-7343-396EA31CD1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098758"/>
            <a:ext cx="1818894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146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C6491-6B63-43FA-C599-BBAE7B9CF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28600"/>
            <a:ext cx="10835640" cy="969264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Individual Activity </a:t>
            </a:r>
          </a:p>
        </p:txBody>
      </p:sp>
      <p:pic>
        <p:nvPicPr>
          <p:cNvPr id="5" name="Picture 4" descr="A group of people around a table&#10;&#10;Description automatically generated">
            <a:extLst>
              <a:ext uri="{FF2B5EF4-FFF2-40B4-BE49-F238E27FC236}">
                <a16:creationId xmlns:a16="http://schemas.microsoft.com/office/drawing/2014/main" id="{473F9085-AA1A-165A-7852-9049B7142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371600"/>
            <a:ext cx="4846319" cy="4846319"/>
          </a:xfrm>
          <a:prstGeom prst="rect">
            <a:avLst/>
          </a:prstGeom>
          <a:noFill/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78DE85-FBD8-E947-0DE4-D31FB3D70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4400" y="1408176"/>
            <a:ext cx="7467600" cy="6172201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AU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8463" indent="-342900">
              <a:buFont typeface="Wingdings" panose="05000000000000000000" pitchFamily="2" charset="2"/>
              <a:buChar char="Ø"/>
            </a:pPr>
            <a:r>
              <a:rPr lang="en-AU" sz="2000" dirty="0">
                <a:latin typeface="Arial" panose="020B0604020202020204" pitchFamily="34" charset="0"/>
                <a:cs typeface="Arial" panose="020B0604020202020204" pitchFamily="34" charset="0"/>
              </a:rPr>
              <a:t>portfolio preparation; technical and software help</a:t>
            </a:r>
          </a:p>
          <a:p>
            <a:pPr marL="55563" indent="0">
              <a:buNone/>
            </a:pPr>
            <a:endParaRPr lang="en-AU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7708113"/>
      </p:ext>
    </p:extLst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 1_74809995-9e66-46d0-afc4-980286e0ea62_win32 v2" id="{D14C1B8C-1E01-4970-914C-FBE6C81B2B2F}" vid="{E904FACB-7F70-4943-BE93-3732097E465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  <MediaServiceKeyPoints xmlns="71af3243-3dd4-4a8d-8c0d-dd76da1f02a5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ImageTagsTaxHTField xmlns="71af3243-3dd4-4a8d-8c0d-dd76da1f02a5">
      <Terms xmlns="http://schemas.microsoft.com/office/infopath/2007/PartnerControls"/>
    </ImageTagsTaxHTField>
  </documentManagement>
</p:properties>
</file>

<file path=customXml/itemProps1.xml><?xml version="1.0" encoding="utf-8"?>
<ds:datastoreItem xmlns:ds="http://schemas.openxmlformats.org/officeDocument/2006/customXml" ds:itemID="{9BD7DE58-0BE1-4C71-B87C-2A79B7BE442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470EB2F-9F98-4954-9465-3220BC3200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69C16DF-FD5D-45EB-A5D0-4ED61432363F}">
  <ds:schemaRefs>
    <ds:schemaRef ds:uri="http://schemas.microsoft.com/office/2006/documentManagement/types"/>
    <ds:schemaRef ds:uri="http://www.w3.org/XML/1998/namespace"/>
    <ds:schemaRef ds:uri="http://schemas.microsoft.com/sharepoint/v3"/>
    <ds:schemaRef ds:uri="230e9df3-be65-4c73-a93b-d1236ebd677e"/>
    <ds:schemaRef ds:uri="4f03c07c-4386-4244-9dd2-b6296b229822"/>
    <ds:schemaRef ds:uri="http://purl.org/dc/dcmitype/"/>
    <ds:schemaRef ds:uri="http://schemas.microsoft.com/office/infopath/2007/PartnerControls"/>
    <ds:schemaRef ds:uri="http://purl.org/dc/terms/"/>
    <ds:schemaRef ds:uri="59b65cf5-04c8-4211-865f-0d1019a3550b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71af3243-3dd4-4a8d-8c0d-dd76da1f02a5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{DD7C0513-73FC-471D-A1A6-A28931E39A57}74b27fa7-47d9-4b2b-80c4-7bceb511e5ed-TF74809995-9e66-46d0-afc4-980286e0ea6218f13f8d_win32</Template>
  <TotalTime>445</TotalTime>
  <Words>49</Words>
  <Application>Microsoft Office PowerPoint</Application>
  <PresentationFormat>Widescreen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Neue Haas Grotesk Text Pro</vt:lpstr>
      <vt:lpstr>Wingdings</vt:lpstr>
      <vt:lpstr>Dune</vt:lpstr>
      <vt:lpstr>Individual Activity </vt:lpstr>
      <vt:lpstr>Individual Activity </vt:lpstr>
      <vt:lpstr>Individual Activity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Activity</dc:title>
  <dc:creator>Mina Ranjbaran</dc:creator>
  <cp:lastModifiedBy>Mina Ranjbaran</cp:lastModifiedBy>
  <cp:revision>45</cp:revision>
  <dcterms:created xsi:type="dcterms:W3CDTF">2026-09-28T00:05:01Z</dcterms:created>
  <dcterms:modified xsi:type="dcterms:W3CDTF">2026-10-06T22:39:19Z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MSIP_Label_d7dc88d9-fa17-47eb-a208-3e66f59d50e5_Enabled">
    <vt:lpwstr>true</vt:lpwstr>
  </property>
  <property fmtid="{D5CDD505-2E9C-101B-9397-08002B2CF9AE}" pid="5" name="MSIP_Label_d7dc88d9-fa17-47eb-a208-3e66f59d50e5_SetDate">
    <vt:lpwstr>2026-09-28T00:05:01Z</vt:lpwstr>
  </property>
  <property fmtid="{D5CDD505-2E9C-101B-9397-08002B2CF9AE}" pid="6" name="MSIP_Label_d7dc88d9-fa17-47eb-a208-3e66f59d50e5_Method">
    <vt:lpwstr>Standard</vt:lpwstr>
  </property>
  <property fmtid="{D5CDD505-2E9C-101B-9397-08002B2CF9AE}" pid="7" name="MSIP_Label_d7dc88d9-fa17-47eb-a208-3e66f59d50e5_Name">
    <vt:lpwstr>Internal</vt:lpwstr>
  </property>
  <property fmtid="{D5CDD505-2E9C-101B-9397-08002B2CF9AE}" pid="8" name="MSIP_Label_d7dc88d9-fa17-47eb-a208-3e66f59d50e5_SiteId">
    <vt:lpwstr>d51ba343-9258-4ea6-9907-426d8c84ec12</vt:lpwstr>
  </property>
  <property fmtid="{D5CDD505-2E9C-101B-9397-08002B2CF9AE}" pid="9" name="MSIP_Label_d7dc88d9-fa17-47eb-a208-3e66f59d50e5_ActionId">
    <vt:lpwstr>31b5f632-2cfe-4999-a8b5-3283991bd1bc</vt:lpwstr>
  </property>
  <property fmtid="{D5CDD505-2E9C-101B-9397-08002B2CF9AE}" pid="10" name="MSIP_Label_d7dc88d9-fa17-47eb-a208-3e66f59d50e5_ContentBits">
    <vt:lpwstr>0</vt:lpwstr>
  </property>
</Properties>
</file>